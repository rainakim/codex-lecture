
<file path=[Content_Types].xml><?xml version="1.0" encoding="utf-8"?>
<Types xmlns="http://schemas.openxmlformats.org/package/2006/content-types">
  <Default ContentType="application/vnd.openxmlformats-officedocument.spreadsheetml.sheet" Extension="xlsx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9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98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2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78.xml"/>
  <Override ContentType="application/vnd.openxmlformats-officedocument.presentationml.slideLayout+xml" PartName="/ppt/slideLayouts/slideLayout65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04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1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84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67.xml"/>
  <Override ContentType="application/vnd.openxmlformats-officedocument.presentationml.slideLayout+xml" PartName="/ppt/slideLayouts/slideLayout92.xml"/>
  <Override ContentType="application/vnd.openxmlformats-officedocument.presentationml.slideLayout+xml" PartName="/ppt/slideLayouts/slideLayout83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9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7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73.xml"/>
  <Override ContentType="application/vnd.openxmlformats-officedocument.presentationml.slideLayout+xml" PartName="/ppt/slideLayouts/slideLayout86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81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69.xml"/>
  <Override ContentType="application/vnd.openxmlformats-officedocument.presentationml.slideLayout+xml" PartName="/ppt/slideLayouts/slideLayout94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8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75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Layout+xml" PartName="/ppt/slideLayouts/slideLayout97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03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89.xml"/>
  <Override ContentType="application/vnd.openxmlformats-officedocument.presentationml.slideLayout+xml" PartName="/ppt/slideLayouts/slideLayout70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95.xml"/>
  <Override ContentType="application/vnd.openxmlformats-officedocument.presentationml.slideLayout+xml" PartName="/ppt/slideLayouts/slideLayout101.xml"/>
  <Override ContentType="application/vnd.openxmlformats-officedocument.presentationml.slideLayout+xml" PartName="/ppt/slideLayouts/slideLayout64.xml"/>
  <Override ContentType="application/vnd.openxmlformats-officedocument.presentationml.slideLayout+xml" PartName="/ppt/slideLayouts/slideLayout99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85.xml"/>
  <Override ContentType="application/vnd.openxmlformats-officedocument.presentationml.slideLayout+xml" PartName="/ppt/slideLayouts/slideLayout72.xml"/>
  <Override ContentType="application/vnd.openxmlformats-officedocument.presentationml.slideLayout+xml" PartName="/ppt/slideLayouts/slideLayout7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6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7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74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91.xml"/>
  <Override ContentType="application/vnd.openxmlformats-officedocument.presentationml.slideLayout+xml" PartName="/ppt/slideLayouts/slideLayout68.xml"/>
  <Override ContentType="application/vnd.openxmlformats-officedocument.presentationml.slideLayout+xml" PartName="/ppt/slideLayouts/slideLayout82.xml"/>
  <Override ContentType="application/vnd.openxmlformats-officedocument.presentationml.slideLayout+xml" PartName="/ppt/slideLayouts/slideLayout100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8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8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63.xml"/>
  <Override ContentType="application/vnd.openxmlformats-officedocument.presentationml.slideLayout+xml" PartName="/ppt/slideLayouts/slideLayout93.xml"/>
  <Override ContentType="application/vnd.openxmlformats-officedocument.presentationml.slideLayout+xml" PartName="/ppt/slideLayouts/slideLayout27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3.xml"/>
  <Override ContentType="application/vnd.openxmlformats-officedocument.presentationml.slide+xml" PartName="/ppt/slides/slide78.xml"/>
  <Override ContentType="application/vnd.openxmlformats-officedocument.presentationml.slide+xml" PartName="/ppt/slides/slide86.xml"/>
  <Override ContentType="application/vnd.openxmlformats-officedocument.presentationml.slide+xml" PartName="/ppt/slides/slide35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68.xml"/>
  <Override ContentType="application/vnd.openxmlformats-officedocument.presentationml.slide+xml" PartName="/ppt/slides/slide94.xml"/>
  <Override ContentType="application/vnd.openxmlformats-officedocument.presentationml.slide+xml" PartName="/ppt/slides/slide84.xml"/>
  <Override ContentType="application/vnd.openxmlformats-officedocument.presentationml.slide+xml" PartName="/ppt/slides/slide37.xml"/>
  <Override ContentType="application/vnd.openxmlformats-officedocument.presentationml.slide+xml" PartName="/ppt/slides/slide71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66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53.xml"/>
  <Override ContentType="application/vnd.openxmlformats-officedocument.presentationml.slide+xml" PartName="/ppt/slides/slide96.xml"/>
  <Override ContentType="application/vnd.openxmlformats-officedocument.presentationml.slide+xml" PartName="/ppt/slides/slide48.xml"/>
  <Override ContentType="application/vnd.openxmlformats-officedocument.presentationml.slide+xml" PartName="/ppt/slides/slide22.xml"/>
  <Override ContentType="application/vnd.openxmlformats-officedocument.presentationml.slide+xml" PartName="/ppt/slides/slide82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2.xml"/>
  <Override ContentType="application/vnd.openxmlformats-officedocument.presentationml.slide+xml" PartName="/ppt/slides/slide98.xml"/>
  <Override ContentType="application/vnd.openxmlformats-officedocument.presentationml.slide+xml" PartName="/ppt/slides/slide72.xml"/>
  <Override ContentType="application/vnd.openxmlformats-officedocument.presentationml.slide+xml" PartName="/ppt/slides/slide20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89.xml"/>
  <Override ContentType="application/vnd.openxmlformats-officedocument.presentationml.slide+xml" PartName="/ppt/slides/slide76.xml"/>
  <Override ContentType="application/vnd.openxmlformats-officedocument.presentationml.slide+xml" PartName="/ppt/slides/slide63.xml"/>
  <Override ContentType="application/vnd.openxmlformats-officedocument.presentationml.slide+xml" PartName="/ppt/slides/slide93.xml"/>
  <Override ContentType="application/vnd.openxmlformats-officedocument.presentationml.slide+xml" PartName="/ppt/slides/slide80.xml"/>
  <Override ContentType="application/vnd.openxmlformats-officedocument.presentationml.slide+xml" PartName="/ppt/slides/slide61.xml"/>
  <Override ContentType="application/vnd.openxmlformats-officedocument.presentationml.slide+xml" PartName="/ppt/slides/slide91.xml"/>
  <Override ContentType="application/vnd.openxmlformats-officedocument.presentationml.slide+xml" PartName="/ppt/slides/slide31.xml"/>
  <Override ContentType="application/vnd.openxmlformats-officedocument.presentationml.slide+xml" PartName="/ppt/slides/slide87.xml"/>
  <Override ContentType="application/vnd.openxmlformats-officedocument.presentationml.slide+xml" PartName="/ppt/slides/slide74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95.xml"/>
  <Override ContentType="application/vnd.openxmlformats-officedocument.presentationml.slide+xml" PartName="/ppt/slides/slide69.xml"/>
  <Override ContentType="application/vnd.openxmlformats-officedocument.presentationml.slide+xml" PartName="/ppt/slides/slide85.xml"/>
  <Override ContentType="application/vnd.openxmlformats-officedocument.presentationml.slide+xml" PartName="/ppt/slides/slide42.xml"/>
  <Override ContentType="application/vnd.openxmlformats-officedocument.presentationml.slide+xml" PartName="/ppt/slides/slide50.xml"/>
  <Override ContentType="application/vnd.openxmlformats-officedocument.presentationml.slide+xml" PartName="/ppt/slides/slide77.xml"/>
  <Override ContentType="application/vnd.openxmlformats-officedocument.presentationml.slide+xml" PartName="/ppt/slides/slide34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97.xml"/>
  <Override ContentType="application/vnd.openxmlformats-officedocument.presentationml.slide+xml" PartName="/ppt/slides/slide11.xml"/>
  <Override ContentType="application/vnd.openxmlformats-officedocument.presentationml.slide+xml" PartName="/ppt/slides/slide6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79.xml"/>
  <Override ContentType="application/vnd.openxmlformats-officedocument.presentationml.slide+xml" PartName="/ppt/slides/slide49.xml"/>
  <Override ContentType="application/vnd.openxmlformats-officedocument.presentationml.slide+xml" PartName="/ppt/slides/slide83.xml"/>
  <Override ContentType="application/vnd.openxmlformats-officedocument.presentationml.slide+xml" PartName="/ppt/slides/slide70.xml"/>
  <Override ContentType="application/vnd.openxmlformats-officedocument.presentationml.slide+xml" PartName="/ppt/slides/slide6.xml"/>
  <Override ContentType="application/vnd.openxmlformats-officedocument.presentationml.slide+xml" PartName="/ppt/slides/slide40.xml"/>
  <Override ContentType="application/vnd.openxmlformats-officedocument.presentationml.slide+xml" PartName="/ppt/slides/slide73.xml"/>
  <Override ContentType="application/vnd.openxmlformats-officedocument.presentationml.slide+xml" PartName="/ppt/slides/slide30.xml"/>
  <Override ContentType="application/vnd.openxmlformats-officedocument.presentationml.slide+xml" PartName="/ppt/slides/slide99.xml"/>
  <Override ContentType="application/vnd.openxmlformats-officedocument.presentationml.slide+xml" PartName="/ppt/slides/slide3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47.xml"/>
  <Override ContentType="application/vnd.openxmlformats-officedocument.presentationml.slide+xml" PartName="/ppt/slides/slide21.xml"/>
  <Override ContentType="application/vnd.openxmlformats-officedocument.presentationml.slide+xml" PartName="/ppt/slides/slide100.xml"/>
  <Override ContentType="application/vnd.openxmlformats-officedocument.presentationml.slide+xml" PartName="/ppt/slides/slide64.xml"/>
  <Override ContentType="application/vnd.openxmlformats-officedocument.presentationml.slide+xml" PartName="/ppt/slides/slide81.xml"/>
  <Override ContentType="application/vnd.openxmlformats-officedocument.presentationml.slide+xml" PartName="/ppt/slides/slide90.xml"/>
  <Override ContentType="application/vnd.openxmlformats-officedocument.presentationml.slide+xml" PartName="/ppt/slides/slide8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75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88.xml"/>
  <Override ContentType="application/vnd.openxmlformats-officedocument.presentationml.slide+xml" PartName="/ppt/slides/slide92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ms-office.chartcolorstyle+xml" PartName="/ppt/charts/colors1.xml"/>
  <Override ContentType="application/vnd.ms-office.chartcolorstyle+xml" PartName="/ppt/charts/colors2.xml"/>
  <Override ContentType="application/vnd.ms-office.chartcolorstyle+xml" PartName="/ppt/charts/colors3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drawingml.chart+xml" PartName="/ppt/charts/chart3.xml"/>
  <Override ContentType="application/vnd.openxmlformats-officedocument.drawingml.chart+xml" PartName="/ppt/charts/chart2.xml"/>
  <Override ContentType="application/vnd.openxmlformats-officedocument.drawingml.chart+xml" PartName="/ppt/charts/chart4.xml"/>
  <Override ContentType="application/vnd.openxmlformats-officedocument.drawingml.chart+xml" PartName="/ppt/charts/chart1.xml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00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8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77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73.xml"/>
  <Override ContentType="application/vnd.openxmlformats-officedocument.presentationml.notesSlide+xml" PartName="/ppt/notesSlides/notesSlide8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69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93.xml"/>
  <Override ContentType="application/vnd.openxmlformats-officedocument.presentationml.notesSlide+xml" PartName="/ppt/notesSlides/notesSlide87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75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97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9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95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78.xml"/>
  <Override ContentType="application/vnd.openxmlformats-officedocument.presentationml.notesSlide+xml" PartName="/ppt/notesSlides/notesSlide71.xml"/>
  <Override ContentType="application/vnd.openxmlformats-officedocument.presentationml.notesSlide+xml" PartName="/ppt/notesSlides/notesSlide92.xml"/>
  <Override ContentType="application/vnd.openxmlformats-officedocument.presentationml.notesSlide+xml" PartName="/ppt/notesSlides/notesSlide84.xml"/>
  <Override ContentType="application/vnd.openxmlformats-officedocument.presentationml.notesSlide+xml" PartName="/ppt/notesSlides/notesSlide76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82.xml"/>
  <Override ContentType="application/vnd.openxmlformats-officedocument.presentationml.notesSlide+xml" PartName="/ppt/notesSlides/notesSlide9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90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86.xml"/>
  <Override ContentType="application/vnd.openxmlformats-officedocument.presentationml.notesSlide+xml" PartName="/ppt/notesSlides/notesSlide99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80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7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8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70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72.xml"/>
  <Override ContentType="application/vnd.openxmlformats-officedocument.presentationml.notesSlide+xml" PartName="/ppt/notesSlides/notesSlide98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9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9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83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binary" PartName="/ppt/metadata"/>
  <Override ContentType="application/vnd.openxmlformats-officedocument.presentationml.notesMaster+xml" PartName="/ppt/notesMasters/notesMaster1.xml"/>
  <Override ContentType="application/vnd.ms-office.chartstyle+xml" PartName="/ppt/charts/style3.xml"/>
  <Override ContentType="application/vnd.ms-office.chartstyle+xml" PartName="/ppt/charts/style1.xml"/>
  <Override ContentType="application/vnd.ms-office.chartstyle+xml" PartName="/ppt/charts/style2.xml"/>
  <Override ContentType="application/vnd.openxmlformats-officedocument.presentationml.presProps+xml" PartName="/ppt/presProps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5"/>
    <p:sldMasterId id="2147483661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  <p:sldId id="333" r:id="rId85"/>
    <p:sldId id="334" r:id="rId86"/>
    <p:sldId id="335" r:id="rId87"/>
    <p:sldId id="336" r:id="rId88"/>
    <p:sldId id="337" r:id="rId89"/>
    <p:sldId id="338" r:id="rId90"/>
    <p:sldId id="339" r:id="rId91"/>
    <p:sldId id="340" r:id="rId92"/>
    <p:sldId id="341" r:id="rId93"/>
    <p:sldId id="342" r:id="rId94"/>
    <p:sldId id="343" r:id="rId95"/>
    <p:sldId id="344" r:id="rId96"/>
    <p:sldId id="345" r:id="rId97"/>
    <p:sldId id="346" r:id="rId98"/>
    <p:sldId id="347" r:id="rId99"/>
    <p:sldId id="348" r:id="rId100"/>
    <p:sldId id="349" r:id="rId101"/>
    <p:sldId id="350" r:id="rId102"/>
    <p:sldId id="351" r:id="rId103"/>
    <p:sldId id="352" r:id="rId104"/>
    <p:sldId id="353" r:id="rId105"/>
    <p:sldId id="354" r:id="rId106"/>
    <p:sldId id="355" r:id="rId107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r:id="rId108" roundtripDataSignature="AMtx7miKoi+OzI867deGt9IpC8pVLjTtS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82F989D-35F4-456C-9C40-42ABAFB51FC2}">
  <a:tblStyle styleId="{E82F989D-35F4-456C-9C40-42ABAFB51FC2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EE7E8"/>
          </a:solidFill>
        </a:fill>
      </a:tcStyle>
    </a:wholeTbl>
    <a:band1H>
      <a:tcTxStyle b="off" i="off"/>
      <a:tcStyle>
        <a:fill>
          <a:solidFill>
            <a:srgbClr val="FECBCE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FECBCE"/>
          </a:solidFill>
        </a:fill>
      </a:tcStyle>
    </a:band1V>
    <a:band2V>
      <a:tcTxStyle b="off" i="off"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3.xml"/><Relationship Id="rId42" Type="http://schemas.openxmlformats.org/officeDocument/2006/relationships/slide" Target="slides/slide35.xml"/><Relationship Id="rId41" Type="http://schemas.openxmlformats.org/officeDocument/2006/relationships/slide" Target="slides/slide34.xml"/><Relationship Id="rId44" Type="http://schemas.openxmlformats.org/officeDocument/2006/relationships/slide" Target="slides/slide37.xml"/><Relationship Id="rId43" Type="http://schemas.openxmlformats.org/officeDocument/2006/relationships/slide" Target="slides/slide36.xml"/><Relationship Id="rId46" Type="http://schemas.openxmlformats.org/officeDocument/2006/relationships/slide" Target="slides/slide39.xml"/><Relationship Id="rId45" Type="http://schemas.openxmlformats.org/officeDocument/2006/relationships/slide" Target="slides/slide38.xml"/><Relationship Id="rId107" Type="http://schemas.openxmlformats.org/officeDocument/2006/relationships/slide" Target="slides/slide100.xml"/><Relationship Id="rId106" Type="http://schemas.openxmlformats.org/officeDocument/2006/relationships/slide" Target="slides/slide99.xml"/><Relationship Id="rId105" Type="http://schemas.openxmlformats.org/officeDocument/2006/relationships/slide" Target="slides/slide98.xml"/><Relationship Id="rId104" Type="http://schemas.openxmlformats.org/officeDocument/2006/relationships/slide" Target="slides/slide97.xml"/><Relationship Id="rId108" Type="http://customschemas.google.com/relationships/presentationmetadata" Target="metadata"/><Relationship Id="rId48" Type="http://schemas.openxmlformats.org/officeDocument/2006/relationships/slide" Target="slides/slide41.xml"/><Relationship Id="rId47" Type="http://schemas.openxmlformats.org/officeDocument/2006/relationships/slide" Target="slides/slide40.xml"/><Relationship Id="rId49" Type="http://schemas.openxmlformats.org/officeDocument/2006/relationships/slide" Target="slides/slide42.xml"/><Relationship Id="rId103" Type="http://schemas.openxmlformats.org/officeDocument/2006/relationships/slide" Target="slides/slide96.xml"/><Relationship Id="rId102" Type="http://schemas.openxmlformats.org/officeDocument/2006/relationships/slide" Target="slides/slide95.xml"/><Relationship Id="rId101" Type="http://schemas.openxmlformats.org/officeDocument/2006/relationships/slide" Target="slides/slide94.xml"/><Relationship Id="rId100" Type="http://schemas.openxmlformats.org/officeDocument/2006/relationships/slide" Target="slides/slide93.xml"/><Relationship Id="rId31" Type="http://schemas.openxmlformats.org/officeDocument/2006/relationships/slide" Target="slides/slide24.xml"/><Relationship Id="rId30" Type="http://schemas.openxmlformats.org/officeDocument/2006/relationships/slide" Target="slides/slide23.xml"/><Relationship Id="rId33" Type="http://schemas.openxmlformats.org/officeDocument/2006/relationships/slide" Target="slides/slide26.xml"/><Relationship Id="rId32" Type="http://schemas.openxmlformats.org/officeDocument/2006/relationships/slide" Target="slides/slide25.xml"/><Relationship Id="rId35" Type="http://schemas.openxmlformats.org/officeDocument/2006/relationships/slide" Target="slides/slide28.xml"/><Relationship Id="rId34" Type="http://schemas.openxmlformats.org/officeDocument/2006/relationships/slide" Target="slides/slide27.xml"/><Relationship Id="rId37" Type="http://schemas.openxmlformats.org/officeDocument/2006/relationships/slide" Target="slides/slide30.xml"/><Relationship Id="rId36" Type="http://schemas.openxmlformats.org/officeDocument/2006/relationships/slide" Target="slides/slide29.xml"/><Relationship Id="rId39" Type="http://schemas.openxmlformats.org/officeDocument/2006/relationships/slide" Target="slides/slide32.xml"/><Relationship Id="rId38" Type="http://schemas.openxmlformats.org/officeDocument/2006/relationships/slide" Target="slides/slide31.xml"/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29" Type="http://schemas.openxmlformats.org/officeDocument/2006/relationships/slide" Target="slides/slide22.xml"/><Relationship Id="rId95" Type="http://schemas.openxmlformats.org/officeDocument/2006/relationships/slide" Target="slides/slide88.xml"/><Relationship Id="rId94" Type="http://schemas.openxmlformats.org/officeDocument/2006/relationships/slide" Target="slides/slide87.xml"/><Relationship Id="rId97" Type="http://schemas.openxmlformats.org/officeDocument/2006/relationships/slide" Target="slides/slide90.xml"/><Relationship Id="rId96" Type="http://schemas.openxmlformats.org/officeDocument/2006/relationships/slide" Target="slides/slide89.xml"/><Relationship Id="rId11" Type="http://schemas.openxmlformats.org/officeDocument/2006/relationships/slide" Target="slides/slide4.xml"/><Relationship Id="rId99" Type="http://schemas.openxmlformats.org/officeDocument/2006/relationships/slide" Target="slides/slide92.xml"/><Relationship Id="rId10" Type="http://schemas.openxmlformats.org/officeDocument/2006/relationships/slide" Target="slides/slide3.xml"/><Relationship Id="rId98" Type="http://schemas.openxmlformats.org/officeDocument/2006/relationships/slide" Target="slides/slide91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91" Type="http://schemas.openxmlformats.org/officeDocument/2006/relationships/slide" Target="slides/slide84.xml"/><Relationship Id="rId90" Type="http://schemas.openxmlformats.org/officeDocument/2006/relationships/slide" Target="slides/slide83.xml"/><Relationship Id="rId93" Type="http://schemas.openxmlformats.org/officeDocument/2006/relationships/slide" Target="slides/slide86.xml"/><Relationship Id="rId92" Type="http://schemas.openxmlformats.org/officeDocument/2006/relationships/slide" Target="slides/slide85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Relationship Id="rId84" Type="http://schemas.openxmlformats.org/officeDocument/2006/relationships/slide" Target="slides/slide77.xml"/><Relationship Id="rId83" Type="http://schemas.openxmlformats.org/officeDocument/2006/relationships/slide" Target="slides/slide76.xml"/><Relationship Id="rId86" Type="http://schemas.openxmlformats.org/officeDocument/2006/relationships/slide" Target="slides/slide79.xml"/><Relationship Id="rId85" Type="http://schemas.openxmlformats.org/officeDocument/2006/relationships/slide" Target="slides/slide78.xml"/><Relationship Id="rId88" Type="http://schemas.openxmlformats.org/officeDocument/2006/relationships/slide" Target="slides/slide81.xml"/><Relationship Id="rId87" Type="http://schemas.openxmlformats.org/officeDocument/2006/relationships/slide" Target="slides/slide80.xml"/><Relationship Id="rId89" Type="http://schemas.openxmlformats.org/officeDocument/2006/relationships/slide" Target="slides/slide82.xml"/><Relationship Id="rId80" Type="http://schemas.openxmlformats.org/officeDocument/2006/relationships/slide" Target="slides/slide73.xml"/><Relationship Id="rId82" Type="http://schemas.openxmlformats.org/officeDocument/2006/relationships/slide" Target="slides/slide75.xml"/><Relationship Id="rId81" Type="http://schemas.openxmlformats.org/officeDocument/2006/relationships/slide" Target="slides/slide74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73" Type="http://schemas.openxmlformats.org/officeDocument/2006/relationships/slide" Target="slides/slide66.xml"/><Relationship Id="rId72" Type="http://schemas.openxmlformats.org/officeDocument/2006/relationships/slide" Target="slides/slide65.xml"/><Relationship Id="rId75" Type="http://schemas.openxmlformats.org/officeDocument/2006/relationships/slide" Target="slides/slide68.xml"/><Relationship Id="rId74" Type="http://schemas.openxmlformats.org/officeDocument/2006/relationships/slide" Target="slides/slide67.xml"/><Relationship Id="rId77" Type="http://schemas.openxmlformats.org/officeDocument/2006/relationships/slide" Target="slides/slide70.xml"/><Relationship Id="rId76" Type="http://schemas.openxmlformats.org/officeDocument/2006/relationships/slide" Target="slides/slide69.xml"/><Relationship Id="rId79" Type="http://schemas.openxmlformats.org/officeDocument/2006/relationships/slide" Target="slides/slide72.xml"/><Relationship Id="rId78" Type="http://schemas.openxmlformats.org/officeDocument/2006/relationships/slide" Target="slides/slide71.xml"/><Relationship Id="rId71" Type="http://schemas.openxmlformats.org/officeDocument/2006/relationships/slide" Target="slides/slide64.xml"/><Relationship Id="rId70" Type="http://schemas.openxmlformats.org/officeDocument/2006/relationships/slide" Target="slides/slide63.xml"/><Relationship Id="rId62" Type="http://schemas.openxmlformats.org/officeDocument/2006/relationships/slide" Target="slides/slide55.xml"/><Relationship Id="rId61" Type="http://schemas.openxmlformats.org/officeDocument/2006/relationships/slide" Target="slides/slide54.xml"/><Relationship Id="rId64" Type="http://schemas.openxmlformats.org/officeDocument/2006/relationships/slide" Target="slides/slide57.xml"/><Relationship Id="rId63" Type="http://schemas.openxmlformats.org/officeDocument/2006/relationships/slide" Target="slides/slide56.xml"/><Relationship Id="rId66" Type="http://schemas.openxmlformats.org/officeDocument/2006/relationships/slide" Target="slides/slide59.xml"/><Relationship Id="rId65" Type="http://schemas.openxmlformats.org/officeDocument/2006/relationships/slide" Target="slides/slide58.xml"/><Relationship Id="rId68" Type="http://schemas.openxmlformats.org/officeDocument/2006/relationships/slide" Target="slides/slide61.xml"/><Relationship Id="rId67" Type="http://schemas.openxmlformats.org/officeDocument/2006/relationships/slide" Target="slides/slide60.xml"/><Relationship Id="rId60" Type="http://schemas.openxmlformats.org/officeDocument/2006/relationships/slide" Target="slides/slide53.xml"/><Relationship Id="rId69" Type="http://schemas.openxmlformats.org/officeDocument/2006/relationships/slide" Target="slides/slide62.xml"/><Relationship Id="rId51" Type="http://schemas.openxmlformats.org/officeDocument/2006/relationships/slide" Target="slides/slide44.xml"/><Relationship Id="rId50" Type="http://schemas.openxmlformats.org/officeDocument/2006/relationships/slide" Target="slides/slide43.xml"/><Relationship Id="rId53" Type="http://schemas.openxmlformats.org/officeDocument/2006/relationships/slide" Target="slides/slide46.xml"/><Relationship Id="rId52" Type="http://schemas.openxmlformats.org/officeDocument/2006/relationships/slide" Target="slides/slide45.xml"/><Relationship Id="rId55" Type="http://schemas.openxmlformats.org/officeDocument/2006/relationships/slide" Target="slides/slide48.xml"/><Relationship Id="rId54" Type="http://schemas.openxmlformats.org/officeDocument/2006/relationships/slide" Target="slides/slide47.xml"/><Relationship Id="rId57" Type="http://schemas.openxmlformats.org/officeDocument/2006/relationships/slide" Target="slides/slide50.xml"/><Relationship Id="rId56" Type="http://schemas.openxmlformats.org/officeDocument/2006/relationships/slide" Target="slides/slide49.xml"/><Relationship Id="rId59" Type="http://schemas.openxmlformats.org/officeDocument/2006/relationships/slide" Target="slides/slide52.xml"/><Relationship Id="rId58" Type="http://schemas.openxmlformats.org/officeDocument/2006/relationships/slide" Target="slides/slide51.xml"/></Relationships>
</file>

<file path=ppt/charts/_rels/chart1.xml.rels><?xml version="1.0" encoding="UTF-8" standalone="yes"?>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"1.0" encoding="UTF-8" standalone="yes"?><Relationships xmlns="http://schemas.openxmlformats.org/package/2006/relationships"><Relationship Id="rId1" Type="http://schemas.microsoft.com/office/2011/relationships/chartStyle" Target="style1.xml"/><Relationship Id="rId2" Type="http://schemas.microsoft.com/office/2011/relationships/chartColorStyle" Target="colors1.xml"/><Relationship Id="rId3" Type="http://schemas.openxmlformats.org/officeDocument/2006/relationships/package" Target="../embeddings/Microsoft_Excel_Sheet2.xlsx"/></Relationships>
</file>

<file path=ppt/charts/_rels/chart3.xml.rels><?xml version="1.0" encoding="UTF-8" standalone="yes"?><Relationships xmlns="http://schemas.openxmlformats.org/package/2006/relationships"><Relationship Id="rId1" Type="http://schemas.microsoft.com/office/2011/relationships/chartStyle" Target="style2.xml"/><Relationship Id="rId2" Type="http://schemas.microsoft.com/office/2011/relationships/chartColorStyle" Target="colors2.xml"/><Relationship Id="rId3" Type="http://schemas.openxmlformats.org/officeDocument/2006/relationships/package" Target="../embeddings/Microsoft_Excel_Sheet3.xlsx"/></Relationships>
</file>

<file path=ppt/charts/_rels/chart4.xml.rels><?xml version="1.0" encoding="UTF-8" standalone="yes"?><Relationships xmlns="http://schemas.openxmlformats.org/package/2006/relationships"><Relationship Id="rId1" Type="http://schemas.microsoft.com/office/2011/relationships/chartStyle" Target="style3.xml"/><Relationship Id="rId2" Type="http://schemas.microsoft.com/office/2011/relationships/chartColorStyle" Target="colors3.xml"/><Relationship Id="rId3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2193488282626044"/>
          <c:y val="5.6317161073615611E-2"/>
          <c:w val="0.81899221004446665"/>
          <c:h val="0.84080984684439519"/>
        </c:manualLayout>
      </c:layout>
      <c:barChart>
        <c:barDir val="bar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계열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accent5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D2E0-E945-B5A8-1EF6EB753DBB}"/>
              </c:ext>
            </c:extLst>
          </c:dPt>
          <c:dPt>
            <c:idx val="1"/>
            <c:invertIfNegative val="0"/>
            <c:bubble3D val="0"/>
            <c:spPr>
              <a:solidFill>
                <a:schemeClr val="accent5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6-D2E0-E945-B5A8-1EF6EB753DBB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6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D2E0-E945-B5A8-1EF6EB753DBB}"/>
              </c:ext>
            </c:extLst>
          </c:dPt>
          <c:dPt>
            <c:idx val="3"/>
            <c:invertIfNegative val="0"/>
            <c:bubble3D val="0"/>
            <c:spPr>
              <a:solidFill>
                <a:schemeClr val="accent3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D2E0-E945-B5A8-1EF6EB753DBB}"/>
              </c:ext>
            </c:extLst>
          </c:dPt>
          <c:dLbls>
            <c:dLbl>
              <c:idx val="0"/>
              <c:tx>
                <c:rich>
                  <a:bodyPr rot="0" spcFirstLastPara="1" vertOverflow="ellipsis" vert="horz" wrap="square" lIns="38100" tIns="19050" rIns="108000" bIns="19050" anchor="ctr" anchorCtr="0">
                    <a:noAutofit/>
                  </a:bodyPr>
                  <a:lstStyle/>
                  <a:p>
                    <a:pPr algn="r">
                      <a:defRPr sz="1400" b="1" i="0" u="none" strike="noStrike" kern="1200" baseline="0">
                        <a:solidFill>
                          <a:srgbClr val="9D9D9D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defRPr>
                    </a:pPr>
                    <a:fld id="{51E3DEF8-0B59-3B43-8E17-5AE0A1D23510}" type="VALUE">
                      <a:rPr lang="en-US" altLang="ko-KR" sz="1400" smtClean="0">
                        <a:solidFill>
                          <a:srgbClr val="9D9D9D"/>
                        </a:solidFill>
                      </a:rPr>
                      <a:pPr algn="r">
                        <a:defRPr sz="1400" b="1" i="0" u="none" strike="noStrike" kern="1200" baseline="0">
                          <a:solidFill>
                            <a:srgbClr val="9D9D9D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defRPr>
                      </a:pPr>
                      <a:t>[값]</a:t>
                    </a:fld>
                    <a:r>
                      <a:rPr lang="en-US" altLang="ko-KR" sz="1400" dirty="0">
                        <a:solidFill>
                          <a:srgbClr val="9D9D9D"/>
                        </a:solidFill>
                      </a:rPr>
                      <a:t>%</a:t>
                    </a:r>
                  </a:p>
                  <a:p>
                    <a:pPr algn="r">
                      <a:defRPr sz="1400" b="1" i="0" u="none" strike="noStrike" kern="1200" baseline="0">
                        <a:solidFill>
                          <a:srgbClr val="9D9D9D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defRPr>
                    </a:pPr>
                    <a:r>
                      <a:rPr lang="ko-KR" altLang="en-US" sz="700" dirty="0">
                        <a:solidFill>
                          <a:srgbClr val="9D9D9D"/>
                        </a:solidFill>
                      </a:rPr>
                      <a:t>내용을 입력하세요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  <c15:layout>
                    <c:manualLayout>
                      <c:w val="0.15317009084478056"/>
                      <c:h val="0.13438989830518594"/>
                    </c:manualLayout>
                  </c15:layout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7-D2E0-E945-B5A8-1EF6EB753DBB}"/>
                </c:ext>
              </c:extLst>
            </c:dLbl>
            <c:dLbl>
              <c:idx val="1"/>
              <c:tx>
                <c:rich>
                  <a:bodyPr rot="0" spcFirstLastPara="1" vertOverflow="ellipsis" vert="horz" wrap="square" lIns="38100" tIns="19050" rIns="108000" bIns="19050" anchor="ctr" anchorCtr="0">
                    <a:noAutofit/>
                  </a:bodyPr>
                  <a:lstStyle/>
                  <a:p>
                    <a:pPr algn="r">
                      <a:defRPr sz="1400" b="1" i="0" u="none" strike="noStrike" kern="1200" baseline="0">
                        <a:solidFill>
                          <a:srgbClr val="9D9D9D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defRPr>
                    </a:pPr>
                    <a:fld id="{2F2D2B32-6FEB-2344-91BA-246086C190FD}" type="VALUE">
                      <a:rPr lang="en-US" altLang="ko-KR" sz="1400" smtClean="0">
                        <a:solidFill>
                          <a:srgbClr val="9D9D9D"/>
                        </a:solidFill>
                      </a:rPr>
                      <a:pPr algn="r">
                        <a:defRPr sz="1400" b="1" i="0" u="none" strike="noStrike" kern="1200" baseline="0">
                          <a:solidFill>
                            <a:srgbClr val="9D9D9D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defRPr>
                      </a:pPr>
                      <a:t>[값]</a:t>
                    </a:fld>
                    <a:r>
                      <a:rPr lang="en-US" altLang="ko-KR" sz="1400" dirty="0">
                        <a:solidFill>
                          <a:srgbClr val="9D9D9D"/>
                        </a:solidFill>
                      </a:rPr>
                      <a:t>%</a:t>
                    </a:r>
                  </a:p>
                  <a:p>
                    <a:pPr algn="r">
                      <a:defRPr sz="1400" b="1" i="0" u="none" strike="noStrike" kern="1200" baseline="0">
                        <a:solidFill>
                          <a:srgbClr val="9D9D9D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defRPr>
                    </a:pPr>
                    <a:r>
                      <a:rPr lang="ko-KR" altLang="en-US" sz="700" dirty="0">
                        <a:solidFill>
                          <a:srgbClr val="9D9D9D"/>
                        </a:solidFill>
                      </a:rPr>
                      <a:t>내용을 입력하세요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  <c15:layout>
                    <c:manualLayout>
                      <c:w val="0.1916809484028642"/>
                      <c:h val="0.12490873446619553"/>
                    </c:manualLayout>
                  </c15:layout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6-D2E0-E945-B5A8-1EF6EB753DBB}"/>
                </c:ext>
              </c:extLst>
            </c:dLbl>
            <c:dLbl>
              <c:idx val="2"/>
              <c:tx>
                <c:rich>
                  <a:bodyPr rot="0" spcFirstLastPara="1" vertOverflow="ellipsis" vert="horz" wrap="square" lIns="38100" tIns="19050" rIns="108000" bIns="19050" anchor="ctr" anchorCtr="0">
                    <a:noAutofit/>
                  </a:bodyPr>
                  <a:lstStyle/>
                  <a:p>
                    <a:pPr algn="r">
                      <a:defRPr sz="1400" b="1" i="0" u="none" strike="noStrike" kern="1200" baseline="0">
                        <a:solidFill>
                          <a:schemeClr val="bg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defRPr>
                    </a:pPr>
                    <a:fld id="{357A294E-68EE-2541-B866-2504D05DB3BD}" type="VALUE">
                      <a:rPr lang="en-US" altLang="ko-KR" smtClean="0"/>
                      <a:pPr algn="r">
                        <a:defRPr sz="1400" b="1" i="0" u="none" strike="noStrike" kern="1200" baseline="0">
                          <a:solidFill>
                            <a:schemeClr val="bg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defRPr>
                      </a:pPr>
                      <a:t>[값]</a:t>
                    </a:fld>
                    <a:r>
                      <a:rPr lang="en-US" altLang="ko-KR" dirty="0"/>
                      <a:t>%</a:t>
                    </a:r>
                  </a:p>
                  <a:p>
                    <a:pPr algn="r">
                      <a:defRPr sz="1400" b="1" i="0" u="none" strike="noStrike" kern="1200" baseline="0">
                        <a:solidFill>
                          <a:schemeClr val="bg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defRPr>
                    </a:pPr>
                    <a:r>
                      <a:rPr lang="ko-KR" altLang="en-US" sz="900" dirty="0"/>
                      <a:t>내용을 입력하세요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  <c15:layout>
                    <c:manualLayout>
                      <c:w val="0.25797081735125166"/>
                      <c:h val="0.12174834651986541"/>
                    </c:manualLayout>
                  </c15:layout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5-D2E0-E945-B5A8-1EF6EB753DBB}"/>
                </c:ext>
              </c:extLst>
            </c:dLbl>
            <c:dLbl>
              <c:idx val="3"/>
              <c:tx>
                <c:rich>
                  <a:bodyPr rot="0" spcFirstLastPara="1" vertOverflow="ellipsis" vert="horz" wrap="square" lIns="38100" tIns="19050" rIns="108000" bIns="19050" anchor="ctr" anchorCtr="0">
                    <a:noAutofit/>
                  </a:bodyPr>
                  <a:lstStyle/>
                  <a:p>
                    <a:pPr algn="r">
                      <a:defRPr sz="1400" b="1" i="0" u="none" strike="noStrike" kern="1200" baseline="0">
                        <a:solidFill>
                          <a:schemeClr val="bg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defRPr>
                    </a:pPr>
                    <a:fld id="{F2700E1F-D74C-9442-8320-C6AFA8157D8F}" type="VALUE">
                      <a:rPr lang="en-US" altLang="ko-KR" smtClean="0"/>
                      <a:pPr algn="r">
                        <a:defRPr sz="1400" b="1" i="0" u="none" strike="noStrike" kern="1200" baseline="0">
                          <a:solidFill>
                            <a:schemeClr val="bg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defRPr>
                      </a:pPr>
                      <a:t>[값]</a:t>
                    </a:fld>
                    <a:r>
                      <a:rPr lang="en-US" altLang="ko-KR" dirty="0"/>
                      <a:t>%</a:t>
                    </a:r>
                  </a:p>
                  <a:p>
                    <a:pPr algn="r">
                      <a:defRPr sz="1400" b="1" i="0" u="none" strike="noStrike" kern="1200" baseline="0">
                        <a:solidFill>
                          <a:schemeClr val="bg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defRPr>
                    </a:pPr>
                    <a:r>
                      <a:rPr lang="ko-KR" altLang="en-US" sz="900" dirty="0"/>
                      <a:t>내용을 입력하세요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  <c15:layout>
                    <c:manualLayout>
                      <c:w val="0.27838143198285981"/>
                      <c:h val="0.14071067419784622"/>
                    </c:manualLayout>
                  </c15:layout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4-D2E0-E945-B5A8-1EF6EB753DBB}"/>
                </c:ext>
              </c:extLst>
            </c:dLbl>
            <c:dLbl>
              <c:idx val="4"/>
              <c:tx>
                <c:rich>
                  <a:bodyPr rot="0" spcFirstLastPara="1" vertOverflow="ellipsis" vert="horz" wrap="square" lIns="38100" tIns="19050" rIns="108000" bIns="19050" anchor="ctr" anchorCtr="0">
                    <a:noAutofit/>
                  </a:bodyPr>
                  <a:lstStyle/>
                  <a:p>
                    <a:pPr algn="r">
                      <a:defRPr sz="1400" b="1" i="0" u="none" strike="noStrike" kern="1200" baseline="0">
                        <a:solidFill>
                          <a:schemeClr val="bg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defRPr>
                    </a:pPr>
                    <a:fld id="{B0593E52-5CBD-CE4A-B12C-93AFE7A321EF}" type="VALUE">
                      <a:rPr lang="en-US" altLang="ko-KR" smtClean="0"/>
                      <a:pPr algn="r">
                        <a:defRPr sz="1400" b="1" i="0" u="none" strike="noStrike" kern="1200" baseline="0">
                          <a:solidFill>
                            <a:schemeClr val="bg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defRPr>
                      </a:pPr>
                      <a:t>[값]</a:t>
                    </a:fld>
                    <a:r>
                      <a:rPr lang="en-US" altLang="ko-KR" dirty="0"/>
                      <a:t>%</a:t>
                    </a:r>
                  </a:p>
                  <a:p>
                    <a:pPr algn="r">
                      <a:defRPr sz="1400" b="1" i="0" u="none" strike="noStrike" kern="1200" baseline="0">
                        <a:solidFill>
                          <a:schemeClr val="bg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defRPr>
                    </a:pPr>
                    <a:r>
                      <a:rPr lang="ko-KR" altLang="en-US" sz="900" dirty="0"/>
                      <a:t>내용을 입력하세요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  <c15:layout>
                    <c:manualLayout>
                      <c:w val="0.31210439649013727"/>
                      <c:h val="0.14071067419784622"/>
                    </c:manualLayout>
                  </c15:layout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D-D2E0-E945-B5A8-1EF6EB753DBB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108000" bIns="19050" anchor="ctr" anchorCtr="0">
                <a:spAutoFit/>
              </a:bodyPr>
              <a:lstStyle/>
              <a:p>
                <a:pPr algn="r">
                  <a:defRPr sz="1400" b="1" i="0" u="none" strike="noStrike" kern="1200" baseline="0">
                    <a:solidFill>
                      <a:schemeClr val="bg1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defRPr>
                </a:pPr>
                <a:endParaRPr lang="ko-Kore-KR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4"/>
                <c:pt idx="0">
                  <c:v>항목 1</c:v>
                </c:pt>
                <c:pt idx="1">
                  <c:v>항목 2</c:v>
                </c:pt>
                <c:pt idx="2">
                  <c:v>항목 3</c:v>
                </c:pt>
                <c:pt idx="3">
                  <c:v>항목 4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20</c:v>
                </c:pt>
                <c:pt idx="1">
                  <c:v>30</c:v>
                </c:pt>
                <c:pt idx="2">
                  <c:v>50</c:v>
                </c:pt>
                <c:pt idx="3">
                  <c:v>60</c:v>
                </c:pt>
                <c:pt idx="4">
                  <c:v>70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2E0-E945-B5A8-1EF6EB753DB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계열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accent5">
                  <a:alpha val="3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D2E0-E945-B5A8-1EF6EB753DBB}"/>
              </c:ext>
            </c:extLst>
          </c:dPt>
          <c:dPt>
            <c:idx val="1"/>
            <c:invertIfNegative val="0"/>
            <c:bubble3D val="0"/>
            <c:spPr>
              <a:solidFill>
                <a:schemeClr val="accent5">
                  <a:alpha val="3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8-D2E0-E945-B5A8-1EF6EB753DBB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6">
                  <a:alpha val="1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A-D2E0-E945-B5A8-1EF6EB753DBB}"/>
              </c:ext>
            </c:extLst>
          </c:dPt>
          <c:dPt>
            <c:idx val="3"/>
            <c:invertIfNegative val="0"/>
            <c:bubble3D val="0"/>
            <c:spPr>
              <a:solidFill>
                <a:schemeClr val="accent3">
                  <a:alpha val="1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D2E0-E945-B5A8-1EF6EB753DBB}"/>
              </c:ext>
            </c:extLst>
          </c:dPt>
          <c:dPt>
            <c:idx val="4"/>
            <c:invertIfNegative val="0"/>
            <c:bubble3D val="0"/>
            <c:spPr>
              <a:solidFill>
                <a:schemeClr val="accent1">
                  <a:alpha val="1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C-D2E0-E945-B5A8-1EF6EB753DBB}"/>
              </c:ext>
            </c:extLst>
          </c:dPt>
          <c:cat>
            <c:strRef>
              <c:f>Sheet1!$A$2:$A$6</c:f>
              <c:strCache>
                <c:ptCount val="4"/>
                <c:pt idx="0">
                  <c:v>항목 1</c:v>
                </c:pt>
                <c:pt idx="1">
                  <c:v>항목 2</c:v>
                </c:pt>
                <c:pt idx="2">
                  <c:v>항목 3</c:v>
                </c:pt>
                <c:pt idx="3">
                  <c:v>항목 4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80</c:v>
                </c:pt>
                <c:pt idx="1">
                  <c:v>70</c:v>
                </c:pt>
                <c:pt idx="2">
                  <c:v>50</c:v>
                </c:pt>
                <c:pt idx="3">
                  <c:v>40</c:v>
                </c:pt>
                <c:pt idx="4">
                  <c:v>30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2E0-E945-B5A8-1EF6EB753DB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0"/>
        <c:overlap val="100"/>
        <c:axId val="1405969567"/>
        <c:axId val="213158624"/>
      </c:barChart>
      <c:catAx>
        <c:axId val="1405969567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noFill/>
                <a:latin typeface="+mn-lt"/>
                <a:ea typeface="+mn-ea"/>
                <a:cs typeface="+mn-cs"/>
              </a:defRPr>
            </a:pPr>
            <a:endParaRPr lang="ko-Kore-KR"/>
          </a:p>
        </c:txPr>
        <c:crossAx val="213158624"/>
        <c:crosses val="autoZero"/>
        <c:auto val="1"/>
        <c:lblAlgn val="ctr"/>
        <c:lblOffset val="100"/>
        <c:noMultiLvlLbl val="0"/>
      </c:catAx>
      <c:valAx>
        <c:axId val="213158624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accent5"/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noFill/>
                <a:latin typeface="+mn-lt"/>
                <a:ea typeface="+mn-ea"/>
                <a:cs typeface="+mn-cs"/>
              </a:defRPr>
            </a:pPr>
            <a:endParaRPr lang="ko-Kore-KR"/>
          </a:p>
        </c:txPr>
        <c:crossAx val="1405969567"/>
        <c:crosses val="autoZero"/>
        <c:crossBetween val="between"/>
        <c:majorUnit val="0.2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ore-KR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계열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accent5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C991-F748-8503-E471FD8F707F}"/>
              </c:ext>
            </c:extLst>
          </c:dPt>
          <c:dPt>
            <c:idx val="1"/>
            <c:invertIfNegative val="0"/>
            <c:bubble3D val="0"/>
            <c:spPr>
              <a:solidFill>
                <a:schemeClr val="accent5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C991-F748-8503-E471FD8F707F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5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C991-F748-8503-E471FD8F707F}"/>
              </c:ext>
            </c:extLst>
          </c:dPt>
          <c:dPt>
            <c:idx val="3"/>
            <c:invertIfNegative val="0"/>
            <c:bubble3D val="0"/>
            <c:spPr>
              <a:solidFill>
                <a:schemeClr val="accent5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2-C991-F748-8503-E471FD8F707F}"/>
              </c:ext>
            </c:extLst>
          </c:dPt>
          <c:dPt>
            <c:idx val="4"/>
            <c:invertIfNegative val="0"/>
            <c:bubble3D val="0"/>
            <c:spPr>
              <a:solidFill>
                <a:schemeClr val="accent6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C991-F748-8503-E471FD8F707F}"/>
              </c:ext>
            </c:extLst>
          </c:dPt>
          <c:dPt>
            <c:idx val="5"/>
            <c:invertIfNegative val="0"/>
            <c:bubble3D val="0"/>
            <c:spPr>
              <a:solidFill>
                <a:schemeClr val="accent3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0-C991-F748-8503-E471FD8F707F}"/>
              </c:ext>
            </c:extLst>
          </c:dPt>
          <c:dLbls>
            <c:dLbl>
              <c:idx val="0"/>
              <c:tx>
                <c:rich>
                  <a:bodyPr rot="0" spcFirstLastPara="1" vertOverflow="overflow" horzOverflow="overflow" vert="horz" wrap="square" lIns="38100" tIns="19050" rIns="38100" bIns="19050" anchor="t" anchorCtr="0">
                    <a:noAutofit/>
                  </a:bodyPr>
                  <a:lstStyle/>
                  <a:p>
                    <a:pPr algn="l">
                      <a:defRPr sz="1400" b="1" i="0" u="none" strike="noStrike" kern="1200" baseline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defRPr>
                    </a:pPr>
                    <a:fld id="{FEA78127-0A35-DA48-B810-54414D69C1B6}" type="VALUE">
                      <a:rPr lang="en-US" altLang="ko-KR" smtClean="0"/>
                      <a:pPr algn="l">
                        <a:defRPr sz="1400" b="1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defRPr>
                      </a:pPr>
                      <a:t>[값]</a:t>
                    </a:fld>
                    <a:r>
                      <a:rPr lang="en-US" altLang="ko-KR" sz="1100" dirty="0"/>
                      <a:t>%</a:t>
                    </a:r>
                    <a:endParaRPr lang="ko-KR" altLang="en-US" dirty="0"/>
                  </a:p>
                  <a:p>
                    <a:pPr algn="l">
                      <a:defRPr sz="1400" b="1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defRPr>
                    </a:pPr>
                    <a:r>
                      <a:rPr lang="ko-KR" altLang="en-US" sz="600" dirty="0"/>
                      <a:t>내용을 입력하세요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overflow" horzOverflow="overflow" vert="horz" wrap="square" lIns="38100" tIns="19050" rIns="38100" bIns="19050" anchor="t" anchorCtr="0">
                  <a:noAutofit/>
                </a:bodyPr>
                <a:lstStyle/>
                <a:p>
                  <a:pPr algn="l">
                    <a:defRPr sz="1400" b="1" i="0" u="none" strike="noStrike" kern="1200" baseline="0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defRPr>
                  </a:pPr>
                  <a:endParaRPr lang="ko-Kore-KR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7.5301389595182733E-2"/>
                      <c:h val="0.14357412123928118"/>
                    </c:manualLayout>
                  </c15:layout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5-C991-F748-8503-E471FD8F707F}"/>
                </c:ext>
              </c:extLst>
            </c:dLbl>
            <c:dLbl>
              <c:idx val="1"/>
              <c:tx>
                <c:rich>
                  <a:bodyPr rot="0" spcFirstLastPara="1" vertOverflow="overflow" horzOverflow="overflow" vert="horz" wrap="square" lIns="38100" tIns="19050" rIns="38100" bIns="19050" anchor="t" anchorCtr="0">
                    <a:noAutofit/>
                  </a:bodyPr>
                  <a:lstStyle/>
                  <a:p>
                    <a:pPr algn="l">
                      <a:defRPr sz="1400" b="1" i="0" u="none" strike="noStrike" kern="1200" baseline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defRPr>
                    </a:pPr>
                    <a:fld id="{C764EC86-C78B-0241-8A52-B90DEF5F9825}" type="VALUE">
                      <a:rPr lang="en-US" altLang="ko-KR" smtClean="0"/>
                      <a:pPr algn="l">
                        <a:defRPr sz="1400" b="1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defRPr>
                      </a:pPr>
                      <a:t>[값]</a:t>
                    </a:fld>
                    <a:r>
                      <a:rPr lang="en-US" altLang="ko-KR" sz="1100" dirty="0"/>
                      <a:t>%</a:t>
                    </a:r>
                    <a:endParaRPr lang="ko-KR" altLang="en-US" dirty="0"/>
                  </a:p>
                  <a:p>
                    <a:pPr algn="l">
                      <a:defRPr sz="1400" b="1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defRPr>
                    </a:pPr>
                    <a:r>
                      <a:rPr lang="ko-KR" altLang="en-US" sz="600" dirty="0"/>
                      <a:t>내용을 입력하세요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overflow" horzOverflow="overflow" vert="horz" wrap="square" lIns="38100" tIns="19050" rIns="38100" bIns="19050" anchor="t" anchorCtr="0">
                  <a:noAutofit/>
                </a:bodyPr>
                <a:lstStyle/>
                <a:p>
                  <a:pPr algn="l">
                    <a:defRPr sz="1400" b="1" i="0" u="none" strike="noStrike" kern="1200" baseline="0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defRPr>
                  </a:pPr>
                  <a:endParaRPr lang="ko-Kore-KR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7.616341261218619E-2"/>
                      <c:h val="0.22624945870438506"/>
                    </c:manualLayout>
                  </c15:layout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4-C991-F748-8503-E471FD8F707F}"/>
                </c:ext>
              </c:extLst>
            </c:dLbl>
            <c:dLbl>
              <c:idx val="2"/>
              <c:tx>
                <c:rich>
                  <a:bodyPr rot="0" spcFirstLastPara="1" vertOverflow="overflow" horzOverflow="overflow" vert="horz" wrap="square" lIns="38100" tIns="19050" rIns="38100" bIns="19050" anchor="t" anchorCtr="0">
                    <a:noAutofit/>
                  </a:bodyPr>
                  <a:lstStyle/>
                  <a:p>
                    <a:pPr algn="l">
                      <a:defRPr sz="1400" b="1" i="0" u="none" strike="noStrike" kern="1200" baseline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defRPr>
                    </a:pPr>
                    <a:fld id="{125DA16C-2B2D-5249-9F92-6BE18C134AB9}" type="VALUE">
                      <a:rPr lang="en-US" altLang="ko-KR" smtClean="0"/>
                      <a:pPr algn="l">
                        <a:defRPr sz="1400" b="1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defRPr>
                      </a:pPr>
                      <a:t>[값]</a:t>
                    </a:fld>
                    <a:r>
                      <a:rPr lang="en-US" altLang="ko-KR" sz="1100" dirty="0"/>
                      <a:t>%</a:t>
                    </a:r>
                    <a:endParaRPr lang="ko-KR" altLang="en-US" dirty="0"/>
                  </a:p>
                  <a:p>
                    <a:pPr algn="l">
                      <a:defRPr sz="1400" b="1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defRPr>
                    </a:pPr>
                    <a:r>
                      <a:rPr lang="ko-KR" altLang="en-US" sz="600" dirty="0"/>
                      <a:t>내용을 입력하세요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overflow" horzOverflow="overflow" vert="horz" wrap="square" lIns="38100" tIns="19050" rIns="38100" bIns="19050" anchor="t" anchorCtr="0">
                  <a:noAutofit/>
                </a:bodyPr>
                <a:lstStyle/>
                <a:p>
                  <a:pPr algn="l">
                    <a:defRPr sz="1400" b="1" i="0" u="none" strike="noStrike" kern="1200" baseline="0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defRPr>
                  </a:pPr>
                  <a:endParaRPr lang="ko-Kore-KR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7.6685017828774696E-2"/>
                      <c:h val="0.30561778267088474"/>
                    </c:manualLayout>
                  </c15:layout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3-C991-F748-8503-E471FD8F707F}"/>
                </c:ext>
              </c:extLst>
            </c:dLbl>
            <c:dLbl>
              <c:idx val="3"/>
              <c:tx>
                <c:rich>
                  <a:bodyPr rot="0" spcFirstLastPara="1" vertOverflow="overflow" horzOverflow="overflow" vert="horz" wrap="square" lIns="38100" tIns="19050" rIns="38100" bIns="19050" anchor="t" anchorCtr="0">
                    <a:noAutofit/>
                  </a:bodyPr>
                  <a:lstStyle/>
                  <a:p>
                    <a:pPr algn="l">
                      <a:defRPr sz="1400" b="1" i="0" u="none" strike="noStrike" kern="1200" baseline="0">
                        <a:solidFill>
                          <a:srgbClr val="9D9D9D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defRPr>
                    </a:pPr>
                    <a:fld id="{C1FCB360-31DB-D748-9EC4-040135CC3B30}" type="VALUE">
                      <a:rPr lang="en-US" altLang="ko-KR" sz="1400" smtClean="0">
                        <a:solidFill>
                          <a:srgbClr val="9D9D9D"/>
                        </a:solidFill>
                      </a:rPr>
                      <a:pPr algn="l">
                        <a:defRPr sz="1400" b="1">
                          <a:solidFill>
                            <a:srgbClr val="9D9D9D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defRPr>
                      </a:pPr>
                      <a:t>[값]</a:t>
                    </a:fld>
                    <a:r>
                      <a:rPr lang="en-US" altLang="ko-KR" sz="1100" dirty="0">
                        <a:solidFill>
                          <a:srgbClr val="9D9D9D"/>
                        </a:solidFill>
                      </a:rPr>
                      <a:t>%</a:t>
                    </a:r>
                    <a:endParaRPr lang="ko-KR" altLang="en-US" sz="1200" dirty="0">
                      <a:solidFill>
                        <a:srgbClr val="9D9D9D"/>
                      </a:solidFill>
                    </a:endParaRPr>
                  </a:p>
                  <a:p>
                    <a:pPr algn="l">
                      <a:defRPr sz="1400" b="1">
                        <a:solidFill>
                          <a:srgbClr val="9D9D9D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defRPr>
                    </a:pPr>
                    <a:r>
                      <a:rPr lang="ko-KR" altLang="en-US" sz="600" dirty="0">
                        <a:solidFill>
                          <a:srgbClr val="9D9D9D"/>
                        </a:solidFill>
                      </a:rPr>
                      <a:t>내용을 입력하세요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overflow" horzOverflow="overflow" vert="horz" wrap="square" lIns="38100" tIns="19050" rIns="38100" bIns="19050" anchor="t" anchorCtr="0">
                  <a:noAutofit/>
                </a:bodyPr>
                <a:lstStyle/>
                <a:p>
                  <a:pPr algn="l">
                    <a:defRPr sz="1400" b="1" i="0" u="none" strike="noStrike" kern="1200" baseline="0">
                      <a:solidFill>
                        <a:srgbClr val="9D9D9D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defRPr>
                  </a:pPr>
                  <a:endParaRPr lang="ko-Kore-KR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7.5801540612631363E-2"/>
                      <c:h val="0.31553882316669718"/>
                    </c:manualLayout>
                  </c15:layout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2-C991-F748-8503-E471FD8F707F}"/>
                </c:ext>
              </c:extLst>
            </c:dLbl>
            <c:dLbl>
              <c:idx val="4"/>
              <c:tx>
                <c:rich>
                  <a:bodyPr rot="0" spcFirstLastPara="1" vertOverflow="overflow" horzOverflow="overflow" vert="horz" wrap="square" lIns="38100" tIns="19050" rIns="38100" bIns="19050" anchor="t" anchorCtr="0">
                    <a:noAutofit/>
                  </a:bodyPr>
                  <a:lstStyle/>
                  <a:p>
                    <a:pPr algn="l">
                      <a:defRPr sz="1400" b="1" i="0" u="none" strike="noStrike" kern="1200" baseline="0">
                        <a:solidFill>
                          <a:schemeClr val="bg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defRPr>
                    </a:pPr>
                    <a:fld id="{F5FD7C1B-D4B8-D046-BB15-AD37D88C5B14}" type="VALUE">
                      <a:rPr lang="en-US" altLang="ko-KR" smtClean="0"/>
                      <a:pPr algn="l">
                        <a:defRPr sz="1400" b="1">
                          <a:solidFill>
                            <a:schemeClr val="bg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defRPr>
                      </a:pPr>
                      <a:t>[값]</a:t>
                    </a:fld>
                    <a:r>
                      <a:rPr lang="en-US" altLang="ko-KR" sz="1100" dirty="0"/>
                      <a:t>%</a:t>
                    </a:r>
                    <a:endParaRPr lang="ko-KR" altLang="en-US" dirty="0"/>
                  </a:p>
                  <a:p>
                    <a:pPr algn="l">
                      <a:defRPr sz="1400" b="1">
                        <a:solidFill>
                          <a:schemeClr val="bg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defRPr>
                    </a:pPr>
                    <a:r>
                      <a:rPr lang="ko-KR" altLang="en-US" sz="600" dirty="0"/>
                      <a:t>내용을 입력하세요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overflow" horzOverflow="overflow" vert="horz" wrap="square" lIns="38100" tIns="19050" rIns="38100" bIns="19050" anchor="t" anchorCtr="0">
                  <a:noAutofit/>
                </a:bodyPr>
                <a:lstStyle/>
                <a:p>
                  <a:pPr algn="l">
                    <a:defRPr sz="1400" b="1" i="0" u="none" strike="noStrike" kern="1200" baseline="0">
                      <a:solidFill>
                        <a:schemeClr val="bg1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defRPr>
                  </a:pPr>
                  <a:endParaRPr lang="ko-Kore-KR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7.6269845553231713E-2"/>
                      <c:h val="0.48419651159550908"/>
                    </c:manualLayout>
                  </c15:layout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1-C991-F748-8503-E471FD8F707F}"/>
                </c:ext>
              </c:extLst>
            </c:dLbl>
            <c:dLbl>
              <c:idx val="5"/>
              <c:tx>
                <c:rich>
                  <a:bodyPr rot="0" spcFirstLastPara="1" vertOverflow="overflow" horzOverflow="overflow" vert="horz" wrap="square" lIns="38100" tIns="19050" rIns="38100" bIns="19050" anchor="t" anchorCtr="0">
                    <a:noAutofit/>
                  </a:bodyPr>
                  <a:lstStyle/>
                  <a:p>
                    <a:pPr algn="l">
                      <a:defRPr sz="1400" b="1" i="0" u="none" strike="noStrike" kern="1200" baseline="0">
                        <a:solidFill>
                          <a:schemeClr val="bg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defRPr>
                    </a:pPr>
                    <a:fld id="{FF77C967-C79D-1E45-AD57-6F1B9BCE9BA4}" type="VALUE">
                      <a:rPr lang="en-US" altLang="ko-KR" smtClean="0"/>
                      <a:pPr algn="l">
                        <a:defRPr sz="1400" b="1">
                          <a:solidFill>
                            <a:schemeClr val="bg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defRPr>
                      </a:pPr>
                      <a:t>[값]</a:t>
                    </a:fld>
                    <a:r>
                      <a:rPr lang="en-US" altLang="ko-KR" sz="1100" dirty="0"/>
                      <a:t>%</a:t>
                    </a:r>
                    <a:endParaRPr lang="ko-KR" altLang="en-US" dirty="0"/>
                  </a:p>
                  <a:p>
                    <a:pPr algn="l">
                      <a:defRPr sz="1400" b="1">
                        <a:solidFill>
                          <a:schemeClr val="bg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defRPr>
                    </a:pPr>
                    <a:r>
                      <a:rPr lang="ko-KR" altLang="en-US" sz="600" dirty="0"/>
                      <a:t>내용을 입력하세요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overflow" horzOverflow="overflow" vert="horz" wrap="square" lIns="38100" tIns="19050" rIns="38100" bIns="19050" anchor="t" anchorCtr="0">
                  <a:noAutofit/>
                </a:bodyPr>
                <a:lstStyle/>
                <a:p>
                  <a:pPr algn="l">
                    <a:defRPr sz="1400" b="1" i="0" u="none" strike="noStrike" kern="1200" baseline="0">
                      <a:solidFill>
                        <a:schemeClr val="bg1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defRPr>
                  </a:pPr>
                  <a:endParaRPr lang="ko-Kore-KR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7.4268906261575646E-2"/>
                      <c:h val="0.57017886255921701"/>
                    </c:manualLayout>
                  </c15:layout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0-C991-F748-8503-E471FD8F707F}"/>
                </c:ext>
              </c:extLst>
            </c:dLbl>
            <c:dLbl>
              <c:idx val="6"/>
              <c:tx>
                <c:rich>
                  <a:bodyPr rot="0" spcFirstLastPara="1" vertOverflow="overflow" horzOverflow="overflow" vert="horz" wrap="square" lIns="38100" tIns="19050" rIns="38100" bIns="19050" anchor="t" anchorCtr="0">
                    <a:noAutofit/>
                  </a:bodyPr>
                  <a:lstStyle/>
                  <a:p>
                    <a:pPr algn="l">
                      <a:defRPr sz="1400" b="1" i="0" u="none" strike="noStrike" kern="1200" baseline="0">
                        <a:solidFill>
                          <a:schemeClr val="bg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defRPr>
                    </a:pPr>
                    <a:fld id="{0DBDCC6F-C080-EF42-8C16-DE0E46E7D128}" type="VALUE">
                      <a:rPr lang="en-US" altLang="ko-KR" smtClean="0"/>
                      <a:pPr algn="l">
                        <a:defRPr sz="1400" b="1">
                          <a:solidFill>
                            <a:schemeClr val="bg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defRPr>
                      </a:pPr>
                      <a:t>[값]</a:t>
                    </a:fld>
                    <a:r>
                      <a:rPr lang="en-US" altLang="ko-KR" sz="1100" dirty="0"/>
                      <a:t>%</a:t>
                    </a:r>
                    <a:endParaRPr lang="ko-KR" altLang="en-US" dirty="0"/>
                  </a:p>
                  <a:p>
                    <a:pPr algn="l">
                      <a:defRPr sz="1400" b="1">
                        <a:solidFill>
                          <a:schemeClr val="bg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defRPr>
                    </a:pPr>
                    <a:r>
                      <a:rPr lang="ko-KR" altLang="en-US" sz="600" dirty="0"/>
                      <a:t>내용을 입력하세요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overflow" horzOverflow="overflow" vert="horz" wrap="square" lIns="38100" tIns="19050" rIns="38100" bIns="19050" anchor="t" anchorCtr="0">
                  <a:noAutofit/>
                </a:bodyPr>
                <a:lstStyle/>
                <a:p>
                  <a:pPr algn="l">
                    <a:defRPr sz="1400" b="1" i="0" u="none" strike="noStrike" kern="1200" baseline="0">
                      <a:solidFill>
                        <a:schemeClr val="bg1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defRPr>
                  </a:pPr>
                  <a:endParaRPr lang="ko-Kore-KR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7.6269845553231713E-2"/>
                      <c:h val="0.66277524052013348"/>
                    </c:manualLayout>
                  </c15:layout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E-C991-F748-8503-E471FD8F707F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overflow" horzOverflow="overflow" vert="horz" wrap="square" lIns="38100" tIns="19050" rIns="38100" bIns="19050" anchor="t" anchorCtr="0">
                <a:noAutofit/>
              </a:bodyPr>
              <a:lstStyle/>
              <a:p>
                <a:pPr algn="l">
                  <a:defRPr sz="14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defRPr>
                </a:pPr>
                <a:endParaRPr lang="ko-Kore-KR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Sheet1!$A$2:$A$8</c:f>
              <c:numCache>
                <c:formatCode>General</c:formatCode>
                <c:ptCount val="7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</c:numCache>
            </c:numRef>
          </c:cat>
          <c:val>
            <c:numRef>
              <c:f>Sheet1!$B$2:$B$8</c:f>
              <c:numCache>
                <c:formatCode>General</c:formatCode>
                <c:ptCount val="7"/>
                <c:pt idx="0">
                  <c:v>20</c:v>
                </c:pt>
                <c:pt idx="1">
                  <c:v>30</c:v>
                </c:pt>
                <c:pt idx="2">
                  <c:v>40</c:v>
                </c:pt>
                <c:pt idx="3">
                  <c:v>40</c:v>
                </c:pt>
                <c:pt idx="4">
                  <c:v>60</c:v>
                </c:pt>
                <c:pt idx="5">
                  <c:v>70</c:v>
                </c:pt>
                <c:pt idx="6">
                  <c:v>80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E88-B24A-AE91-A2AA1A2371A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계열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accent5">
                  <a:alpha val="3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C-C991-F748-8503-E471FD8F707F}"/>
              </c:ext>
            </c:extLst>
          </c:dPt>
          <c:dPt>
            <c:idx val="1"/>
            <c:invertIfNegative val="0"/>
            <c:bubble3D val="0"/>
            <c:spPr>
              <a:solidFill>
                <a:schemeClr val="accent5">
                  <a:alpha val="3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C991-F748-8503-E471FD8F707F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5">
                  <a:alpha val="3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A-C991-F748-8503-E471FD8F707F}"/>
              </c:ext>
            </c:extLst>
          </c:dPt>
          <c:dPt>
            <c:idx val="3"/>
            <c:invertIfNegative val="0"/>
            <c:bubble3D val="0"/>
            <c:spPr>
              <a:solidFill>
                <a:schemeClr val="accent5">
                  <a:alpha val="3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8-C991-F748-8503-E471FD8F707F}"/>
              </c:ext>
            </c:extLst>
          </c:dPt>
          <c:dPt>
            <c:idx val="4"/>
            <c:invertIfNegative val="0"/>
            <c:bubble3D val="0"/>
            <c:spPr>
              <a:solidFill>
                <a:schemeClr val="accent6">
                  <a:alpha val="1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C991-F748-8503-E471FD8F707F}"/>
              </c:ext>
            </c:extLst>
          </c:dPt>
          <c:dPt>
            <c:idx val="5"/>
            <c:invertIfNegative val="0"/>
            <c:bubble3D val="0"/>
            <c:spPr>
              <a:solidFill>
                <a:schemeClr val="accent3">
                  <a:alpha val="1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6-C991-F748-8503-E471FD8F707F}"/>
              </c:ext>
            </c:extLst>
          </c:dPt>
          <c:dPt>
            <c:idx val="6"/>
            <c:invertIfNegative val="0"/>
            <c:bubble3D val="0"/>
            <c:spPr>
              <a:solidFill>
                <a:schemeClr val="accent1">
                  <a:alpha val="1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C991-F748-8503-E471FD8F707F}"/>
              </c:ext>
            </c:extLst>
          </c:dPt>
          <c:cat>
            <c:numRef>
              <c:f>Sheet1!$A$2:$A$8</c:f>
              <c:numCache>
                <c:formatCode>General</c:formatCode>
                <c:ptCount val="7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</c:numCache>
            </c:numRef>
          </c:cat>
          <c:val>
            <c:numRef>
              <c:f>Sheet1!$C$2:$C$8</c:f>
              <c:numCache>
                <c:formatCode>General</c:formatCode>
                <c:ptCount val="7"/>
                <c:pt idx="0">
                  <c:v>80</c:v>
                </c:pt>
                <c:pt idx="1">
                  <c:v>70</c:v>
                </c:pt>
                <c:pt idx="2">
                  <c:v>60</c:v>
                </c:pt>
                <c:pt idx="3">
                  <c:v>60</c:v>
                </c:pt>
                <c:pt idx="4">
                  <c:v>40</c:v>
                </c:pt>
                <c:pt idx="5">
                  <c:v>30</c:v>
                </c:pt>
                <c:pt idx="6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E88-B24A-AE91-A2AA1A2371A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2"/>
        <c:overlap val="100"/>
        <c:axId val="750228783"/>
        <c:axId val="272841823"/>
      </c:barChart>
      <c:catAx>
        <c:axId val="75022878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noFill/>
                <a:latin typeface="+mn-lt"/>
                <a:ea typeface="+mn-ea"/>
                <a:cs typeface="+mn-cs"/>
              </a:defRPr>
            </a:pPr>
            <a:endParaRPr lang="ko-Kore-KR"/>
          </a:p>
        </c:txPr>
        <c:crossAx val="272841823"/>
        <c:crosses val="autoZero"/>
        <c:auto val="1"/>
        <c:lblAlgn val="ctr"/>
        <c:lblOffset val="100"/>
        <c:noMultiLvlLbl val="0"/>
      </c:catAx>
      <c:valAx>
        <c:axId val="27284182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accent5"/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ln>
                  <a:noFill/>
                </a:ln>
                <a:noFill/>
                <a:latin typeface="+mn-lt"/>
                <a:ea typeface="+mn-ea"/>
                <a:cs typeface="+mn-cs"/>
              </a:defRPr>
            </a:pPr>
            <a:endParaRPr lang="ko-Kore-KR"/>
          </a:p>
        </c:txPr>
        <c:crossAx val="75022878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ore-KR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계열 1</c:v>
                </c:pt>
              </c:strCache>
            </c:strRef>
          </c:tx>
          <c:spPr>
            <a:ln w="15875" cap="rnd">
              <a:solidFill>
                <a:schemeClr val="accent6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6"/>
              </a:solidFill>
              <a:ln w="9525">
                <a:solidFill>
                  <a:schemeClr val="accent6"/>
                </a:solidFill>
              </a:ln>
              <a:effectLst/>
            </c:spPr>
          </c:marker>
          <c:cat>
            <c:numRef>
              <c:f>Sheet1!$A$2:$A$6</c:f>
              <c:numCache>
                <c:formatCode>General</c:formatCode>
                <c:ptCount val="5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  <c:pt idx="4">
                  <c:v>2024</c:v>
                </c:pt>
              </c:numCache>
            </c:numRef>
          </c:cat>
          <c:val>
            <c:numRef>
              <c:f>Sheet1!$B$2:$B$6</c:f>
              <c:numCache>
                <c:formatCode>General</c:formatCode>
                <c:ptCount val="5"/>
                <c:pt idx="0">
                  <c:v>9</c:v>
                </c:pt>
                <c:pt idx="1">
                  <c:v>10</c:v>
                </c:pt>
                <c:pt idx="2">
                  <c:v>20</c:v>
                </c:pt>
                <c:pt idx="3">
                  <c:v>17</c:v>
                </c:pt>
                <c:pt idx="4">
                  <c:v>17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6E7D-1444-965C-B941CC26737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계열 2</c:v>
                </c:pt>
              </c:strCache>
            </c:strRef>
          </c:tx>
          <c:spPr>
            <a:ln w="1587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dPt>
            <c:idx val="3"/>
            <c:marker>
              <c:symbol val="circle"/>
              <c:size val="8"/>
              <c:spPr>
                <a:solidFill>
                  <a:schemeClr val="bg1"/>
                </a:solidFill>
                <a:ln w="31750">
                  <a:solidFill>
                    <a:schemeClr val="accent1"/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4-6E7D-1444-965C-B941CC267374}"/>
              </c:ext>
            </c:extLst>
          </c:dPt>
          <c:dPt>
            <c:idx val="4"/>
            <c:marker>
              <c:symbol val="circle"/>
              <c:size val="5"/>
              <c:spPr>
                <a:solidFill>
                  <a:schemeClr val="accent2"/>
                </a:solidFill>
                <a:ln w="15875">
                  <a:solidFill>
                    <a:schemeClr val="accent1">
                      <a:lumMod val="60000"/>
                      <a:lumOff val="40000"/>
                    </a:schemeClr>
                  </a:solidFill>
                </a:ln>
                <a:effectLst/>
              </c:spPr>
            </c:marker>
            <c:bubble3D val="0"/>
            <c:spPr>
              <a:ln w="12700" cap="rnd">
                <a:solidFill>
                  <a:schemeClr val="accent1">
                    <a:lumMod val="60000"/>
                    <a:lumOff val="40000"/>
                  </a:schemeClr>
                </a:solidFill>
                <a:prstDash val="sysDot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5-6E7D-1444-965C-B941CC267374}"/>
              </c:ext>
            </c:extLst>
          </c:dPt>
          <c:cat>
            <c:numRef>
              <c:f>Sheet1!$A$2:$A$6</c:f>
              <c:numCache>
                <c:formatCode>General</c:formatCode>
                <c:ptCount val="5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  <c:pt idx="4">
                  <c:v>2024</c:v>
                </c:pt>
              </c:numCache>
            </c:numRef>
          </c:cat>
          <c:val>
            <c:numRef>
              <c:f>Sheet1!$C$2:$C$6</c:f>
              <c:numCache>
                <c:formatCode>General</c:formatCode>
                <c:ptCount val="5"/>
                <c:pt idx="0">
                  <c:v>20</c:v>
                </c:pt>
                <c:pt idx="1">
                  <c:v>40</c:v>
                </c:pt>
                <c:pt idx="2">
                  <c:v>50</c:v>
                </c:pt>
                <c:pt idx="3">
                  <c:v>70</c:v>
                </c:pt>
                <c:pt idx="4">
                  <c:v>100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6E7D-1444-965C-B941CC267374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계열 3</c:v>
                </c:pt>
              </c:strCache>
            </c:strRef>
          </c:tx>
          <c:spPr>
            <a:ln w="15875" cap="rnd">
              <a:solidFill>
                <a:schemeClr val="accent3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3"/>
              </a:solidFill>
              <a:ln w="9525">
                <a:solidFill>
                  <a:schemeClr val="accent3"/>
                </a:solidFill>
              </a:ln>
              <a:effectLst/>
            </c:spPr>
          </c:marker>
          <c:cat>
            <c:numRef>
              <c:f>Sheet1!$A$2:$A$6</c:f>
              <c:numCache>
                <c:formatCode>General</c:formatCode>
                <c:ptCount val="5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  <c:pt idx="4">
                  <c:v>2024</c:v>
                </c:pt>
              </c:numCache>
            </c:numRef>
          </c:cat>
          <c:val>
            <c:numRef>
              <c:f>Sheet1!$D$2:$D$6</c:f>
              <c:numCache>
                <c:formatCode>General</c:formatCode>
                <c:ptCount val="5"/>
                <c:pt idx="0">
                  <c:v>40</c:v>
                </c:pt>
                <c:pt idx="1">
                  <c:v>50</c:v>
                </c:pt>
                <c:pt idx="2">
                  <c:v>58</c:v>
                </c:pt>
                <c:pt idx="3">
                  <c:v>57</c:v>
                </c:pt>
                <c:pt idx="4">
                  <c:v>60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6E7D-1444-965C-B941CC26737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81096543"/>
        <c:axId val="80980895"/>
      </c:lineChart>
      <c:catAx>
        <c:axId val="81096543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prstDash val="sysDot"/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defRPr>
            </a:pPr>
            <a:endParaRPr lang="ko-Kore-KR"/>
          </a:p>
        </c:txPr>
        <c:crossAx val="80980895"/>
        <c:crosses val="autoZero"/>
        <c:auto val="1"/>
        <c:lblAlgn val="ctr"/>
        <c:lblOffset val="100"/>
        <c:noMultiLvlLbl val="0"/>
      </c:catAx>
      <c:valAx>
        <c:axId val="80980895"/>
        <c:scaling>
          <c:orientation val="minMax"/>
          <c:max val="10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prstDash val="sysDot"/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12700"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defRPr>
            </a:pPr>
            <a:endParaRPr lang="ko-Kore-KR"/>
          </a:p>
        </c:txPr>
        <c:crossAx val="8109654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ore-KR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lnSpc>
                <a:spcPts val="2680"/>
              </a:lnSpc>
              <a:defRPr sz="2000" b="1" i="0" u="none" strike="noStrike" kern="1200" spc="0" baseline="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r>
              <a:rPr lang="ko-KR" altLang="en-US" sz="2000" b="1" i="0" dirty="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도표 주제를</a:t>
            </a:r>
            <a:endParaRPr lang="en-US" altLang="ko-KR" sz="2000" b="1" i="0" dirty="0">
              <a:solidFill>
                <a:schemeClr val="tx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>
              <a:lnSpc>
                <a:spcPts val="2680"/>
              </a:lnSpc>
              <a:defRPr sz="2000" b="1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r>
              <a:rPr lang="ko-KR" altLang="en-US" sz="2000" b="1" i="0" dirty="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입력하세요</a:t>
            </a:r>
          </a:p>
        </c:rich>
      </c:tx>
      <c:layout>
        <c:manualLayout>
          <c:xMode val="edge"/>
          <c:yMode val="edge"/>
          <c:x val="0.38659615931702906"/>
          <c:y val="0.41284360703988432"/>
        </c:manualLayout>
      </c:layout>
      <c:overlay val="1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lnSpc>
              <a:spcPts val="2680"/>
            </a:lnSpc>
            <a:defRPr sz="2000" b="1" i="0" u="none" strike="noStrike" kern="1200" spc="0" baseline="0">
              <a:solidFill>
                <a:schemeClr val="tx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defRPr>
          </a:pPr>
          <a:endParaRPr lang="ko-Kore-KR"/>
        </a:p>
      </c:txPr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판매</c:v>
                </c:pt>
              </c:strCache>
            </c:strRef>
          </c:tx>
          <c:spPr>
            <a:ln>
              <a:noFill/>
            </a:ln>
          </c:spPr>
          <c:dPt>
            <c:idx val="0"/>
            <c:bubble3D val="0"/>
            <c:spPr>
              <a:solidFill>
                <a:schemeClr val="accent1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7CF4-994C-A580-39FFB7FEBD05}"/>
              </c:ext>
            </c:extLst>
          </c:dPt>
          <c:dPt>
            <c:idx val="1"/>
            <c:bubble3D val="0"/>
            <c:spPr>
              <a:solidFill>
                <a:schemeClr val="accent3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7CF4-994C-A580-39FFB7FEBD05}"/>
              </c:ext>
            </c:extLst>
          </c:dPt>
          <c:dPt>
            <c:idx val="2"/>
            <c:bubble3D val="0"/>
            <c:spPr>
              <a:solidFill>
                <a:schemeClr val="accent6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7CF4-994C-A580-39FFB7FEBD05}"/>
              </c:ext>
            </c:extLst>
          </c:dPt>
          <c:dPt>
            <c:idx val="3"/>
            <c:bubble3D val="0"/>
            <c:spPr>
              <a:solidFill>
                <a:schemeClr val="accent5">
                  <a:lumMod val="90000"/>
                </a:schemeClr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6-7CF4-994C-A580-39FFB7FEBD05}"/>
              </c:ext>
            </c:extLst>
          </c:dPt>
          <c:dPt>
            <c:idx val="4"/>
            <c:bubble3D val="0"/>
            <c:spPr>
              <a:solidFill>
                <a:schemeClr val="accent4">
                  <a:lumMod val="90000"/>
                </a:schemeClr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8-7CF4-994C-A580-39FFB7FEBD05}"/>
              </c:ext>
            </c:extLst>
          </c:dPt>
          <c:dPt>
            <c:idx val="5"/>
            <c:bubble3D val="0"/>
            <c:spPr>
              <a:solidFill>
                <a:schemeClr val="accent5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7CF4-994C-A580-39FFB7FEBD05}"/>
              </c:ext>
            </c:extLst>
          </c:dPt>
          <c:dLbls>
            <c:dLbl>
              <c:idx val="0"/>
              <c:layout>
                <c:manualLayout>
                  <c:x val="0.19009472504355895"/>
                  <c:y val="-1.0496023907793701E-2"/>
                </c:manualLayout>
              </c:layout>
              <c:tx>
                <c:rich>
                  <a:bodyPr rot="0" spcFirstLastPara="1" vertOverflow="ellipsis" vert="horz" wrap="square" lIns="38100" tIns="19050" rIns="38100" bIns="19050" anchor="t" anchorCtr="0">
                    <a:noAutofit/>
                  </a:bodyPr>
                  <a:lstStyle/>
                  <a:p>
                    <a:pPr algn="l">
                      <a:defRPr sz="1400" b="0" i="0" u="none" strike="noStrike" kern="1200" baseline="0">
                        <a:solidFill>
                          <a:schemeClr val="accent1"/>
                        </a:solidFill>
                        <a:latin typeface="Pretendard Medium" panose="02000503000000020004" pitchFamily="2" charset="-127"/>
                        <a:ea typeface="Pretendard Medium" panose="02000503000000020004" pitchFamily="2" charset="-127"/>
                        <a:cs typeface="Pretendard Medium" panose="02000503000000020004" pitchFamily="2" charset="-127"/>
                      </a:defRPr>
                    </a:pPr>
                    <a:fld id="{87B92C50-C2B6-4E4F-9FAB-BA6017614A6D}" type="VALUE">
                      <a:rPr lang="en-US" altLang="ko-KR" sz="1400" b="1" i="0" smtClean="0">
                        <a:solidFill>
                          <a:schemeClr val="accent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rPr>
                      <a:pPr algn="l">
                        <a:defRPr sz="1400">
                          <a:solidFill>
                            <a:schemeClr val="accent1"/>
                          </a:solidFill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</a:defRPr>
                      </a:pPr>
                      <a:t>[값]</a:t>
                    </a:fld>
                    <a:r>
                      <a:rPr lang="en-US" altLang="ko-KR" sz="1400" b="1" i="0" dirty="0">
                        <a:solidFill>
                          <a:schemeClr val="accent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rPr>
                      <a:t>%</a:t>
                    </a:r>
                  </a:p>
                  <a:p>
                    <a:pPr algn="l">
                      <a:defRPr sz="1400">
                        <a:solidFill>
                          <a:schemeClr val="accent1"/>
                        </a:solidFill>
                        <a:latin typeface="Pretendard Medium" panose="02000503000000020004" pitchFamily="2" charset="-127"/>
                        <a:ea typeface="Pretendard Medium" panose="02000503000000020004" pitchFamily="2" charset="-127"/>
                        <a:cs typeface="Pretendard Medium" panose="02000503000000020004" pitchFamily="2" charset="-127"/>
                      </a:defRPr>
                    </a:pPr>
                    <a:r>
                      <a:rPr lang="ko-KR" altLang="en-US" sz="800" dirty="0">
                        <a:solidFill>
                          <a:schemeClr val="accent1"/>
                        </a:solidFill>
                      </a:rPr>
                      <a:t>내용을 입력하세요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t" anchorCtr="0">
                  <a:noAutofit/>
                </a:bodyPr>
                <a:lstStyle/>
                <a:p>
                  <a:pPr algn="l">
                    <a:defRPr sz="1400" b="0" i="0" u="none" strike="noStrike" kern="1200" baseline="0">
                      <a:solidFill>
                        <a:schemeClr val="accent1"/>
                      </a:solidFill>
                      <a:latin typeface="Pretendard Medium" panose="02000503000000020004" pitchFamily="2" charset="-127"/>
                      <a:ea typeface="Pretendard Medium" panose="02000503000000020004" pitchFamily="2" charset="-127"/>
                      <a:cs typeface="Pretendard Medium" panose="02000503000000020004" pitchFamily="2" charset="-127"/>
                    </a:defRPr>
                  </a:pPr>
                  <a:endParaRPr lang="ko-Kore-K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9941277341785005"/>
                      <c:h val="0.15537614058170562"/>
                    </c:manualLayout>
                  </c15:layout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3-7CF4-994C-A580-39FFB7FEBD05}"/>
                </c:ext>
              </c:extLst>
            </c:dLbl>
            <c:dLbl>
              <c:idx val="1"/>
              <c:layout>
                <c:manualLayout>
                  <c:x val="0.17143512013130782"/>
                  <c:y val="0.10321090175997094"/>
                </c:manualLayout>
              </c:layout>
              <c:tx>
                <c:rich>
                  <a:bodyPr rot="0" spcFirstLastPara="1" vertOverflow="ellipsis" vert="horz" wrap="square" lIns="38100" tIns="19050" rIns="38100" bIns="19050" anchor="t" anchorCtr="0">
                    <a:noAutofit/>
                  </a:bodyPr>
                  <a:lstStyle/>
                  <a:p>
                    <a:pPr algn="l">
                      <a:defRPr sz="1050" b="0" i="0" u="none" strike="noStrike" kern="1200" baseline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Pretendard Medium" panose="02000503000000020004" pitchFamily="2" charset="-127"/>
                        <a:ea typeface="Pretendard Medium" panose="02000503000000020004" pitchFamily="2" charset="-127"/>
                        <a:cs typeface="Pretendard Medium" panose="02000503000000020004" pitchFamily="2" charset="-127"/>
                      </a:defRPr>
                    </a:pPr>
                    <a:fld id="{7902212A-8C76-4D43-B92D-9C550EC62AC6}" type="VALUE">
                      <a:rPr lang="en-US" altLang="ko-KR" sz="1200" b="1" i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rPr>
                      <a:pPr algn="l">
                        <a:defRPr sz="1050">
                          <a:latin typeface="Pretendard Medium" panose="02000503000000020004" pitchFamily="2" charset="-127"/>
                          <a:ea typeface="Pretendard Medium" panose="02000503000000020004" pitchFamily="2" charset="-127"/>
                          <a:cs typeface="Pretendard Medium" panose="02000503000000020004" pitchFamily="2" charset="-127"/>
                        </a:defRPr>
                      </a:pPr>
                      <a:t>[값]</a:t>
                    </a:fld>
                    <a:r>
                      <a:rPr lang="en-US" altLang="ko-KR" sz="1200" b="1" i="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rPr>
                      <a:t>%</a:t>
                    </a:r>
                  </a:p>
                  <a:p>
                    <a:pPr algn="l">
                      <a:defRPr sz="1050">
                        <a:latin typeface="Pretendard Medium" panose="02000503000000020004" pitchFamily="2" charset="-127"/>
                        <a:ea typeface="Pretendard Medium" panose="02000503000000020004" pitchFamily="2" charset="-127"/>
                        <a:cs typeface="Pretendard Medium" panose="02000503000000020004" pitchFamily="2" charset="-127"/>
                      </a:defRPr>
                    </a:pPr>
                    <a:r>
                      <a:rPr lang="ko-KR" altLang="en-US" sz="800" dirty="0"/>
                      <a:t>내용을 입력하세요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t" anchorCtr="0">
                  <a:noAutofit/>
                </a:bodyPr>
                <a:lstStyle/>
                <a:p>
                  <a:pPr algn="l">
                    <a:defRPr sz="1050" b="0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Pretendard Medium" panose="02000503000000020004" pitchFamily="2" charset="-127"/>
                      <a:ea typeface="Pretendard Medium" panose="02000503000000020004" pitchFamily="2" charset="-127"/>
                      <a:cs typeface="Pretendard Medium" panose="02000503000000020004" pitchFamily="2" charset="-127"/>
                    </a:defRPr>
                  </a:pPr>
                  <a:endParaRPr lang="ko-Kore-K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100605022996678"/>
                      <c:h val="0.12617983848795544"/>
                    </c:manualLayout>
                  </c15:layout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4-7CF4-994C-A580-39FFB7FEBD05}"/>
                </c:ext>
              </c:extLst>
            </c:dLbl>
            <c:dLbl>
              <c:idx val="2"/>
              <c:layout>
                <c:manualLayout>
                  <c:x val="-0.11429008008753852"/>
                  <c:y val="4.1984095631174549E-2"/>
                </c:manualLayout>
              </c:layout>
              <c:tx>
                <c:rich>
                  <a:bodyPr/>
                  <a:lstStyle/>
                  <a:p>
                    <a:fld id="{E9640404-8C29-2B4F-8364-878DE64A813A}" type="VALUE">
                      <a:rPr lang="en-US" altLang="ko-Kore-KR" smtClean="0"/>
                      <a:pPr/>
                      <a:t>[값]</a:t>
                    </a:fld>
                    <a:r>
                      <a:rPr lang="en-US" altLang="ko-KR"/>
                      <a:t>%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5-7CF4-994C-A580-39FFB7FEBD05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fld id="{728BA8D9-2908-3843-A819-5846EB63A448}" type="VALUE">
                      <a:rPr lang="en-US" altLang="ko-Kore-KR" smtClean="0"/>
                      <a:pPr/>
                      <a:t>[값]</a:t>
                    </a:fld>
                    <a:r>
                      <a:rPr lang="en-US" altLang="ko-KR"/>
                      <a:t>%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6-7CF4-994C-A580-39FFB7FEBD05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fld id="{DE76072C-F57D-1C4D-A608-C080E2F9E2C7}" type="VALUE">
                      <a:rPr lang="en-US" altLang="ko-Kore-KR" smtClean="0"/>
                      <a:pPr/>
                      <a:t>[값]</a:t>
                    </a:fld>
                    <a:r>
                      <a:rPr lang="en-US" altLang="ko-KR"/>
                      <a:t>%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8-7CF4-994C-A580-39FFB7FEBD05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fld id="{71520581-AEC7-9A4C-B674-51408E76BF20}" type="VALUE">
                      <a:rPr lang="en-US" altLang="ko-Kore-KR" smtClean="0"/>
                      <a:pPr/>
                      <a:t>[값]</a:t>
                    </a:fld>
                    <a:r>
                      <a:rPr lang="en-US" altLang="ko-KR" dirty="0"/>
                      <a:t>%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7-7CF4-994C-A580-39FFB7FEBD05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5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Pretendard Medium" panose="02000503000000020004" pitchFamily="2" charset="-127"/>
                    <a:ea typeface="Pretendard Medium" panose="02000503000000020004" pitchFamily="2" charset="-127"/>
                    <a:cs typeface="Pretendard Medium" panose="02000503000000020004" pitchFamily="2" charset="-127"/>
                  </a:defRPr>
                </a:pPr>
                <a:endParaRPr lang="ko-Kore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/>
                  </a:solidFill>
                  <a:round/>
                  <a:headEnd type="oval"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numRef>
              <c:f>Sheet1!$A$2:$A$7</c:f>
              <c:numCache>
                <c:formatCode>General</c:formatCode>
                <c:ptCount val="6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</c:numCache>
            </c:numRef>
          </c:cat>
          <c:val>
            <c:numRef>
              <c:f>Sheet1!$B$2:$B$7</c:f>
              <c:numCache>
                <c:formatCode>General</c:formatCode>
                <c:ptCount val="6"/>
                <c:pt idx="0">
                  <c:v>30</c:v>
                </c:pt>
                <c:pt idx="1">
                  <c:v>20</c:v>
                </c:pt>
                <c:pt idx="2">
                  <c:v>14</c:v>
                </c:pt>
                <c:pt idx="3">
                  <c:v>13</c:v>
                </c:pt>
                <c:pt idx="4">
                  <c:v>12</c:v>
                </c:pt>
                <c:pt idx="5">
                  <c:v>11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CF4-994C-A580-39FFB7FEBD0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  <c:holeSize val="68"/>
      </c:doughnut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ore-K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ko-K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2" name="Shape 16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3" name="Google Shape;168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84" name="Google Shape;1684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7" name="Shape 1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8" name="Google Shape;1688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89" name="Google Shape;1689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4" name="Shape 16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5" name="Google Shape;1695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96" name="Google Shape;1696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2" name="Shape 1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3" name="Google Shape;1723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24" name="Google Shape;1724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6" name="Shape 17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7" name="Google Shape;1737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38" name="Google Shape;1738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8" name="Shape 19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9" name="Google Shape;1919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20" name="Google Shape;1920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6" name="Shape 20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7" name="Google Shape;2037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38" name="Google Shape;2038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5" name="Shape 20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6" name="Google Shape;2046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47" name="Google Shape;2047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4" name="Shape 20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5" name="Google Shape;2055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56" name="Google Shape;2056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5" name="Shape 20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6" name="Google Shape;2066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67" name="Google Shape;2067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8" name="Shape 20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9" name="Google Shape;2079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80" name="Google Shape;2080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8" name="Shape 20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9" name="Google Shape;2099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00" name="Google Shape;2100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01" name="Google Shape;2101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9" name="Shape 2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0" name="Google Shape;2130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31" name="Google Shape;2131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4" name="Shape 2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5" name="Google Shape;2165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66" name="Google Shape;2166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6" name="Shape 2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7" name="Google Shape;2187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88" name="Google Shape;2188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2" name="Shape 2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3" name="Google Shape;2203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04" name="Google Shape;2204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8" name="Shape 2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9" name="Google Shape;2209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10" name="Google Shape;2210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4" name="Shape 2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5" name="Google Shape;2215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16" name="Google Shape;2216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2" name="Shape 2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3" name="Google Shape;2223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24" name="Google Shape;2224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2" name="Shape 2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3" name="Google Shape;2233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34" name="Google Shape;2234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3" name="Shape 2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4" name="Google Shape;2254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55" name="Google Shape;2255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4" name="Shape 2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5" name="Google Shape;2265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66" name="Google Shape;2266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5" name="Shape 2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6" name="Google Shape;2276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77" name="Google Shape;2277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3" name="Shape 2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4" name="Google Shape;2304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05" name="Google Shape;2305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1" name="Shape 2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2" name="Google Shape;2322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23" name="Google Shape;2323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9" name="Shape 2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0" name="Google Shape;2340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41" name="Google Shape;2341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7" name="Shape 2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8" name="Google Shape;2358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59" name="Google Shape;2359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9" name="Shape 2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0" name="Google Shape;2390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91" name="Google Shape;2391;p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1" name="Shape 2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2" name="Google Shape;2422;p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23" name="Google Shape;2423;p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3" name="Shape 2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4" name="Google Shape;2444;p3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45" name="Google Shape;2445;p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5" name="Shape 2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6" name="Google Shape;2466;p3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67" name="Google Shape;2467;p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0" name="Shape 2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1" name="Google Shape;2491;p3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92" name="Google Shape;2492;p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0" name="Shape 2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1" name="Google Shape;2511;p3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12" name="Google Shape;2512;p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2" name="Shape 2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3" name="Google Shape;2543;p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44" name="Google Shape;2544;p3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45" name="Google Shape;2545;p3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5" name="Shape 2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6" name="Google Shape;2566;p3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67" name="Google Shape;2567;p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1" name="Shape 2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2" name="Google Shape;2602;p3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03" name="Google Shape;2603;p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0" name="Shape 2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1" name="Google Shape;2631;p3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32" name="Google Shape;2632;p3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5" name="Shape 2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6" name="Google Shape;2666;p3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67" name="Google Shape;2667;p3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0" name="Shape 26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1" name="Google Shape;2681;p3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82" name="Google Shape;2682;p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9" name="Shape 26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0" name="Google Shape;2700;p4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01" name="Google Shape;2701;p4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0" name="Shape 27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1" name="Google Shape;2721;p4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22" name="Google Shape;2722;p4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9" name="Shape 2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0" name="Google Shape;2750;p4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51" name="Google Shape;2751;p4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3" name="Shape 27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4" name="Google Shape;2774;p4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75" name="Google Shape;2775;p4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8" name="Shape 27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9" name="Google Shape;2789;p4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90" name="Google Shape;2790;p4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7" name="Shape 28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8" name="Google Shape;2808;p4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09" name="Google Shape;2809;p4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9" name="Shape 28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0" name="Google Shape;2820;p4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21" name="Google Shape;2821;p4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3" name="Shape 28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4" name="Google Shape;2834;p4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35" name="Google Shape;2835;p4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6" name="Shape 28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7" name="Google Shape;2847;p4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48" name="Google Shape;2848;p4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0" name="Shape 28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1" name="Google Shape;2861;p4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62" name="Google Shape;2862;p4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0" name="Shape 28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1" name="Google Shape;2871;p5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72" name="Google Shape;2872;p5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1" name="Shape 28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2" name="Google Shape;2892;p5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93" name="Google Shape;2893;p5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3" name="Shape 29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4" name="Google Shape;2904;p5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05" name="Google Shape;2905;p5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5" name="Shape 29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6" name="Google Shape;2916;p5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17" name="Google Shape;2917;p5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2" name="Shape 29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3" name="Google Shape;2923;p5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24" name="Google Shape;2924;p5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9" name="Shape 29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0" name="Google Shape;2930;p5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31" name="Google Shape;2931;p5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6" name="Shape 29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7" name="Google Shape;2937;p5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38" name="Google Shape;2938;p5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3" name="Shape 29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4" name="Google Shape;2944;p5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45" name="Google Shape;2945;p5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0" name="Shape 29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1" name="Google Shape;2951;p5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52" name="Google Shape;2952;p5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2" name="Shape 29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3" name="Google Shape;2963;p5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64" name="Google Shape;2964;p5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7" name="Shape 29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8" name="Google Shape;2978;p6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79" name="Google Shape;2979;p6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2" name="Shape 29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3" name="Google Shape;2993;p6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94" name="Google Shape;2994;p6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9" name="Shape 30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0" name="Google Shape;3010;p6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011" name="Google Shape;3011;p6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0" name="Shape 30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1" name="Google Shape;3021;p6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022" name="Google Shape;3022;p6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0" name="Shape 30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1" name="Google Shape;3031;p6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32" name="Google Shape;3032;p6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033" name="Google Shape;3033;p6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1" name="Shape 30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2" name="Google Shape;3042;p6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043" name="Google Shape;3043;p6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0" name="Shape 30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1" name="Google Shape;3061;p6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062" name="Google Shape;3062;p6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3" name="Shape 30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4" name="Google Shape;3084;p6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085" name="Google Shape;3085;p6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7" name="Shape 30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8" name="Google Shape;3098;p6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099" name="Google Shape;3099;p6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0" name="Shape 3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1" name="Google Shape;3111;p6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112" name="Google Shape;3112;p6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9" name="Shape 3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0" name="Google Shape;3140;p7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141" name="Google Shape;3141;p7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7" name="Shape 3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8" name="Google Shape;3148;p7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149" name="Google Shape;3149;p7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5" name="Shape 3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6" name="Google Shape;3156;p7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157" name="Google Shape;3157;p7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2" name="Shape 3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3" name="Google Shape;3163;p7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164" name="Google Shape;3164;p7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0" name="Shape 3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1" name="Google Shape;3171;p7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172" name="Google Shape;3172;p7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9" name="Shape 3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0" name="Google Shape;3190;p7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191" name="Google Shape;3191;p7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9" name="Shape 3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0" name="Google Shape;3230;p7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231" name="Google Shape;3231;p7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0" name="Shape 3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1" name="Google Shape;3241;p7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242" name="Google Shape;3242;p7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7" name="Shape 3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8" name="Google Shape;3258;p7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259" name="Google Shape;3259;p7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6" name="Shape 3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7" name="Google Shape;3267;p7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268" name="Google Shape;3268;p7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5" name="Shape 3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" name="Google Shape;3276;p8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277" name="Google Shape;3277;p8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4" name="Shape 3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5" name="Google Shape;3285;p8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286" name="Google Shape;3286;p8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95" name="Shape 3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6" name="Google Shape;3296;p8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297" name="Google Shape;3297;p8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4" name="Shape 3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5" name="Google Shape;3305;p8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306" name="Google Shape;3306;p8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3" name="Shape 3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4" name="Google Shape;3314;p8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315" name="Google Shape;3315;p8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27" name="Shape 3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8" name="Google Shape;3328;p8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329" name="Google Shape;3329;p8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3" name="Shape 3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4" name="Google Shape;3344;p8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345" name="Google Shape;3345;p8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58" name="Shape 3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9" name="Google Shape;3359;p8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360" name="Google Shape;3360;p8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9" name="Shape 3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0" name="Google Shape;3370;p8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371" name="Google Shape;3371;p8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6" name="Shape 3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7" name="Google Shape;3387;p8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388" name="Google Shape;3388;p8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03" name="Shape 3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4" name="Google Shape;3404;p9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405" name="Google Shape;3405;p9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25" name="Shape 3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6" name="Google Shape;3426;p9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427" name="Google Shape;3427;p9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38" name="Shape 3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9" name="Google Shape;3439;p9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440" name="Google Shape;3440;p9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61" name="Shape 3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2" name="Google Shape;3462;p9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463" name="Google Shape;3463;p9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90" name="Shape 3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1" name="Google Shape;3491;p9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492" name="Google Shape;3492;p9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06" name="Shape 3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7" name="Google Shape;3507;p9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508" name="Google Shape;3508;p9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12" name="Shape 3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3" name="Google Shape;3513;p9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514" name="Google Shape;3514;p9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19" name="Shape 3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0" name="Google Shape;3520;p9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521" name="Google Shape;3521;p9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28" name="Shape 3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9" name="Google Shape;3529;p9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530" name="Google Shape;3530;p9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39" name="Shape 3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0" name="Google Shape;3540;p9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541" name="Google Shape;3541;p9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52" name="Shape 3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3" name="Google Shape;3553;p10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554" name="Google Shape;3554;p10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7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1_01 표지">
  <p:cSld name="01_01 표지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10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" name="Google Shape;12;p10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886450" y="0"/>
            <a:ext cx="630555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102"/>
          <p:cNvPicPr preferRelativeResize="0"/>
          <p:nvPr/>
        </p:nvPicPr>
        <p:blipFill rotWithShape="1">
          <a:blip r:embed="rId3">
            <a:alphaModFix amt="21000"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102"/>
          <p:cNvSpPr txBox="1"/>
          <p:nvPr>
            <p:ph idx="1" type="body"/>
          </p:nvPr>
        </p:nvSpPr>
        <p:spPr>
          <a:xfrm>
            <a:off x="446810" y="2089738"/>
            <a:ext cx="5667458" cy="23186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17916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  <a:defRPr b="1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id="15" name="Google Shape;15;p10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0134" y="6386235"/>
            <a:ext cx="1205565" cy="3701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1_02_가이드">
  <p:cSld name="01_02_가이드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0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8" name="Google Shape;18;p103"/>
          <p:cNvGrpSpPr/>
          <p:nvPr/>
        </p:nvGrpSpPr>
        <p:grpSpPr>
          <a:xfrm>
            <a:off x="-230484" y="-342900"/>
            <a:ext cx="12652968" cy="7543800"/>
            <a:chOff x="-230484" y="-342900"/>
            <a:chExt cx="12652968" cy="7543800"/>
          </a:xfrm>
        </p:grpSpPr>
        <p:sp>
          <p:nvSpPr>
            <p:cNvPr id="19" name="Google Shape;19;p103"/>
            <p:cNvSpPr/>
            <p:nvPr/>
          </p:nvSpPr>
          <p:spPr>
            <a:xfrm>
              <a:off x="512633" y="-342900"/>
              <a:ext cx="883073" cy="7543800"/>
            </a:xfrm>
            <a:prstGeom prst="rect">
              <a:avLst/>
            </a:prstGeom>
            <a:solidFill>
              <a:srgbClr val="FC1C49">
                <a:alpha val="3921"/>
              </a:srgbClr>
            </a:solidFill>
            <a:ln cap="flat" cmpd="sng" w="9525">
              <a:solidFill>
                <a:srgbClr val="F9799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" name="Google Shape;20;p103"/>
            <p:cNvSpPr/>
            <p:nvPr/>
          </p:nvSpPr>
          <p:spPr>
            <a:xfrm>
              <a:off x="1655262" y="-342900"/>
              <a:ext cx="883073" cy="7543800"/>
            </a:xfrm>
            <a:prstGeom prst="rect">
              <a:avLst/>
            </a:prstGeom>
            <a:solidFill>
              <a:srgbClr val="FC1C49">
                <a:alpha val="3921"/>
              </a:srgbClr>
            </a:solidFill>
            <a:ln cap="flat" cmpd="sng" w="9525">
              <a:solidFill>
                <a:srgbClr val="F9799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" name="Google Shape;21;p103"/>
            <p:cNvSpPr/>
            <p:nvPr/>
          </p:nvSpPr>
          <p:spPr>
            <a:xfrm>
              <a:off x="2797891" y="-342900"/>
              <a:ext cx="883073" cy="7543800"/>
            </a:xfrm>
            <a:prstGeom prst="rect">
              <a:avLst/>
            </a:prstGeom>
            <a:solidFill>
              <a:srgbClr val="FC1C49">
                <a:alpha val="3921"/>
              </a:srgbClr>
            </a:solidFill>
            <a:ln cap="flat" cmpd="sng" w="9525">
              <a:solidFill>
                <a:srgbClr val="F9799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" name="Google Shape;22;p103"/>
            <p:cNvSpPr/>
            <p:nvPr/>
          </p:nvSpPr>
          <p:spPr>
            <a:xfrm>
              <a:off x="3940520" y="-342900"/>
              <a:ext cx="883073" cy="7543800"/>
            </a:xfrm>
            <a:prstGeom prst="rect">
              <a:avLst/>
            </a:prstGeom>
            <a:solidFill>
              <a:srgbClr val="FC1C49">
                <a:alpha val="3921"/>
              </a:srgbClr>
            </a:solidFill>
            <a:ln cap="flat" cmpd="sng" w="9525">
              <a:solidFill>
                <a:srgbClr val="F9799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" name="Google Shape;23;p103"/>
            <p:cNvSpPr/>
            <p:nvPr/>
          </p:nvSpPr>
          <p:spPr>
            <a:xfrm>
              <a:off x="5083149" y="-342900"/>
              <a:ext cx="883073" cy="7543800"/>
            </a:xfrm>
            <a:prstGeom prst="rect">
              <a:avLst/>
            </a:prstGeom>
            <a:solidFill>
              <a:srgbClr val="FC1C49">
                <a:alpha val="3921"/>
              </a:srgbClr>
            </a:solidFill>
            <a:ln cap="flat" cmpd="sng" w="9525">
              <a:solidFill>
                <a:srgbClr val="F9799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" name="Google Shape;24;p103"/>
            <p:cNvSpPr/>
            <p:nvPr/>
          </p:nvSpPr>
          <p:spPr>
            <a:xfrm>
              <a:off x="6225778" y="-342900"/>
              <a:ext cx="883073" cy="7543800"/>
            </a:xfrm>
            <a:prstGeom prst="rect">
              <a:avLst/>
            </a:prstGeom>
            <a:solidFill>
              <a:srgbClr val="FC1C49">
                <a:alpha val="3921"/>
              </a:srgbClr>
            </a:solidFill>
            <a:ln cap="flat" cmpd="sng" w="9525">
              <a:solidFill>
                <a:srgbClr val="F9799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" name="Google Shape;25;p103"/>
            <p:cNvSpPr/>
            <p:nvPr/>
          </p:nvSpPr>
          <p:spPr>
            <a:xfrm>
              <a:off x="7368407" y="-342900"/>
              <a:ext cx="883073" cy="7543800"/>
            </a:xfrm>
            <a:prstGeom prst="rect">
              <a:avLst/>
            </a:prstGeom>
            <a:solidFill>
              <a:srgbClr val="FC1C49">
                <a:alpha val="3921"/>
              </a:srgbClr>
            </a:solidFill>
            <a:ln cap="flat" cmpd="sng" w="9525">
              <a:solidFill>
                <a:srgbClr val="F9799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" name="Google Shape;26;p103"/>
            <p:cNvSpPr/>
            <p:nvPr/>
          </p:nvSpPr>
          <p:spPr>
            <a:xfrm>
              <a:off x="8511036" y="-342900"/>
              <a:ext cx="883073" cy="7543800"/>
            </a:xfrm>
            <a:prstGeom prst="rect">
              <a:avLst/>
            </a:prstGeom>
            <a:solidFill>
              <a:srgbClr val="FC1C49">
                <a:alpha val="3921"/>
              </a:srgbClr>
            </a:solidFill>
            <a:ln cap="flat" cmpd="sng" w="9525">
              <a:solidFill>
                <a:srgbClr val="F9799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" name="Google Shape;27;p103"/>
            <p:cNvSpPr/>
            <p:nvPr/>
          </p:nvSpPr>
          <p:spPr>
            <a:xfrm>
              <a:off x="9653665" y="-342900"/>
              <a:ext cx="883073" cy="7543800"/>
            </a:xfrm>
            <a:prstGeom prst="rect">
              <a:avLst/>
            </a:prstGeom>
            <a:solidFill>
              <a:srgbClr val="FC1C49">
                <a:alpha val="3921"/>
              </a:srgbClr>
            </a:solidFill>
            <a:ln cap="flat" cmpd="sng" w="9525">
              <a:solidFill>
                <a:srgbClr val="F9799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" name="Google Shape;28;p103"/>
            <p:cNvSpPr/>
            <p:nvPr/>
          </p:nvSpPr>
          <p:spPr>
            <a:xfrm>
              <a:off x="10796294" y="-342900"/>
              <a:ext cx="883073" cy="7543800"/>
            </a:xfrm>
            <a:prstGeom prst="rect">
              <a:avLst/>
            </a:prstGeom>
            <a:solidFill>
              <a:srgbClr val="FC1C49">
                <a:alpha val="3921"/>
              </a:srgbClr>
            </a:solidFill>
            <a:ln cap="flat" cmpd="sng" w="9525">
              <a:solidFill>
                <a:srgbClr val="F9799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" name="Google Shape;29;p103"/>
            <p:cNvSpPr/>
            <p:nvPr/>
          </p:nvSpPr>
          <p:spPr>
            <a:xfrm>
              <a:off x="-230484" y="3298093"/>
              <a:ext cx="12652968" cy="257907"/>
            </a:xfrm>
            <a:prstGeom prst="rect">
              <a:avLst/>
            </a:prstGeom>
            <a:solidFill>
              <a:srgbClr val="FC1C49">
                <a:alpha val="3921"/>
              </a:srgbClr>
            </a:solidFill>
            <a:ln cap="flat" cmpd="sng" w="9525">
              <a:solidFill>
                <a:srgbClr val="F9799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" name="Google Shape;30;p103"/>
            <p:cNvSpPr/>
            <p:nvPr/>
          </p:nvSpPr>
          <p:spPr>
            <a:xfrm>
              <a:off x="-230484" y="508950"/>
              <a:ext cx="12652968" cy="440375"/>
            </a:xfrm>
            <a:prstGeom prst="rect">
              <a:avLst/>
            </a:prstGeom>
            <a:solidFill>
              <a:srgbClr val="FC1C49">
                <a:alpha val="3921"/>
              </a:srgbClr>
            </a:solidFill>
            <a:ln cap="flat" cmpd="sng" w="9525">
              <a:solidFill>
                <a:srgbClr val="F9799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" name="Google Shape;31;p103"/>
            <p:cNvSpPr/>
            <p:nvPr/>
          </p:nvSpPr>
          <p:spPr>
            <a:xfrm>
              <a:off x="-230484" y="5904768"/>
              <a:ext cx="12652968" cy="440375"/>
            </a:xfrm>
            <a:prstGeom prst="rect">
              <a:avLst/>
            </a:prstGeom>
            <a:solidFill>
              <a:srgbClr val="FC1C49">
                <a:alpha val="3921"/>
              </a:srgbClr>
            </a:solidFill>
            <a:ln cap="flat" cmpd="sng" w="9525">
              <a:solidFill>
                <a:srgbClr val="F9799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2" name="Google Shape;32;p103"/>
          <p:cNvSpPr/>
          <p:nvPr/>
        </p:nvSpPr>
        <p:spPr>
          <a:xfrm>
            <a:off x="-471638" y="-760396"/>
            <a:ext cx="12894122" cy="760396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103"/>
          <p:cNvSpPr/>
          <p:nvPr/>
        </p:nvSpPr>
        <p:spPr>
          <a:xfrm>
            <a:off x="-336884" y="6858000"/>
            <a:ext cx="12894122" cy="760396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103"/>
          <p:cNvSpPr/>
          <p:nvPr/>
        </p:nvSpPr>
        <p:spPr>
          <a:xfrm>
            <a:off x="-336884" y="-400415"/>
            <a:ext cx="336884" cy="7397015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103"/>
          <p:cNvSpPr/>
          <p:nvPr/>
        </p:nvSpPr>
        <p:spPr>
          <a:xfrm>
            <a:off x="12192000" y="-400415"/>
            <a:ext cx="336884" cy="7397015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103"/>
          <p:cNvSpPr txBox="1"/>
          <p:nvPr>
            <p:ph idx="1" type="body"/>
          </p:nvPr>
        </p:nvSpPr>
        <p:spPr>
          <a:xfrm>
            <a:off x="417525" y="182918"/>
            <a:ext cx="5335912" cy="2605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id="37" name="Google Shape;37;p10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66271" y="6386235"/>
            <a:ext cx="1205565" cy="3701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1_03_폰트">
  <p:cSld name="01_03_폰트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04"/>
          <p:cNvSpPr/>
          <p:nvPr/>
        </p:nvSpPr>
        <p:spPr>
          <a:xfrm>
            <a:off x="0" y="9525"/>
            <a:ext cx="12192000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0" name="Google Shape;40;p104"/>
          <p:cNvCxnSpPr/>
          <p:nvPr/>
        </p:nvCxnSpPr>
        <p:spPr>
          <a:xfrm>
            <a:off x="512633" y="508950"/>
            <a:ext cx="11166734" cy="0"/>
          </a:xfrm>
          <a:prstGeom prst="straightConnector1">
            <a:avLst/>
          </a:prstGeom>
          <a:noFill/>
          <a:ln cap="flat" cmpd="sng" w="9525">
            <a:solidFill>
              <a:srgbClr val="B3B3B3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1" name="Google Shape;41;p104"/>
          <p:cNvCxnSpPr/>
          <p:nvPr/>
        </p:nvCxnSpPr>
        <p:spPr>
          <a:xfrm>
            <a:off x="512633" y="6344080"/>
            <a:ext cx="11166734" cy="0"/>
          </a:xfrm>
          <a:prstGeom prst="straightConnector1">
            <a:avLst/>
          </a:prstGeom>
          <a:noFill/>
          <a:ln cap="flat" cmpd="sng" w="9525">
            <a:solidFill>
              <a:srgbClr val="B3B3B3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2" name="Google Shape;42;p104"/>
          <p:cNvCxnSpPr/>
          <p:nvPr/>
        </p:nvCxnSpPr>
        <p:spPr>
          <a:xfrm>
            <a:off x="7107641" y="935262"/>
            <a:ext cx="0" cy="163227"/>
          </a:xfrm>
          <a:prstGeom prst="straightConnector1">
            <a:avLst/>
          </a:prstGeom>
          <a:noFill/>
          <a:ln cap="flat" cmpd="sng" w="12700">
            <a:solidFill>
              <a:srgbClr val="5B5B5B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3" name="Google Shape;43;p104"/>
          <p:cNvCxnSpPr/>
          <p:nvPr/>
        </p:nvCxnSpPr>
        <p:spPr>
          <a:xfrm>
            <a:off x="7107641" y="2158421"/>
            <a:ext cx="0" cy="163227"/>
          </a:xfrm>
          <a:prstGeom prst="straightConnector1">
            <a:avLst/>
          </a:prstGeom>
          <a:noFill/>
          <a:ln cap="flat" cmpd="sng" w="12700">
            <a:solidFill>
              <a:srgbClr val="5B5B5B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4" name="Google Shape;44;p104"/>
          <p:cNvSpPr txBox="1"/>
          <p:nvPr>
            <p:ph idx="1" type="body"/>
          </p:nvPr>
        </p:nvSpPr>
        <p:spPr>
          <a:xfrm>
            <a:off x="417525" y="182918"/>
            <a:ext cx="5335912" cy="2605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5" name="Google Shape;45;p104"/>
          <p:cNvSpPr txBox="1"/>
          <p:nvPr>
            <p:ph idx="2" type="body"/>
          </p:nvPr>
        </p:nvSpPr>
        <p:spPr>
          <a:xfrm>
            <a:off x="398889" y="850353"/>
            <a:ext cx="5354547" cy="6047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b="1" i="0" sz="3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6" name="Google Shape;46;p104"/>
          <p:cNvSpPr txBox="1"/>
          <p:nvPr>
            <p:ph idx="3" type="body"/>
          </p:nvPr>
        </p:nvSpPr>
        <p:spPr>
          <a:xfrm>
            <a:off x="433567" y="5555068"/>
            <a:ext cx="5318703" cy="46213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66666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7" name="Google Shape;47;p104"/>
          <p:cNvSpPr txBox="1"/>
          <p:nvPr>
            <p:ph idx="4" type="body"/>
          </p:nvPr>
        </p:nvSpPr>
        <p:spPr>
          <a:xfrm>
            <a:off x="397723" y="1659453"/>
            <a:ext cx="5354547" cy="29006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C1C49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C1C4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8" name="Google Shape;48;p104"/>
          <p:cNvSpPr txBox="1"/>
          <p:nvPr>
            <p:ph idx="5" type="body"/>
          </p:nvPr>
        </p:nvSpPr>
        <p:spPr>
          <a:xfrm>
            <a:off x="397723" y="1928095"/>
            <a:ext cx="5354547" cy="29006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9" name="Google Shape;49;p104"/>
          <p:cNvSpPr txBox="1"/>
          <p:nvPr>
            <p:ph idx="6" type="body"/>
          </p:nvPr>
        </p:nvSpPr>
        <p:spPr>
          <a:xfrm>
            <a:off x="397723" y="2196737"/>
            <a:ext cx="5354547" cy="29006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0" name="Google Shape;50;p104"/>
          <p:cNvSpPr txBox="1"/>
          <p:nvPr>
            <p:ph idx="7" type="body"/>
          </p:nvPr>
        </p:nvSpPr>
        <p:spPr>
          <a:xfrm>
            <a:off x="397723" y="2724928"/>
            <a:ext cx="5354547" cy="29006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C1C49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C1C4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1" name="Google Shape;51;p104"/>
          <p:cNvSpPr txBox="1"/>
          <p:nvPr>
            <p:ph idx="8" type="body"/>
          </p:nvPr>
        </p:nvSpPr>
        <p:spPr>
          <a:xfrm>
            <a:off x="397723" y="3009472"/>
            <a:ext cx="5354547" cy="29006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2" name="Google Shape;52;p104"/>
          <p:cNvSpPr txBox="1"/>
          <p:nvPr>
            <p:ph idx="9" type="body"/>
          </p:nvPr>
        </p:nvSpPr>
        <p:spPr>
          <a:xfrm>
            <a:off x="397723" y="3294016"/>
            <a:ext cx="5354547" cy="29006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3" name="Google Shape;53;p104"/>
          <p:cNvSpPr txBox="1"/>
          <p:nvPr>
            <p:ph idx="13" type="body"/>
          </p:nvPr>
        </p:nvSpPr>
        <p:spPr>
          <a:xfrm>
            <a:off x="6134874" y="869328"/>
            <a:ext cx="972768" cy="29006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4" name="Google Shape;54;p104"/>
          <p:cNvSpPr txBox="1"/>
          <p:nvPr>
            <p:ph idx="14" type="body"/>
          </p:nvPr>
        </p:nvSpPr>
        <p:spPr>
          <a:xfrm>
            <a:off x="7125473" y="869328"/>
            <a:ext cx="4553893" cy="29006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5" name="Google Shape;55;p104"/>
          <p:cNvSpPr txBox="1"/>
          <p:nvPr>
            <p:ph idx="15" type="body"/>
          </p:nvPr>
        </p:nvSpPr>
        <p:spPr>
          <a:xfrm>
            <a:off x="6134873" y="1119735"/>
            <a:ext cx="5544488" cy="6667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Arial"/>
              <a:buNone/>
              <a:defRPr b="1" i="0" sz="3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cxnSp>
        <p:nvCxnSpPr>
          <p:cNvPr id="56" name="Google Shape;56;p104"/>
          <p:cNvCxnSpPr/>
          <p:nvPr/>
        </p:nvCxnSpPr>
        <p:spPr>
          <a:xfrm>
            <a:off x="7107641" y="2159763"/>
            <a:ext cx="0" cy="163227"/>
          </a:xfrm>
          <a:prstGeom prst="straightConnector1">
            <a:avLst/>
          </a:prstGeom>
          <a:noFill/>
          <a:ln cap="flat" cmpd="sng" w="12700">
            <a:solidFill>
              <a:srgbClr val="5B5B5B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57" name="Google Shape;57;p104"/>
          <p:cNvSpPr txBox="1"/>
          <p:nvPr>
            <p:ph idx="16" type="body"/>
          </p:nvPr>
        </p:nvSpPr>
        <p:spPr>
          <a:xfrm>
            <a:off x="6134874" y="2093829"/>
            <a:ext cx="972768" cy="29006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8" name="Google Shape;58;p104"/>
          <p:cNvSpPr txBox="1"/>
          <p:nvPr>
            <p:ph idx="17" type="body"/>
          </p:nvPr>
        </p:nvSpPr>
        <p:spPr>
          <a:xfrm>
            <a:off x="7125473" y="2093829"/>
            <a:ext cx="4553893" cy="29006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9" name="Google Shape;59;p104"/>
          <p:cNvSpPr txBox="1"/>
          <p:nvPr>
            <p:ph idx="18" type="body"/>
          </p:nvPr>
        </p:nvSpPr>
        <p:spPr>
          <a:xfrm>
            <a:off x="6134873" y="2344236"/>
            <a:ext cx="5544488" cy="6667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b="1" i="0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cxnSp>
        <p:nvCxnSpPr>
          <p:cNvPr id="60" name="Google Shape;60;p104"/>
          <p:cNvCxnSpPr/>
          <p:nvPr/>
        </p:nvCxnSpPr>
        <p:spPr>
          <a:xfrm>
            <a:off x="7107641" y="3303409"/>
            <a:ext cx="0" cy="163227"/>
          </a:xfrm>
          <a:prstGeom prst="straightConnector1">
            <a:avLst/>
          </a:prstGeom>
          <a:noFill/>
          <a:ln cap="flat" cmpd="sng" w="12700">
            <a:solidFill>
              <a:srgbClr val="5B5B5B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1" name="Google Shape;61;p104"/>
          <p:cNvCxnSpPr/>
          <p:nvPr/>
        </p:nvCxnSpPr>
        <p:spPr>
          <a:xfrm>
            <a:off x="7107641" y="3304751"/>
            <a:ext cx="0" cy="163227"/>
          </a:xfrm>
          <a:prstGeom prst="straightConnector1">
            <a:avLst/>
          </a:prstGeom>
          <a:noFill/>
          <a:ln cap="flat" cmpd="sng" w="12700">
            <a:solidFill>
              <a:srgbClr val="5B5B5B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62" name="Google Shape;62;p104"/>
          <p:cNvSpPr txBox="1"/>
          <p:nvPr>
            <p:ph idx="19" type="body"/>
          </p:nvPr>
        </p:nvSpPr>
        <p:spPr>
          <a:xfrm>
            <a:off x="6134874" y="3238817"/>
            <a:ext cx="972768" cy="29006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3" name="Google Shape;63;p104"/>
          <p:cNvSpPr txBox="1"/>
          <p:nvPr>
            <p:ph idx="20" type="body"/>
          </p:nvPr>
        </p:nvSpPr>
        <p:spPr>
          <a:xfrm>
            <a:off x="7125473" y="3238817"/>
            <a:ext cx="4553893" cy="29006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4" name="Google Shape;64;p104"/>
          <p:cNvSpPr txBox="1"/>
          <p:nvPr>
            <p:ph idx="21" type="body"/>
          </p:nvPr>
        </p:nvSpPr>
        <p:spPr>
          <a:xfrm>
            <a:off x="6134873" y="3521029"/>
            <a:ext cx="5544488" cy="4404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  <a:defRPr b="0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cxnSp>
        <p:nvCxnSpPr>
          <p:cNvPr id="65" name="Google Shape;65;p104"/>
          <p:cNvCxnSpPr/>
          <p:nvPr/>
        </p:nvCxnSpPr>
        <p:spPr>
          <a:xfrm>
            <a:off x="7107641" y="4416592"/>
            <a:ext cx="0" cy="163227"/>
          </a:xfrm>
          <a:prstGeom prst="straightConnector1">
            <a:avLst/>
          </a:prstGeom>
          <a:noFill/>
          <a:ln cap="flat" cmpd="sng" w="12700">
            <a:solidFill>
              <a:srgbClr val="5B5B5B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6" name="Google Shape;66;p104"/>
          <p:cNvCxnSpPr/>
          <p:nvPr/>
        </p:nvCxnSpPr>
        <p:spPr>
          <a:xfrm>
            <a:off x="7107641" y="4417934"/>
            <a:ext cx="0" cy="163227"/>
          </a:xfrm>
          <a:prstGeom prst="straightConnector1">
            <a:avLst/>
          </a:prstGeom>
          <a:noFill/>
          <a:ln cap="flat" cmpd="sng" w="12700">
            <a:solidFill>
              <a:srgbClr val="5B5B5B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67" name="Google Shape;67;p104"/>
          <p:cNvSpPr txBox="1"/>
          <p:nvPr>
            <p:ph idx="22" type="body"/>
          </p:nvPr>
        </p:nvSpPr>
        <p:spPr>
          <a:xfrm>
            <a:off x="6134874" y="4352000"/>
            <a:ext cx="972768" cy="29006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8" name="Google Shape;68;p104"/>
          <p:cNvSpPr txBox="1"/>
          <p:nvPr>
            <p:ph idx="23" type="body"/>
          </p:nvPr>
        </p:nvSpPr>
        <p:spPr>
          <a:xfrm>
            <a:off x="7125473" y="4352000"/>
            <a:ext cx="4553893" cy="29006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9" name="Google Shape;69;p104"/>
          <p:cNvSpPr txBox="1"/>
          <p:nvPr>
            <p:ph idx="24" type="body"/>
          </p:nvPr>
        </p:nvSpPr>
        <p:spPr>
          <a:xfrm>
            <a:off x="6134873" y="4666016"/>
            <a:ext cx="5544488" cy="4404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cxnSp>
        <p:nvCxnSpPr>
          <p:cNvPr id="70" name="Google Shape;70;p104"/>
          <p:cNvCxnSpPr/>
          <p:nvPr/>
        </p:nvCxnSpPr>
        <p:spPr>
          <a:xfrm>
            <a:off x="7107641" y="5458213"/>
            <a:ext cx="0" cy="163227"/>
          </a:xfrm>
          <a:prstGeom prst="straightConnector1">
            <a:avLst/>
          </a:prstGeom>
          <a:noFill/>
          <a:ln cap="flat" cmpd="sng" w="12700">
            <a:solidFill>
              <a:srgbClr val="5B5B5B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71" name="Google Shape;71;p104"/>
          <p:cNvCxnSpPr/>
          <p:nvPr/>
        </p:nvCxnSpPr>
        <p:spPr>
          <a:xfrm>
            <a:off x="7107641" y="5459555"/>
            <a:ext cx="0" cy="163227"/>
          </a:xfrm>
          <a:prstGeom prst="straightConnector1">
            <a:avLst/>
          </a:prstGeom>
          <a:noFill/>
          <a:ln cap="flat" cmpd="sng" w="12700">
            <a:solidFill>
              <a:srgbClr val="5B5B5B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72" name="Google Shape;72;p104"/>
          <p:cNvSpPr txBox="1"/>
          <p:nvPr>
            <p:ph idx="25" type="body"/>
          </p:nvPr>
        </p:nvSpPr>
        <p:spPr>
          <a:xfrm>
            <a:off x="6134874" y="5393621"/>
            <a:ext cx="972768" cy="29006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3" name="Google Shape;73;p104"/>
          <p:cNvSpPr txBox="1"/>
          <p:nvPr>
            <p:ph idx="26" type="body"/>
          </p:nvPr>
        </p:nvSpPr>
        <p:spPr>
          <a:xfrm>
            <a:off x="7125473" y="5393621"/>
            <a:ext cx="4553893" cy="29006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4" name="Google Shape;74;p104"/>
          <p:cNvSpPr txBox="1"/>
          <p:nvPr>
            <p:ph idx="27" type="body"/>
          </p:nvPr>
        </p:nvSpPr>
        <p:spPr>
          <a:xfrm>
            <a:off x="6134873" y="5723539"/>
            <a:ext cx="5544488" cy="4404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id="75" name="Google Shape;75;p10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66271" y="6386235"/>
            <a:ext cx="1205565" cy="3701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1_04_컬러">
  <p:cSld name="01_04_컬러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0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8" name="Google Shape;78;p105"/>
          <p:cNvCxnSpPr/>
          <p:nvPr/>
        </p:nvCxnSpPr>
        <p:spPr>
          <a:xfrm>
            <a:off x="512633" y="508950"/>
            <a:ext cx="11166734" cy="0"/>
          </a:xfrm>
          <a:prstGeom prst="straightConnector1">
            <a:avLst/>
          </a:prstGeom>
          <a:noFill/>
          <a:ln cap="flat" cmpd="sng" w="9525">
            <a:solidFill>
              <a:srgbClr val="B3B3B3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79" name="Google Shape;79;p105"/>
          <p:cNvCxnSpPr/>
          <p:nvPr/>
        </p:nvCxnSpPr>
        <p:spPr>
          <a:xfrm>
            <a:off x="512633" y="6344080"/>
            <a:ext cx="11166734" cy="0"/>
          </a:xfrm>
          <a:prstGeom prst="straightConnector1">
            <a:avLst/>
          </a:prstGeom>
          <a:noFill/>
          <a:ln cap="flat" cmpd="sng" w="9525">
            <a:solidFill>
              <a:srgbClr val="B3B3B3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80" name="Google Shape;80;p105"/>
          <p:cNvSpPr txBox="1"/>
          <p:nvPr>
            <p:ph idx="1" type="body"/>
          </p:nvPr>
        </p:nvSpPr>
        <p:spPr>
          <a:xfrm>
            <a:off x="417525" y="182918"/>
            <a:ext cx="5335912" cy="2605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1" name="Google Shape;81;p105"/>
          <p:cNvSpPr/>
          <p:nvPr>
            <p:ph idx="2" type="body"/>
          </p:nvPr>
        </p:nvSpPr>
        <p:spPr>
          <a:xfrm>
            <a:off x="2440266" y="2327175"/>
            <a:ext cx="2177445" cy="217744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9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2" name="Google Shape;82;p105"/>
          <p:cNvSpPr/>
          <p:nvPr>
            <p:ph idx="3" type="body"/>
          </p:nvPr>
        </p:nvSpPr>
        <p:spPr>
          <a:xfrm>
            <a:off x="4961866" y="2294789"/>
            <a:ext cx="1080000" cy="10800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82222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3" name="Google Shape;83;p105"/>
          <p:cNvSpPr/>
          <p:nvPr>
            <p:ph idx="4" type="body"/>
          </p:nvPr>
        </p:nvSpPr>
        <p:spPr>
          <a:xfrm>
            <a:off x="4961866" y="3467220"/>
            <a:ext cx="1080000" cy="10800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82222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4" name="Google Shape;84;p105"/>
          <p:cNvSpPr/>
          <p:nvPr>
            <p:ph idx="5" type="body"/>
          </p:nvPr>
        </p:nvSpPr>
        <p:spPr>
          <a:xfrm>
            <a:off x="6173055" y="2294789"/>
            <a:ext cx="1080000" cy="10800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82222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5" name="Google Shape;85;p105"/>
          <p:cNvSpPr/>
          <p:nvPr>
            <p:ph idx="6" type="body"/>
          </p:nvPr>
        </p:nvSpPr>
        <p:spPr>
          <a:xfrm>
            <a:off x="6173055" y="3467220"/>
            <a:ext cx="1080000" cy="10800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82222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6" name="Google Shape;86;p105"/>
          <p:cNvSpPr/>
          <p:nvPr>
            <p:ph idx="7" type="body"/>
          </p:nvPr>
        </p:nvSpPr>
        <p:spPr>
          <a:xfrm>
            <a:off x="7384244" y="2294789"/>
            <a:ext cx="1080000" cy="1080000"/>
          </a:xfrm>
          <a:prstGeom prst="ellipse">
            <a:avLst/>
          </a:prstGeom>
          <a:solidFill>
            <a:srgbClr val="F5F5F5"/>
          </a:solidFill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82222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7" name="Google Shape;87;p105"/>
          <p:cNvSpPr/>
          <p:nvPr>
            <p:ph idx="8" type="body"/>
          </p:nvPr>
        </p:nvSpPr>
        <p:spPr>
          <a:xfrm>
            <a:off x="7384244" y="3467220"/>
            <a:ext cx="1080000" cy="1080000"/>
          </a:xfrm>
          <a:prstGeom prst="ellipse">
            <a:avLst/>
          </a:prstGeom>
          <a:solidFill>
            <a:srgbClr val="28282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82222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8" name="Google Shape;88;p105"/>
          <p:cNvSpPr/>
          <p:nvPr>
            <p:ph idx="9" type="body"/>
          </p:nvPr>
        </p:nvSpPr>
        <p:spPr>
          <a:xfrm>
            <a:off x="8595433" y="2294789"/>
            <a:ext cx="1080000" cy="1080000"/>
          </a:xfrm>
          <a:prstGeom prst="ellipse">
            <a:avLst/>
          </a:prstGeom>
          <a:solidFill>
            <a:srgbClr val="E6E6E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82222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9" name="Google Shape;89;p105"/>
          <p:cNvSpPr/>
          <p:nvPr>
            <p:ph idx="13" type="body"/>
          </p:nvPr>
        </p:nvSpPr>
        <p:spPr>
          <a:xfrm>
            <a:off x="8595433" y="3467220"/>
            <a:ext cx="1080000" cy="10800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82222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id="90" name="Google Shape;90;p10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66271" y="6386235"/>
            <a:ext cx="1205565" cy="3701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1_05_아이콘1">
  <p:cSld name="01_05_아이콘1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0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06"/>
          <p:cNvSpPr/>
          <p:nvPr/>
        </p:nvSpPr>
        <p:spPr>
          <a:xfrm>
            <a:off x="635414" y="1714190"/>
            <a:ext cx="632906" cy="439456"/>
          </a:xfrm>
          <a:custGeom>
            <a:rect b="b" l="l" r="r" t="t"/>
            <a:pathLst>
              <a:path extrusionOk="0" h="439456" w="632906">
                <a:moveTo>
                  <a:pt x="32307" y="0"/>
                </a:moveTo>
                <a:cubicBezTo>
                  <a:pt x="14464" y="0"/>
                  <a:pt x="0" y="14352"/>
                  <a:pt x="0" y="32057"/>
                </a:cubicBezTo>
                <a:lnTo>
                  <a:pt x="0" y="407400"/>
                </a:lnTo>
                <a:cubicBezTo>
                  <a:pt x="0" y="425104"/>
                  <a:pt x="14464" y="439457"/>
                  <a:pt x="32307" y="439457"/>
                </a:cubicBezTo>
                <a:lnTo>
                  <a:pt x="600599" y="439457"/>
                </a:lnTo>
                <a:cubicBezTo>
                  <a:pt x="618442" y="439457"/>
                  <a:pt x="632907" y="425104"/>
                  <a:pt x="632907" y="407400"/>
                </a:cubicBezTo>
                <a:lnTo>
                  <a:pt x="632907" y="32057"/>
                </a:lnTo>
                <a:cubicBezTo>
                  <a:pt x="632907" y="14352"/>
                  <a:pt x="618442" y="0"/>
                  <a:pt x="600599" y="0"/>
                </a:cubicBezTo>
                <a:lnTo>
                  <a:pt x="32307" y="0"/>
                </a:lnTo>
                <a:close/>
              </a:path>
            </a:pathLst>
          </a:custGeom>
          <a:solidFill>
            <a:srgbClr val="FC1C4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06"/>
          <p:cNvSpPr/>
          <p:nvPr/>
        </p:nvSpPr>
        <p:spPr>
          <a:xfrm>
            <a:off x="760529" y="1846249"/>
            <a:ext cx="103053" cy="175337"/>
          </a:xfrm>
          <a:custGeom>
            <a:rect b="b" l="l" r="r" t="t"/>
            <a:pathLst>
              <a:path extrusionOk="0" h="175337" w="103053">
                <a:moveTo>
                  <a:pt x="99374" y="3862"/>
                </a:moveTo>
                <a:cubicBezTo>
                  <a:pt x="104361" y="8927"/>
                  <a:pt x="104266" y="17046"/>
                  <a:pt x="99161" y="21995"/>
                </a:cubicBezTo>
                <a:lnTo>
                  <a:pt x="31415" y="87669"/>
                </a:lnTo>
                <a:lnTo>
                  <a:pt x="99161" y="153342"/>
                </a:lnTo>
                <a:cubicBezTo>
                  <a:pt x="104266" y="158291"/>
                  <a:pt x="104361" y="166410"/>
                  <a:pt x="99374" y="171475"/>
                </a:cubicBezTo>
                <a:cubicBezTo>
                  <a:pt x="94386" y="176541"/>
                  <a:pt x="86205" y="176635"/>
                  <a:pt x="81100" y="171686"/>
                </a:cubicBezTo>
                <a:lnTo>
                  <a:pt x="3892" y="96841"/>
                </a:lnTo>
                <a:cubicBezTo>
                  <a:pt x="1403" y="94428"/>
                  <a:pt x="0" y="91121"/>
                  <a:pt x="0" y="87669"/>
                </a:cubicBezTo>
                <a:cubicBezTo>
                  <a:pt x="0" y="84216"/>
                  <a:pt x="1403" y="80910"/>
                  <a:pt x="3892" y="78496"/>
                </a:cubicBezTo>
                <a:lnTo>
                  <a:pt x="81100" y="3651"/>
                </a:lnTo>
                <a:cubicBezTo>
                  <a:pt x="86205" y="-1298"/>
                  <a:pt x="94386" y="-1204"/>
                  <a:pt x="99374" y="3862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06"/>
          <p:cNvSpPr/>
          <p:nvPr/>
        </p:nvSpPr>
        <p:spPr>
          <a:xfrm>
            <a:off x="1040153" y="1846249"/>
            <a:ext cx="103053" cy="175337"/>
          </a:xfrm>
          <a:custGeom>
            <a:rect b="b" l="l" r="r" t="t"/>
            <a:pathLst>
              <a:path extrusionOk="0" h="175337" w="103053">
                <a:moveTo>
                  <a:pt x="3679" y="3862"/>
                </a:moveTo>
                <a:cubicBezTo>
                  <a:pt x="-1308" y="8927"/>
                  <a:pt x="-1213" y="17046"/>
                  <a:pt x="3892" y="21995"/>
                </a:cubicBezTo>
                <a:lnTo>
                  <a:pt x="71638" y="87669"/>
                </a:lnTo>
                <a:lnTo>
                  <a:pt x="3892" y="153342"/>
                </a:lnTo>
                <a:cubicBezTo>
                  <a:pt x="-1213" y="158291"/>
                  <a:pt x="-1308" y="166410"/>
                  <a:pt x="3679" y="171475"/>
                </a:cubicBezTo>
                <a:cubicBezTo>
                  <a:pt x="8667" y="176541"/>
                  <a:pt x="16848" y="176635"/>
                  <a:pt x="21954" y="171686"/>
                </a:cubicBezTo>
                <a:lnTo>
                  <a:pt x="99162" y="96841"/>
                </a:lnTo>
                <a:cubicBezTo>
                  <a:pt x="101650" y="94428"/>
                  <a:pt x="103053" y="91121"/>
                  <a:pt x="103053" y="87669"/>
                </a:cubicBezTo>
                <a:cubicBezTo>
                  <a:pt x="103053" y="84216"/>
                  <a:pt x="101650" y="80910"/>
                  <a:pt x="99162" y="78496"/>
                </a:cubicBezTo>
                <a:lnTo>
                  <a:pt x="21954" y="3651"/>
                </a:lnTo>
                <a:cubicBezTo>
                  <a:pt x="16848" y="-1298"/>
                  <a:pt x="8667" y="-1204"/>
                  <a:pt x="3679" y="3862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06"/>
          <p:cNvSpPr/>
          <p:nvPr/>
        </p:nvSpPr>
        <p:spPr>
          <a:xfrm>
            <a:off x="898255" y="1846247"/>
            <a:ext cx="107220" cy="175341"/>
          </a:xfrm>
          <a:custGeom>
            <a:rect b="b" l="l" r="r" t="t"/>
            <a:pathLst>
              <a:path extrusionOk="0" h="175341" w="107220">
                <a:moveTo>
                  <a:pt x="100430" y="1539"/>
                </a:moveTo>
                <a:cubicBezTo>
                  <a:pt x="106712" y="4901"/>
                  <a:pt x="109057" y="12680"/>
                  <a:pt x="105670" y="18912"/>
                </a:cubicBezTo>
                <a:lnTo>
                  <a:pt x="24299" y="168604"/>
                </a:lnTo>
                <a:cubicBezTo>
                  <a:pt x="20911" y="174837"/>
                  <a:pt x="13072" y="177164"/>
                  <a:pt x="6791" y="173802"/>
                </a:cubicBezTo>
                <a:cubicBezTo>
                  <a:pt x="509" y="170441"/>
                  <a:pt x="-1837" y="162662"/>
                  <a:pt x="1552" y="156429"/>
                </a:cubicBezTo>
                <a:lnTo>
                  <a:pt x="82921" y="6738"/>
                </a:lnTo>
                <a:cubicBezTo>
                  <a:pt x="86310" y="505"/>
                  <a:pt x="94149" y="-1822"/>
                  <a:pt x="100430" y="1539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06"/>
          <p:cNvSpPr/>
          <p:nvPr/>
        </p:nvSpPr>
        <p:spPr>
          <a:xfrm>
            <a:off x="1813474" y="1648411"/>
            <a:ext cx="567711" cy="573406"/>
          </a:xfrm>
          <a:custGeom>
            <a:rect b="b" l="l" r="r" t="t"/>
            <a:pathLst>
              <a:path extrusionOk="0" h="573406" w="567711">
                <a:moveTo>
                  <a:pt x="217559" y="0"/>
                </a:moveTo>
                <a:cubicBezTo>
                  <a:pt x="182300" y="0"/>
                  <a:pt x="155878" y="21382"/>
                  <a:pt x="146084" y="49014"/>
                </a:cubicBezTo>
                <a:cubicBezTo>
                  <a:pt x="135964" y="49638"/>
                  <a:pt x="123807" y="52228"/>
                  <a:pt x="111773" y="57347"/>
                </a:cubicBezTo>
                <a:cubicBezTo>
                  <a:pt x="94491" y="64700"/>
                  <a:pt x="76405" y="77728"/>
                  <a:pt x="64866" y="99072"/>
                </a:cubicBezTo>
                <a:cubicBezTo>
                  <a:pt x="45707" y="134514"/>
                  <a:pt x="50628" y="168938"/>
                  <a:pt x="58815" y="189949"/>
                </a:cubicBezTo>
                <a:cubicBezTo>
                  <a:pt x="33971" y="203266"/>
                  <a:pt x="0" y="233801"/>
                  <a:pt x="0" y="289015"/>
                </a:cubicBezTo>
                <a:cubicBezTo>
                  <a:pt x="0" y="343862"/>
                  <a:pt x="33587" y="375044"/>
                  <a:pt x="59012" y="387772"/>
                </a:cubicBezTo>
                <a:cubicBezTo>
                  <a:pt x="56058" y="397068"/>
                  <a:pt x="54396" y="408157"/>
                  <a:pt x="54248" y="419320"/>
                </a:cubicBezTo>
                <a:cubicBezTo>
                  <a:pt x="54008" y="437382"/>
                  <a:pt x="57673" y="458317"/>
                  <a:pt x="68852" y="475724"/>
                </a:cubicBezTo>
                <a:cubicBezTo>
                  <a:pt x="82379" y="496789"/>
                  <a:pt x="101333" y="507713"/>
                  <a:pt x="118271" y="513019"/>
                </a:cubicBezTo>
                <a:cubicBezTo>
                  <a:pt x="128285" y="516156"/>
                  <a:pt x="137847" y="517414"/>
                  <a:pt x="145605" y="517622"/>
                </a:cubicBezTo>
                <a:cubicBezTo>
                  <a:pt x="148568" y="527336"/>
                  <a:pt x="153935" y="538175"/>
                  <a:pt x="162002" y="547687"/>
                </a:cubicBezTo>
                <a:cubicBezTo>
                  <a:pt x="173983" y="561816"/>
                  <a:pt x="192320" y="573407"/>
                  <a:pt x="217559" y="573407"/>
                </a:cubicBezTo>
                <a:cubicBezTo>
                  <a:pt x="250550" y="573407"/>
                  <a:pt x="271635" y="565242"/>
                  <a:pt x="283856" y="550890"/>
                </a:cubicBezTo>
                <a:cubicBezTo>
                  <a:pt x="296077" y="565242"/>
                  <a:pt x="317162" y="573407"/>
                  <a:pt x="350153" y="573407"/>
                </a:cubicBezTo>
                <a:cubicBezTo>
                  <a:pt x="375392" y="573407"/>
                  <a:pt x="393729" y="561816"/>
                  <a:pt x="405710" y="547687"/>
                </a:cubicBezTo>
                <a:cubicBezTo>
                  <a:pt x="413777" y="538175"/>
                  <a:pt x="419144" y="527336"/>
                  <a:pt x="422106" y="517622"/>
                </a:cubicBezTo>
                <a:cubicBezTo>
                  <a:pt x="429864" y="517414"/>
                  <a:pt x="439427" y="516156"/>
                  <a:pt x="449441" y="513019"/>
                </a:cubicBezTo>
                <a:cubicBezTo>
                  <a:pt x="466378" y="507713"/>
                  <a:pt x="485333" y="496789"/>
                  <a:pt x="498860" y="475724"/>
                </a:cubicBezTo>
                <a:cubicBezTo>
                  <a:pt x="510038" y="458317"/>
                  <a:pt x="513704" y="437382"/>
                  <a:pt x="513464" y="419320"/>
                </a:cubicBezTo>
                <a:cubicBezTo>
                  <a:pt x="513316" y="408157"/>
                  <a:pt x="511654" y="397068"/>
                  <a:pt x="508700" y="387772"/>
                </a:cubicBezTo>
                <a:cubicBezTo>
                  <a:pt x="534125" y="375044"/>
                  <a:pt x="567712" y="343862"/>
                  <a:pt x="567712" y="289015"/>
                </a:cubicBezTo>
                <a:cubicBezTo>
                  <a:pt x="567712" y="233801"/>
                  <a:pt x="533740" y="203266"/>
                  <a:pt x="508896" y="189949"/>
                </a:cubicBezTo>
                <a:cubicBezTo>
                  <a:pt x="517083" y="168938"/>
                  <a:pt x="522005" y="134514"/>
                  <a:pt x="502845" y="99072"/>
                </a:cubicBezTo>
                <a:cubicBezTo>
                  <a:pt x="491306" y="77728"/>
                  <a:pt x="473221" y="64700"/>
                  <a:pt x="455938" y="57347"/>
                </a:cubicBezTo>
                <a:cubicBezTo>
                  <a:pt x="443905" y="52228"/>
                  <a:pt x="431748" y="49638"/>
                  <a:pt x="421628" y="49014"/>
                </a:cubicBezTo>
                <a:cubicBezTo>
                  <a:pt x="411834" y="21382"/>
                  <a:pt x="385412" y="0"/>
                  <a:pt x="350153" y="0"/>
                </a:cubicBezTo>
                <a:cubicBezTo>
                  <a:pt x="319855" y="0"/>
                  <a:pt x="299465" y="15091"/>
                  <a:pt x="287180" y="33578"/>
                </a:cubicBezTo>
                <a:cubicBezTo>
                  <a:pt x="286001" y="35353"/>
                  <a:pt x="284893" y="37161"/>
                  <a:pt x="283856" y="38992"/>
                </a:cubicBezTo>
                <a:cubicBezTo>
                  <a:pt x="282819" y="37161"/>
                  <a:pt x="281711" y="35353"/>
                  <a:pt x="280532" y="33578"/>
                </a:cubicBezTo>
                <a:cubicBezTo>
                  <a:pt x="268247" y="15091"/>
                  <a:pt x="247856" y="0"/>
                  <a:pt x="217559" y="0"/>
                </a:cubicBezTo>
                <a:close/>
              </a:path>
            </a:pathLst>
          </a:custGeom>
          <a:solidFill>
            <a:srgbClr val="FC1C4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06"/>
          <p:cNvSpPr/>
          <p:nvPr/>
        </p:nvSpPr>
        <p:spPr>
          <a:xfrm>
            <a:off x="2170014" y="1966996"/>
            <a:ext cx="102259" cy="73623"/>
          </a:xfrm>
          <a:custGeom>
            <a:rect b="b" l="l" r="r" t="t"/>
            <a:pathLst>
              <a:path extrusionOk="0" h="73623" w="102259">
                <a:moveTo>
                  <a:pt x="10931" y="168"/>
                </a:moveTo>
                <a:cubicBezTo>
                  <a:pt x="18024" y="-973"/>
                  <a:pt x="24707" y="3809"/>
                  <a:pt x="25857" y="10850"/>
                </a:cubicBezTo>
                <a:cubicBezTo>
                  <a:pt x="27904" y="23381"/>
                  <a:pt x="44975" y="51583"/>
                  <a:pt x="87965" y="47358"/>
                </a:cubicBezTo>
                <a:cubicBezTo>
                  <a:pt x="95115" y="46655"/>
                  <a:pt x="101486" y="51840"/>
                  <a:pt x="102195" y="58938"/>
                </a:cubicBezTo>
                <a:cubicBezTo>
                  <a:pt x="102903" y="66036"/>
                  <a:pt x="97680" y="72360"/>
                  <a:pt x="90529" y="73062"/>
                </a:cubicBezTo>
                <a:cubicBezTo>
                  <a:pt x="32208" y="78794"/>
                  <a:pt x="4141" y="39293"/>
                  <a:pt x="170" y="14985"/>
                </a:cubicBezTo>
                <a:cubicBezTo>
                  <a:pt x="-980" y="7944"/>
                  <a:pt x="3837" y="1311"/>
                  <a:pt x="10931" y="168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06"/>
          <p:cNvSpPr/>
          <p:nvPr/>
        </p:nvSpPr>
        <p:spPr>
          <a:xfrm>
            <a:off x="2003696" y="1779024"/>
            <a:ext cx="106527" cy="108338"/>
          </a:xfrm>
          <a:custGeom>
            <a:rect b="b" l="l" r="r" t="t"/>
            <a:pathLst>
              <a:path extrusionOk="0" h="108338" w="106527">
                <a:moveTo>
                  <a:pt x="93516" y="0"/>
                </a:moveTo>
                <a:cubicBezTo>
                  <a:pt x="100701" y="0"/>
                  <a:pt x="106527" y="5782"/>
                  <a:pt x="106527" y="12915"/>
                </a:cubicBezTo>
                <a:cubicBezTo>
                  <a:pt x="106527" y="27794"/>
                  <a:pt x="103633" y="51295"/>
                  <a:pt x="90255" y="71475"/>
                </a:cubicBezTo>
                <a:cubicBezTo>
                  <a:pt x="76292" y="92538"/>
                  <a:pt x="50700" y="108338"/>
                  <a:pt x="13011" y="108338"/>
                </a:cubicBezTo>
                <a:cubicBezTo>
                  <a:pt x="5825" y="108338"/>
                  <a:pt x="0" y="102556"/>
                  <a:pt x="0" y="95423"/>
                </a:cubicBezTo>
                <a:cubicBezTo>
                  <a:pt x="0" y="88290"/>
                  <a:pt x="5825" y="82508"/>
                  <a:pt x="13011" y="82508"/>
                </a:cubicBezTo>
                <a:cubicBezTo>
                  <a:pt x="43718" y="82508"/>
                  <a:pt x="59642" y="70664"/>
                  <a:pt x="68516" y="57277"/>
                </a:cubicBezTo>
                <a:cubicBezTo>
                  <a:pt x="77975" y="43008"/>
                  <a:pt x="80504" y="25255"/>
                  <a:pt x="80504" y="12915"/>
                </a:cubicBezTo>
                <a:cubicBezTo>
                  <a:pt x="80504" y="5782"/>
                  <a:pt x="86329" y="0"/>
                  <a:pt x="93516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06"/>
          <p:cNvSpPr/>
          <p:nvPr/>
        </p:nvSpPr>
        <p:spPr>
          <a:xfrm>
            <a:off x="2084202" y="1779024"/>
            <a:ext cx="106527" cy="108338"/>
          </a:xfrm>
          <a:custGeom>
            <a:rect b="b" l="l" r="r" t="t"/>
            <a:pathLst>
              <a:path extrusionOk="0" h="108338" w="106527">
                <a:moveTo>
                  <a:pt x="13011" y="0"/>
                </a:moveTo>
                <a:cubicBezTo>
                  <a:pt x="5825" y="0"/>
                  <a:pt x="0" y="5782"/>
                  <a:pt x="0" y="12915"/>
                </a:cubicBezTo>
                <a:cubicBezTo>
                  <a:pt x="0" y="27794"/>
                  <a:pt x="2894" y="51295"/>
                  <a:pt x="16272" y="71475"/>
                </a:cubicBezTo>
                <a:cubicBezTo>
                  <a:pt x="30235" y="92538"/>
                  <a:pt x="55193" y="108338"/>
                  <a:pt x="93516" y="108338"/>
                </a:cubicBezTo>
                <a:cubicBezTo>
                  <a:pt x="100701" y="108338"/>
                  <a:pt x="106527" y="102556"/>
                  <a:pt x="106527" y="95423"/>
                </a:cubicBezTo>
                <a:cubicBezTo>
                  <a:pt x="106527" y="88290"/>
                  <a:pt x="100701" y="82508"/>
                  <a:pt x="93516" y="82508"/>
                </a:cubicBezTo>
                <a:cubicBezTo>
                  <a:pt x="62808" y="82508"/>
                  <a:pt x="46885" y="70664"/>
                  <a:pt x="38010" y="57277"/>
                </a:cubicBezTo>
                <a:cubicBezTo>
                  <a:pt x="28551" y="43008"/>
                  <a:pt x="26023" y="25255"/>
                  <a:pt x="26023" y="12915"/>
                </a:cubicBezTo>
                <a:cubicBezTo>
                  <a:pt x="26023" y="5782"/>
                  <a:pt x="20197" y="0"/>
                  <a:pt x="13011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06"/>
          <p:cNvSpPr/>
          <p:nvPr/>
        </p:nvSpPr>
        <p:spPr>
          <a:xfrm>
            <a:off x="2022864" y="2007666"/>
            <a:ext cx="87350" cy="88684"/>
          </a:xfrm>
          <a:custGeom>
            <a:rect b="b" l="l" r="r" t="t"/>
            <a:pathLst>
              <a:path extrusionOk="0" h="88684" w="87350">
                <a:moveTo>
                  <a:pt x="74339" y="88684"/>
                </a:moveTo>
                <a:cubicBezTo>
                  <a:pt x="81525" y="88684"/>
                  <a:pt x="87350" y="82902"/>
                  <a:pt x="87350" y="75769"/>
                </a:cubicBezTo>
                <a:cubicBezTo>
                  <a:pt x="87350" y="64132"/>
                  <a:pt x="85102" y="45545"/>
                  <a:pt x="74444" y="29468"/>
                </a:cubicBezTo>
                <a:cubicBezTo>
                  <a:pt x="63202" y="12508"/>
                  <a:pt x="43666" y="0"/>
                  <a:pt x="13011" y="0"/>
                </a:cubicBezTo>
                <a:cubicBezTo>
                  <a:pt x="5826" y="0"/>
                  <a:pt x="0" y="5783"/>
                  <a:pt x="0" y="12915"/>
                </a:cubicBezTo>
                <a:cubicBezTo>
                  <a:pt x="0" y="20048"/>
                  <a:pt x="5826" y="25830"/>
                  <a:pt x="13011" y="25830"/>
                </a:cubicBezTo>
                <a:cubicBezTo>
                  <a:pt x="35422" y="25830"/>
                  <a:pt x="46551" y="34382"/>
                  <a:pt x="52705" y="43666"/>
                </a:cubicBezTo>
                <a:cubicBezTo>
                  <a:pt x="59445" y="53832"/>
                  <a:pt x="61327" y="66671"/>
                  <a:pt x="61327" y="75769"/>
                </a:cubicBezTo>
                <a:cubicBezTo>
                  <a:pt x="61327" y="82902"/>
                  <a:pt x="67153" y="88684"/>
                  <a:pt x="74339" y="8868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06"/>
          <p:cNvSpPr/>
          <p:nvPr/>
        </p:nvSpPr>
        <p:spPr>
          <a:xfrm>
            <a:off x="2084421" y="1716365"/>
            <a:ext cx="26022" cy="466278"/>
          </a:xfrm>
          <a:custGeom>
            <a:rect b="b" l="l" r="r" t="t"/>
            <a:pathLst>
              <a:path extrusionOk="0" h="466278" w="26022">
                <a:moveTo>
                  <a:pt x="13011" y="0"/>
                </a:moveTo>
                <a:cubicBezTo>
                  <a:pt x="20197" y="0"/>
                  <a:pt x="26023" y="5783"/>
                  <a:pt x="26023" y="12915"/>
                </a:cubicBezTo>
                <a:lnTo>
                  <a:pt x="26023" y="453364"/>
                </a:lnTo>
                <a:cubicBezTo>
                  <a:pt x="26023" y="460497"/>
                  <a:pt x="20197" y="466279"/>
                  <a:pt x="13011" y="466279"/>
                </a:cubicBezTo>
                <a:cubicBezTo>
                  <a:pt x="5825" y="466279"/>
                  <a:pt x="0" y="460497"/>
                  <a:pt x="0" y="453364"/>
                </a:cubicBezTo>
                <a:lnTo>
                  <a:pt x="0" y="12915"/>
                </a:lnTo>
                <a:cubicBezTo>
                  <a:pt x="0" y="5783"/>
                  <a:pt x="5825" y="0"/>
                  <a:pt x="13011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06"/>
          <p:cNvSpPr/>
          <p:nvPr/>
        </p:nvSpPr>
        <p:spPr>
          <a:xfrm>
            <a:off x="2980311" y="1639265"/>
            <a:ext cx="517537" cy="591721"/>
          </a:xfrm>
          <a:custGeom>
            <a:rect b="b" l="l" r="r" t="t"/>
            <a:pathLst>
              <a:path extrusionOk="0" h="591721" w="517537">
                <a:moveTo>
                  <a:pt x="286001" y="0"/>
                </a:moveTo>
                <a:cubicBezTo>
                  <a:pt x="157731" y="0"/>
                  <a:pt x="54464" y="108217"/>
                  <a:pt x="54464" y="240802"/>
                </a:cubicBezTo>
                <a:lnTo>
                  <a:pt x="54464" y="275975"/>
                </a:lnTo>
                <a:lnTo>
                  <a:pt x="3236" y="369815"/>
                </a:lnTo>
                <a:cubicBezTo>
                  <a:pt x="-6232" y="387158"/>
                  <a:pt x="6212" y="408385"/>
                  <a:pt x="25848" y="408385"/>
                </a:cubicBezTo>
                <a:lnTo>
                  <a:pt x="54464" y="408385"/>
                </a:lnTo>
                <a:lnTo>
                  <a:pt x="54464" y="488884"/>
                </a:lnTo>
                <a:cubicBezTo>
                  <a:pt x="54464" y="513925"/>
                  <a:pt x="74627" y="534671"/>
                  <a:pt x="99855" y="534224"/>
                </a:cubicBezTo>
                <a:cubicBezTo>
                  <a:pt x="135890" y="533586"/>
                  <a:pt x="177425" y="530947"/>
                  <a:pt x="212328" y="518679"/>
                </a:cubicBezTo>
                <a:lnTo>
                  <a:pt x="212328" y="578710"/>
                </a:lnTo>
                <a:cubicBezTo>
                  <a:pt x="212328" y="585896"/>
                  <a:pt x="218106" y="591721"/>
                  <a:pt x="225234" y="591721"/>
                </a:cubicBezTo>
                <a:lnTo>
                  <a:pt x="446595" y="591721"/>
                </a:lnTo>
                <a:cubicBezTo>
                  <a:pt x="453723" y="591721"/>
                  <a:pt x="459501" y="585896"/>
                  <a:pt x="459501" y="578710"/>
                </a:cubicBezTo>
                <a:lnTo>
                  <a:pt x="459501" y="482342"/>
                </a:lnTo>
                <a:cubicBezTo>
                  <a:pt x="459501" y="439343"/>
                  <a:pt x="475003" y="398789"/>
                  <a:pt x="491371" y="355966"/>
                </a:cubicBezTo>
                <a:lnTo>
                  <a:pt x="491372" y="355966"/>
                </a:lnTo>
                <a:cubicBezTo>
                  <a:pt x="495179" y="346005"/>
                  <a:pt x="499033" y="335922"/>
                  <a:pt x="502750" y="325657"/>
                </a:cubicBezTo>
                <a:cubicBezTo>
                  <a:pt x="512314" y="299244"/>
                  <a:pt x="517538" y="270641"/>
                  <a:pt x="517538" y="240802"/>
                </a:cubicBezTo>
                <a:cubicBezTo>
                  <a:pt x="517538" y="108217"/>
                  <a:pt x="414272" y="0"/>
                  <a:pt x="286001" y="0"/>
                </a:cubicBezTo>
                <a:close/>
              </a:path>
            </a:pathLst>
          </a:custGeom>
          <a:solidFill>
            <a:srgbClr val="FC1C4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06"/>
          <p:cNvSpPr/>
          <p:nvPr/>
        </p:nvSpPr>
        <p:spPr>
          <a:xfrm>
            <a:off x="3112096" y="1705466"/>
            <a:ext cx="315274" cy="211212"/>
          </a:xfrm>
          <a:custGeom>
            <a:rect b="b" l="l" r="r" t="t"/>
            <a:pathLst>
              <a:path extrusionOk="0" h="211212" w="315274">
                <a:moveTo>
                  <a:pt x="157637" y="0"/>
                </a:moveTo>
                <a:cubicBezTo>
                  <a:pt x="71043" y="0"/>
                  <a:pt x="0" y="68259"/>
                  <a:pt x="0" y="153490"/>
                </a:cubicBezTo>
                <a:cubicBezTo>
                  <a:pt x="0" y="174097"/>
                  <a:pt x="4197" y="190505"/>
                  <a:pt x="15746" y="200768"/>
                </a:cubicBezTo>
                <a:cubicBezTo>
                  <a:pt x="27197" y="210944"/>
                  <a:pt x="42444" y="211951"/>
                  <a:pt x="56291" y="210872"/>
                </a:cubicBezTo>
                <a:cubicBezTo>
                  <a:pt x="67144" y="210027"/>
                  <a:pt x="79683" y="207617"/>
                  <a:pt x="92499" y="205153"/>
                </a:cubicBezTo>
                <a:cubicBezTo>
                  <a:pt x="96194" y="204442"/>
                  <a:pt x="99913" y="203728"/>
                  <a:pt x="103621" y="203044"/>
                </a:cubicBezTo>
                <a:cubicBezTo>
                  <a:pt x="120727" y="199894"/>
                  <a:pt x="138845" y="197132"/>
                  <a:pt x="157637" y="197132"/>
                </a:cubicBezTo>
                <a:cubicBezTo>
                  <a:pt x="176430" y="197132"/>
                  <a:pt x="194548" y="199894"/>
                  <a:pt x="211654" y="203044"/>
                </a:cubicBezTo>
                <a:cubicBezTo>
                  <a:pt x="215361" y="203728"/>
                  <a:pt x="219080" y="204442"/>
                  <a:pt x="222776" y="205153"/>
                </a:cubicBezTo>
                <a:cubicBezTo>
                  <a:pt x="235592" y="207617"/>
                  <a:pt x="248131" y="210027"/>
                  <a:pt x="258984" y="210872"/>
                </a:cubicBezTo>
                <a:cubicBezTo>
                  <a:pt x="272831" y="211951"/>
                  <a:pt x="288078" y="210944"/>
                  <a:pt x="299529" y="200768"/>
                </a:cubicBezTo>
                <a:cubicBezTo>
                  <a:pt x="311078" y="190505"/>
                  <a:pt x="315275" y="174097"/>
                  <a:pt x="315275" y="153490"/>
                </a:cubicBezTo>
                <a:cubicBezTo>
                  <a:pt x="315275" y="68259"/>
                  <a:pt x="244231" y="0"/>
                  <a:pt x="157637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06"/>
          <p:cNvSpPr/>
          <p:nvPr/>
        </p:nvSpPr>
        <p:spPr>
          <a:xfrm>
            <a:off x="4225174" y="1618286"/>
            <a:ext cx="309085" cy="489789"/>
          </a:xfrm>
          <a:custGeom>
            <a:rect b="b" l="l" r="r" t="t"/>
            <a:pathLst>
              <a:path extrusionOk="0" h="489789" w="309085">
                <a:moveTo>
                  <a:pt x="171716" y="10903"/>
                </a:moveTo>
                <a:cubicBezTo>
                  <a:pt x="164725" y="-3634"/>
                  <a:pt x="144360" y="-3634"/>
                  <a:pt x="137369" y="10903"/>
                </a:cubicBezTo>
                <a:lnTo>
                  <a:pt x="14916" y="265532"/>
                </a:lnTo>
                <a:cubicBezTo>
                  <a:pt x="-9456" y="316210"/>
                  <a:pt x="-3630" y="376542"/>
                  <a:pt x="29969" y="421426"/>
                </a:cubicBezTo>
                <a:lnTo>
                  <a:pt x="77318" y="484679"/>
                </a:lnTo>
                <a:cubicBezTo>
                  <a:pt x="79729" y="487900"/>
                  <a:pt x="83480" y="489790"/>
                  <a:pt x="87458" y="489790"/>
                </a:cubicBezTo>
                <a:lnTo>
                  <a:pt x="221627" y="489790"/>
                </a:lnTo>
                <a:cubicBezTo>
                  <a:pt x="225606" y="489790"/>
                  <a:pt x="229356" y="487900"/>
                  <a:pt x="231767" y="484679"/>
                </a:cubicBezTo>
                <a:lnTo>
                  <a:pt x="279117" y="421426"/>
                </a:lnTo>
                <a:cubicBezTo>
                  <a:pt x="312716" y="376542"/>
                  <a:pt x="318541" y="316210"/>
                  <a:pt x="294170" y="265532"/>
                </a:cubicBezTo>
                <a:lnTo>
                  <a:pt x="171716" y="10903"/>
                </a:lnTo>
                <a:close/>
              </a:path>
            </a:pathLst>
          </a:custGeom>
          <a:solidFill>
            <a:srgbClr val="FC1C4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06"/>
          <p:cNvSpPr/>
          <p:nvPr/>
        </p:nvSpPr>
        <p:spPr>
          <a:xfrm>
            <a:off x="4233418" y="2078141"/>
            <a:ext cx="292611" cy="173320"/>
          </a:xfrm>
          <a:custGeom>
            <a:rect b="b" l="l" r="r" t="t"/>
            <a:pathLst>
              <a:path extrusionOk="0" h="173320" w="292611">
                <a:moveTo>
                  <a:pt x="0" y="32420"/>
                </a:moveTo>
                <a:cubicBezTo>
                  <a:pt x="0" y="14515"/>
                  <a:pt x="14266" y="0"/>
                  <a:pt x="31865" y="0"/>
                </a:cubicBezTo>
                <a:lnTo>
                  <a:pt x="260747" y="0"/>
                </a:lnTo>
                <a:cubicBezTo>
                  <a:pt x="278346" y="0"/>
                  <a:pt x="292612" y="14515"/>
                  <a:pt x="292612" y="32419"/>
                </a:cubicBezTo>
                <a:lnTo>
                  <a:pt x="292612" y="140901"/>
                </a:lnTo>
                <a:cubicBezTo>
                  <a:pt x="292612" y="158806"/>
                  <a:pt x="278346" y="173320"/>
                  <a:pt x="260747" y="173320"/>
                </a:cubicBezTo>
                <a:lnTo>
                  <a:pt x="31865" y="173320"/>
                </a:lnTo>
                <a:cubicBezTo>
                  <a:pt x="14266" y="173320"/>
                  <a:pt x="0" y="158806"/>
                  <a:pt x="0" y="140901"/>
                </a:cubicBezTo>
                <a:lnTo>
                  <a:pt x="0" y="3242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06"/>
          <p:cNvSpPr/>
          <p:nvPr/>
        </p:nvSpPr>
        <p:spPr>
          <a:xfrm>
            <a:off x="4233418" y="2078141"/>
            <a:ext cx="292611" cy="173320"/>
          </a:xfrm>
          <a:custGeom>
            <a:rect b="b" l="l" r="r" t="t"/>
            <a:pathLst>
              <a:path extrusionOk="0" h="173320" w="292611">
                <a:moveTo>
                  <a:pt x="260747" y="25935"/>
                </a:moveTo>
                <a:lnTo>
                  <a:pt x="31865" y="25935"/>
                </a:lnTo>
                <a:cubicBezTo>
                  <a:pt x="28345" y="25935"/>
                  <a:pt x="25492" y="28839"/>
                  <a:pt x="25492" y="32420"/>
                </a:cubicBezTo>
                <a:lnTo>
                  <a:pt x="25492" y="140901"/>
                </a:lnTo>
                <a:cubicBezTo>
                  <a:pt x="25492" y="144482"/>
                  <a:pt x="28345" y="147385"/>
                  <a:pt x="31865" y="147385"/>
                </a:cubicBezTo>
                <a:lnTo>
                  <a:pt x="260747" y="147385"/>
                </a:lnTo>
                <a:cubicBezTo>
                  <a:pt x="264267" y="147385"/>
                  <a:pt x="267120" y="144482"/>
                  <a:pt x="267120" y="140901"/>
                </a:cubicBezTo>
                <a:lnTo>
                  <a:pt x="267120" y="32419"/>
                </a:lnTo>
                <a:cubicBezTo>
                  <a:pt x="267120" y="28839"/>
                  <a:pt x="264267" y="25935"/>
                  <a:pt x="260747" y="25935"/>
                </a:cubicBezTo>
                <a:close/>
                <a:moveTo>
                  <a:pt x="31865" y="0"/>
                </a:moveTo>
                <a:cubicBezTo>
                  <a:pt x="14266" y="0"/>
                  <a:pt x="0" y="14515"/>
                  <a:pt x="0" y="32420"/>
                </a:cubicBezTo>
                <a:lnTo>
                  <a:pt x="0" y="140901"/>
                </a:lnTo>
                <a:cubicBezTo>
                  <a:pt x="0" y="158806"/>
                  <a:pt x="14266" y="173320"/>
                  <a:pt x="31865" y="173320"/>
                </a:cubicBezTo>
                <a:lnTo>
                  <a:pt x="260747" y="173320"/>
                </a:lnTo>
                <a:cubicBezTo>
                  <a:pt x="278346" y="173320"/>
                  <a:pt x="292612" y="158806"/>
                  <a:pt x="292612" y="140901"/>
                </a:cubicBezTo>
                <a:lnTo>
                  <a:pt x="292612" y="32419"/>
                </a:lnTo>
                <a:cubicBezTo>
                  <a:pt x="292612" y="14515"/>
                  <a:pt x="278346" y="0"/>
                  <a:pt x="260747" y="0"/>
                </a:cubicBezTo>
                <a:lnTo>
                  <a:pt x="31865" y="0"/>
                </a:lnTo>
                <a:close/>
              </a:path>
            </a:pathLst>
          </a:custGeom>
          <a:solidFill>
            <a:srgbClr val="FC1C4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106"/>
          <p:cNvSpPr/>
          <p:nvPr/>
        </p:nvSpPr>
        <p:spPr>
          <a:xfrm>
            <a:off x="4366982" y="1850727"/>
            <a:ext cx="25491" cy="141062"/>
          </a:xfrm>
          <a:custGeom>
            <a:rect b="b" l="l" r="r" t="t"/>
            <a:pathLst>
              <a:path extrusionOk="0" h="141062" w="25491">
                <a:moveTo>
                  <a:pt x="12746" y="0"/>
                </a:moveTo>
                <a:cubicBezTo>
                  <a:pt x="19785" y="0"/>
                  <a:pt x="25492" y="5806"/>
                  <a:pt x="25492" y="12968"/>
                </a:cubicBezTo>
                <a:lnTo>
                  <a:pt x="25492" y="128095"/>
                </a:lnTo>
                <a:cubicBezTo>
                  <a:pt x="25492" y="135257"/>
                  <a:pt x="19785" y="141062"/>
                  <a:pt x="12746" y="141062"/>
                </a:cubicBezTo>
                <a:cubicBezTo>
                  <a:pt x="5706" y="141062"/>
                  <a:pt x="0" y="135257"/>
                  <a:pt x="0" y="128095"/>
                </a:cubicBezTo>
                <a:lnTo>
                  <a:pt x="0" y="12968"/>
                </a:lnTo>
                <a:cubicBezTo>
                  <a:pt x="0" y="5806"/>
                  <a:pt x="5706" y="0"/>
                  <a:pt x="12746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106"/>
          <p:cNvSpPr/>
          <p:nvPr/>
        </p:nvSpPr>
        <p:spPr>
          <a:xfrm>
            <a:off x="5215251" y="1709858"/>
            <a:ext cx="452563" cy="448253"/>
          </a:xfrm>
          <a:custGeom>
            <a:rect b="b" l="l" r="r" t="t"/>
            <a:pathLst>
              <a:path extrusionOk="0" h="448253" w="452563">
                <a:moveTo>
                  <a:pt x="226282" y="448253"/>
                </a:moveTo>
                <a:cubicBezTo>
                  <a:pt x="351254" y="448253"/>
                  <a:pt x="452564" y="347908"/>
                  <a:pt x="452564" y="224127"/>
                </a:cubicBezTo>
                <a:cubicBezTo>
                  <a:pt x="452564" y="100345"/>
                  <a:pt x="351254" y="0"/>
                  <a:pt x="226282" y="0"/>
                </a:cubicBezTo>
                <a:cubicBezTo>
                  <a:pt x="101310" y="0"/>
                  <a:pt x="0" y="100345"/>
                  <a:pt x="0" y="224127"/>
                </a:cubicBezTo>
                <a:cubicBezTo>
                  <a:pt x="0" y="347908"/>
                  <a:pt x="101310" y="448253"/>
                  <a:pt x="226282" y="448253"/>
                </a:cubicBezTo>
                <a:close/>
              </a:path>
            </a:pathLst>
          </a:custGeom>
          <a:solidFill>
            <a:srgbClr val="FC1C4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06"/>
          <p:cNvSpPr/>
          <p:nvPr/>
        </p:nvSpPr>
        <p:spPr>
          <a:xfrm>
            <a:off x="5676940" y="1762641"/>
            <a:ext cx="73762" cy="342679"/>
          </a:xfrm>
          <a:custGeom>
            <a:rect b="b" l="l" r="r" t="t"/>
            <a:pathLst>
              <a:path extrusionOk="0" h="342679" w="73762">
                <a:moveTo>
                  <a:pt x="4445" y="3187"/>
                </a:moveTo>
                <a:cubicBezTo>
                  <a:pt x="9854" y="-1499"/>
                  <a:pt x="18074" y="-954"/>
                  <a:pt x="22805" y="4403"/>
                </a:cubicBezTo>
                <a:cubicBezTo>
                  <a:pt x="54200" y="39953"/>
                  <a:pt x="73762" y="102269"/>
                  <a:pt x="73762" y="171340"/>
                </a:cubicBezTo>
                <a:cubicBezTo>
                  <a:pt x="73762" y="240410"/>
                  <a:pt x="54200" y="302726"/>
                  <a:pt x="22805" y="338276"/>
                </a:cubicBezTo>
                <a:cubicBezTo>
                  <a:pt x="18074" y="343634"/>
                  <a:pt x="9854" y="344178"/>
                  <a:pt x="4445" y="339492"/>
                </a:cubicBezTo>
                <a:cubicBezTo>
                  <a:pt x="-964" y="334806"/>
                  <a:pt x="-1513" y="326664"/>
                  <a:pt x="3218" y="321307"/>
                </a:cubicBezTo>
                <a:cubicBezTo>
                  <a:pt x="29046" y="292060"/>
                  <a:pt x="47739" y="236694"/>
                  <a:pt x="47739" y="171340"/>
                </a:cubicBezTo>
                <a:cubicBezTo>
                  <a:pt x="47739" y="105985"/>
                  <a:pt x="29046" y="50619"/>
                  <a:pt x="3218" y="21372"/>
                </a:cubicBezTo>
                <a:cubicBezTo>
                  <a:pt x="-1513" y="16015"/>
                  <a:pt x="-964" y="7873"/>
                  <a:pt x="4445" y="3187"/>
                </a:cubicBezTo>
                <a:close/>
              </a:path>
            </a:pathLst>
          </a:custGeom>
          <a:solidFill>
            <a:srgbClr val="FC1C4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06"/>
          <p:cNvSpPr/>
          <p:nvPr/>
        </p:nvSpPr>
        <p:spPr>
          <a:xfrm>
            <a:off x="5782439" y="1787835"/>
            <a:ext cx="51844" cy="292297"/>
          </a:xfrm>
          <a:custGeom>
            <a:rect b="b" l="l" r="r" t="t"/>
            <a:pathLst>
              <a:path extrusionOk="0" h="292297" w="51844">
                <a:moveTo>
                  <a:pt x="6635" y="1657"/>
                </a:moveTo>
                <a:cubicBezTo>
                  <a:pt x="12898" y="-1832"/>
                  <a:pt x="20831" y="368"/>
                  <a:pt x="24354" y="6572"/>
                </a:cubicBezTo>
                <a:cubicBezTo>
                  <a:pt x="41408" y="36601"/>
                  <a:pt x="51844" y="88654"/>
                  <a:pt x="51844" y="146149"/>
                </a:cubicBezTo>
                <a:cubicBezTo>
                  <a:pt x="51844" y="203643"/>
                  <a:pt x="41408" y="255696"/>
                  <a:pt x="24354" y="285726"/>
                </a:cubicBezTo>
                <a:cubicBezTo>
                  <a:pt x="20831" y="291929"/>
                  <a:pt x="12898" y="294129"/>
                  <a:pt x="6635" y="290640"/>
                </a:cubicBezTo>
                <a:cubicBezTo>
                  <a:pt x="372" y="287151"/>
                  <a:pt x="-1850" y="279292"/>
                  <a:pt x="1674" y="273089"/>
                </a:cubicBezTo>
                <a:cubicBezTo>
                  <a:pt x="15567" y="248624"/>
                  <a:pt x="25821" y="201707"/>
                  <a:pt x="25821" y="146149"/>
                </a:cubicBezTo>
                <a:cubicBezTo>
                  <a:pt x="25821" y="90591"/>
                  <a:pt x="15567" y="43673"/>
                  <a:pt x="1674" y="19208"/>
                </a:cubicBezTo>
                <a:cubicBezTo>
                  <a:pt x="-1850" y="13005"/>
                  <a:pt x="372" y="5147"/>
                  <a:pt x="6635" y="1657"/>
                </a:cubicBezTo>
                <a:close/>
              </a:path>
            </a:pathLst>
          </a:custGeom>
          <a:solidFill>
            <a:srgbClr val="FC1C4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06"/>
          <p:cNvSpPr/>
          <p:nvPr/>
        </p:nvSpPr>
        <p:spPr>
          <a:xfrm>
            <a:off x="6513744" y="1756788"/>
            <a:ext cx="314563" cy="493761"/>
          </a:xfrm>
          <a:custGeom>
            <a:rect b="b" l="l" r="r" t="t"/>
            <a:pathLst>
              <a:path extrusionOk="0" h="493761" w="314563">
                <a:moveTo>
                  <a:pt x="97125" y="0"/>
                </a:moveTo>
                <a:cubicBezTo>
                  <a:pt x="94840" y="0"/>
                  <a:pt x="92596" y="617"/>
                  <a:pt x="90624" y="1786"/>
                </a:cubicBezTo>
                <a:cubicBezTo>
                  <a:pt x="67786" y="15334"/>
                  <a:pt x="36959" y="42157"/>
                  <a:pt x="17773" y="79399"/>
                </a:cubicBezTo>
                <a:cubicBezTo>
                  <a:pt x="-1696" y="117188"/>
                  <a:pt x="-9027" y="165575"/>
                  <a:pt x="15829" y="220192"/>
                </a:cubicBezTo>
                <a:cubicBezTo>
                  <a:pt x="44212" y="282557"/>
                  <a:pt x="56940" y="330818"/>
                  <a:pt x="57933" y="370865"/>
                </a:cubicBezTo>
                <a:cubicBezTo>
                  <a:pt x="58917" y="410502"/>
                  <a:pt x="48427" y="442889"/>
                  <a:pt x="28801" y="473792"/>
                </a:cubicBezTo>
                <a:cubicBezTo>
                  <a:pt x="26267" y="477783"/>
                  <a:pt x="26090" y="482853"/>
                  <a:pt x="28342" y="487013"/>
                </a:cubicBezTo>
                <a:cubicBezTo>
                  <a:pt x="30593" y="491174"/>
                  <a:pt x="34913" y="493761"/>
                  <a:pt x="39607" y="493761"/>
                </a:cubicBezTo>
                <a:cubicBezTo>
                  <a:pt x="63946" y="493761"/>
                  <a:pt x="90988" y="483820"/>
                  <a:pt x="117672" y="467837"/>
                </a:cubicBezTo>
                <a:cubicBezTo>
                  <a:pt x="144562" y="451731"/>
                  <a:pt x="172121" y="428876"/>
                  <a:pt x="197746" y="401548"/>
                </a:cubicBezTo>
                <a:cubicBezTo>
                  <a:pt x="248880" y="347015"/>
                  <a:pt x="293531" y="273346"/>
                  <a:pt x="309473" y="197069"/>
                </a:cubicBezTo>
                <a:cubicBezTo>
                  <a:pt x="322631" y="134110"/>
                  <a:pt x="308691" y="86585"/>
                  <a:pt x="285838" y="53836"/>
                </a:cubicBezTo>
                <a:cubicBezTo>
                  <a:pt x="263435" y="21733"/>
                  <a:pt x="232458" y="3922"/>
                  <a:pt x="211335" y="194"/>
                </a:cubicBezTo>
                <a:cubicBezTo>
                  <a:pt x="210606" y="65"/>
                  <a:pt x="209866" y="0"/>
                  <a:pt x="209125" y="0"/>
                </a:cubicBezTo>
                <a:lnTo>
                  <a:pt x="97125" y="0"/>
                </a:lnTo>
                <a:close/>
              </a:path>
            </a:pathLst>
          </a:custGeom>
          <a:solidFill>
            <a:srgbClr val="FC1C4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06"/>
          <p:cNvSpPr/>
          <p:nvPr/>
        </p:nvSpPr>
        <p:spPr>
          <a:xfrm>
            <a:off x="6525182" y="1616368"/>
            <a:ext cx="292873" cy="172231"/>
          </a:xfrm>
          <a:custGeom>
            <a:rect b="b" l="l" r="r" t="t"/>
            <a:pathLst>
              <a:path extrusionOk="0" h="172231" w="292873">
                <a:moveTo>
                  <a:pt x="292874" y="139812"/>
                </a:moveTo>
                <a:cubicBezTo>
                  <a:pt x="292874" y="157716"/>
                  <a:pt x="278504" y="172231"/>
                  <a:pt x="260779" y="172231"/>
                </a:cubicBezTo>
                <a:lnTo>
                  <a:pt x="32095" y="172231"/>
                </a:lnTo>
                <a:cubicBezTo>
                  <a:pt x="14369" y="172231"/>
                  <a:pt x="0" y="157716"/>
                  <a:pt x="0" y="139812"/>
                </a:cubicBezTo>
                <a:lnTo>
                  <a:pt x="0" y="32419"/>
                </a:lnTo>
                <a:cubicBezTo>
                  <a:pt x="0" y="14515"/>
                  <a:pt x="14369" y="0"/>
                  <a:pt x="32095" y="0"/>
                </a:cubicBezTo>
                <a:lnTo>
                  <a:pt x="260779" y="0"/>
                </a:lnTo>
                <a:cubicBezTo>
                  <a:pt x="278504" y="0"/>
                  <a:pt x="292874" y="14515"/>
                  <a:pt x="292874" y="32419"/>
                </a:cubicBezTo>
                <a:lnTo>
                  <a:pt x="292874" y="139812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06"/>
          <p:cNvSpPr/>
          <p:nvPr/>
        </p:nvSpPr>
        <p:spPr>
          <a:xfrm>
            <a:off x="6525182" y="1616368"/>
            <a:ext cx="292873" cy="172231"/>
          </a:xfrm>
          <a:custGeom>
            <a:rect b="b" l="l" r="r" t="t"/>
            <a:pathLst>
              <a:path extrusionOk="0" h="172231" w="292873">
                <a:moveTo>
                  <a:pt x="32095" y="146296"/>
                </a:moveTo>
                <a:lnTo>
                  <a:pt x="260779" y="146296"/>
                </a:lnTo>
                <a:cubicBezTo>
                  <a:pt x="264324" y="146296"/>
                  <a:pt x="267198" y="143393"/>
                  <a:pt x="267198" y="139812"/>
                </a:cubicBezTo>
                <a:lnTo>
                  <a:pt x="267198" y="32419"/>
                </a:lnTo>
                <a:cubicBezTo>
                  <a:pt x="267198" y="28838"/>
                  <a:pt x="264324" y="25935"/>
                  <a:pt x="260779" y="25935"/>
                </a:cubicBezTo>
                <a:lnTo>
                  <a:pt x="32095" y="25935"/>
                </a:lnTo>
                <a:cubicBezTo>
                  <a:pt x="28550" y="25935"/>
                  <a:pt x="25676" y="28838"/>
                  <a:pt x="25676" y="32419"/>
                </a:cubicBezTo>
                <a:lnTo>
                  <a:pt x="25676" y="139812"/>
                </a:lnTo>
                <a:cubicBezTo>
                  <a:pt x="25676" y="143393"/>
                  <a:pt x="28550" y="146296"/>
                  <a:pt x="32095" y="146296"/>
                </a:cubicBezTo>
                <a:close/>
                <a:moveTo>
                  <a:pt x="260779" y="172231"/>
                </a:moveTo>
                <a:cubicBezTo>
                  <a:pt x="278504" y="172231"/>
                  <a:pt x="292874" y="157716"/>
                  <a:pt x="292874" y="139812"/>
                </a:cubicBezTo>
                <a:lnTo>
                  <a:pt x="292874" y="32419"/>
                </a:lnTo>
                <a:cubicBezTo>
                  <a:pt x="292874" y="14515"/>
                  <a:pt x="278504" y="0"/>
                  <a:pt x="260779" y="0"/>
                </a:cubicBezTo>
                <a:lnTo>
                  <a:pt x="32095" y="0"/>
                </a:lnTo>
                <a:cubicBezTo>
                  <a:pt x="14369" y="0"/>
                  <a:pt x="0" y="14515"/>
                  <a:pt x="0" y="32419"/>
                </a:cubicBezTo>
                <a:lnTo>
                  <a:pt x="0" y="139812"/>
                </a:lnTo>
                <a:cubicBezTo>
                  <a:pt x="0" y="157716"/>
                  <a:pt x="14369" y="172231"/>
                  <a:pt x="32095" y="172231"/>
                </a:cubicBezTo>
                <a:lnTo>
                  <a:pt x="260779" y="172231"/>
                </a:lnTo>
                <a:close/>
              </a:path>
            </a:pathLst>
          </a:custGeom>
          <a:solidFill>
            <a:srgbClr val="FC1C4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06"/>
          <p:cNvSpPr/>
          <p:nvPr/>
        </p:nvSpPr>
        <p:spPr>
          <a:xfrm>
            <a:off x="6576089" y="1891519"/>
            <a:ext cx="197905" cy="64469"/>
          </a:xfrm>
          <a:custGeom>
            <a:rect b="b" l="l" r="r" t="t"/>
            <a:pathLst>
              <a:path extrusionOk="0" h="64469" w="197905">
                <a:moveTo>
                  <a:pt x="192958" y="61730"/>
                </a:moveTo>
                <a:cubicBezTo>
                  <a:pt x="187365" y="66132"/>
                  <a:pt x="179298" y="65121"/>
                  <a:pt x="174940" y="59471"/>
                </a:cubicBezTo>
                <a:lnTo>
                  <a:pt x="153412" y="31562"/>
                </a:lnTo>
                <a:cubicBezTo>
                  <a:pt x="147625" y="24060"/>
                  <a:pt x="136395" y="24060"/>
                  <a:pt x="130609" y="31562"/>
                </a:cubicBezTo>
                <a:cubicBezTo>
                  <a:pt x="114542" y="52390"/>
                  <a:pt x="83364" y="52390"/>
                  <a:pt x="67298" y="31562"/>
                </a:cubicBezTo>
                <a:cubicBezTo>
                  <a:pt x="61510" y="24060"/>
                  <a:pt x="50281" y="24060"/>
                  <a:pt x="44494" y="31562"/>
                </a:cubicBezTo>
                <a:lnTo>
                  <a:pt x="22965" y="59471"/>
                </a:lnTo>
                <a:cubicBezTo>
                  <a:pt x="18607" y="65121"/>
                  <a:pt x="10541" y="66132"/>
                  <a:pt x="4948" y="61730"/>
                </a:cubicBezTo>
                <a:cubicBezTo>
                  <a:pt x="-645" y="57328"/>
                  <a:pt x="-1646" y="49180"/>
                  <a:pt x="2712" y="43531"/>
                </a:cubicBezTo>
                <a:lnTo>
                  <a:pt x="24241" y="15621"/>
                </a:lnTo>
                <a:cubicBezTo>
                  <a:pt x="40307" y="-5207"/>
                  <a:pt x="71485" y="-5207"/>
                  <a:pt x="87551" y="15621"/>
                </a:cubicBezTo>
                <a:cubicBezTo>
                  <a:pt x="93338" y="23124"/>
                  <a:pt x="104567" y="23124"/>
                  <a:pt x="110355" y="15621"/>
                </a:cubicBezTo>
                <a:cubicBezTo>
                  <a:pt x="126421" y="-5207"/>
                  <a:pt x="157599" y="-5207"/>
                  <a:pt x="173666" y="15621"/>
                </a:cubicBezTo>
                <a:lnTo>
                  <a:pt x="195194" y="43531"/>
                </a:lnTo>
                <a:cubicBezTo>
                  <a:pt x="199552" y="49180"/>
                  <a:pt x="198551" y="57328"/>
                  <a:pt x="192958" y="6173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16" name="Google Shape;116;p106"/>
          <p:cNvGrpSpPr/>
          <p:nvPr/>
        </p:nvGrpSpPr>
        <p:grpSpPr>
          <a:xfrm>
            <a:off x="7530875" y="1664684"/>
            <a:ext cx="544865" cy="538455"/>
            <a:chOff x="7530875" y="1664684"/>
            <a:chExt cx="544865" cy="538455"/>
          </a:xfrm>
        </p:grpSpPr>
        <p:sp>
          <p:nvSpPr>
            <p:cNvPr id="117" name="Google Shape;117;p106"/>
            <p:cNvSpPr/>
            <p:nvPr/>
          </p:nvSpPr>
          <p:spPr>
            <a:xfrm>
              <a:off x="7530875" y="1664684"/>
              <a:ext cx="544865" cy="538455"/>
            </a:xfrm>
            <a:custGeom>
              <a:rect b="b" l="l" r="r" t="t"/>
              <a:pathLst>
                <a:path extrusionOk="0" h="538455" w="544865">
                  <a:moveTo>
                    <a:pt x="272433" y="538455"/>
                  </a:moveTo>
                  <a:cubicBezTo>
                    <a:pt x="422893" y="538455"/>
                    <a:pt x="544866" y="417918"/>
                    <a:pt x="544866" y="269227"/>
                  </a:cubicBezTo>
                  <a:cubicBezTo>
                    <a:pt x="544866" y="120537"/>
                    <a:pt x="422893" y="0"/>
                    <a:pt x="272433" y="0"/>
                  </a:cubicBezTo>
                  <a:cubicBezTo>
                    <a:pt x="121972" y="0"/>
                    <a:pt x="0" y="120537"/>
                    <a:pt x="0" y="269227"/>
                  </a:cubicBezTo>
                  <a:cubicBezTo>
                    <a:pt x="0" y="417918"/>
                    <a:pt x="121972" y="538455"/>
                    <a:pt x="272433" y="538455"/>
                  </a:cubicBezTo>
                  <a:close/>
                </a:path>
              </a:pathLst>
            </a:custGeom>
            <a:solidFill>
              <a:srgbClr val="FC1C4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" name="Google Shape;118;p106"/>
            <p:cNvSpPr/>
            <p:nvPr/>
          </p:nvSpPr>
          <p:spPr>
            <a:xfrm>
              <a:off x="7686525" y="1851553"/>
              <a:ext cx="238954" cy="181949"/>
            </a:xfrm>
            <a:custGeom>
              <a:rect b="b" l="l" r="r" t="t"/>
              <a:pathLst>
                <a:path extrusionOk="0" h="181949" w="238954">
                  <a:moveTo>
                    <a:pt x="8863" y="676"/>
                  </a:moveTo>
                  <a:cubicBezTo>
                    <a:pt x="15673" y="-1590"/>
                    <a:pt x="23053" y="2028"/>
                    <a:pt x="25346" y="8759"/>
                  </a:cubicBezTo>
                  <a:lnTo>
                    <a:pt x="66245" y="128797"/>
                  </a:lnTo>
                  <a:lnTo>
                    <a:pt x="107145" y="8759"/>
                  </a:lnTo>
                  <a:cubicBezTo>
                    <a:pt x="108927" y="3527"/>
                    <a:pt x="113890" y="4"/>
                    <a:pt x="119476" y="4"/>
                  </a:cubicBezTo>
                  <a:cubicBezTo>
                    <a:pt x="125062" y="4"/>
                    <a:pt x="130025" y="3527"/>
                    <a:pt x="131807" y="8759"/>
                  </a:cubicBezTo>
                  <a:lnTo>
                    <a:pt x="172708" y="128797"/>
                  </a:lnTo>
                  <a:lnTo>
                    <a:pt x="213609" y="8759"/>
                  </a:lnTo>
                  <a:cubicBezTo>
                    <a:pt x="215902" y="2028"/>
                    <a:pt x="223282" y="-1590"/>
                    <a:pt x="230092" y="676"/>
                  </a:cubicBezTo>
                  <a:cubicBezTo>
                    <a:pt x="236902" y="2942"/>
                    <a:pt x="240564" y="10235"/>
                    <a:pt x="238271" y="16965"/>
                  </a:cubicBezTo>
                  <a:lnTo>
                    <a:pt x="185040" y="173195"/>
                  </a:lnTo>
                  <a:cubicBezTo>
                    <a:pt x="183257" y="178426"/>
                    <a:pt x="178294" y="181950"/>
                    <a:pt x="172708" y="181950"/>
                  </a:cubicBezTo>
                  <a:cubicBezTo>
                    <a:pt x="167122" y="181950"/>
                    <a:pt x="162160" y="178426"/>
                    <a:pt x="160377" y="173195"/>
                  </a:cubicBezTo>
                  <a:lnTo>
                    <a:pt x="119476" y="53156"/>
                  </a:lnTo>
                  <a:lnTo>
                    <a:pt x="78575" y="173195"/>
                  </a:lnTo>
                  <a:cubicBezTo>
                    <a:pt x="76792" y="178426"/>
                    <a:pt x="71830" y="181950"/>
                    <a:pt x="66244" y="181950"/>
                  </a:cubicBezTo>
                  <a:cubicBezTo>
                    <a:pt x="60658" y="181950"/>
                    <a:pt x="55696" y="178426"/>
                    <a:pt x="53913" y="173195"/>
                  </a:cubicBezTo>
                  <a:lnTo>
                    <a:pt x="684" y="16965"/>
                  </a:lnTo>
                  <a:cubicBezTo>
                    <a:pt x="-1609" y="10235"/>
                    <a:pt x="2053" y="2942"/>
                    <a:pt x="8863" y="67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" name="Google Shape;119;p106"/>
            <p:cNvSpPr/>
            <p:nvPr/>
          </p:nvSpPr>
          <p:spPr>
            <a:xfrm>
              <a:off x="7670805" y="1927802"/>
              <a:ext cx="57462" cy="25716"/>
            </a:xfrm>
            <a:custGeom>
              <a:rect b="b" l="l" r="r" t="t"/>
              <a:pathLst>
                <a:path extrusionOk="0" h="25716" w="57462">
                  <a:moveTo>
                    <a:pt x="0" y="12858"/>
                  </a:moveTo>
                  <a:cubicBezTo>
                    <a:pt x="0" y="5757"/>
                    <a:pt x="5825" y="0"/>
                    <a:pt x="13011" y="0"/>
                  </a:cubicBezTo>
                  <a:lnTo>
                    <a:pt x="44451" y="0"/>
                  </a:lnTo>
                  <a:cubicBezTo>
                    <a:pt x="51637" y="0"/>
                    <a:pt x="57462" y="5757"/>
                    <a:pt x="57462" y="12858"/>
                  </a:cubicBezTo>
                  <a:cubicBezTo>
                    <a:pt x="57462" y="19960"/>
                    <a:pt x="51637" y="25717"/>
                    <a:pt x="44451" y="25717"/>
                  </a:cubicBezTo>
                  <a:lnTo>
                    <a:pt x="13011" y="25717"/>
                  </a:lnTo>
                  <a:cubicBezTo>
                    <a:pt x="5825" y="25717"/>
                    <a:pt x="0" y="19960"/>
                    <a:pt x="0" y="1285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" name="Google Shape;120;p106"/>
            <p:cNvSpPr/>
            <p:nvPr/>
          </p:nvSpPr>
          <p:spPr>
            <a:xfrm>
              <a:off x="7883739" y="1927802"/>
              <a:ext cx="57462" cy="25716"/>
            </a:xfrm>
            <a:custGeom>
              <a:rect b="b" l="l" r="r" t="t"/>
              <a:pathLst>
                <a:path extrusionOk="0" h="25716" w="57462">
                  <a:moveTo>
                    <a:pt x="0" y="12858"/>
                  </a:moveTo>
                  <a:cubicBezTo>
                    <a:pt x="0" y="5757"/>
                    <a:pt x="5825" y="0"/>
                    <a:pt x="13011" y="0"/>
                  </a:cubicBezTo>
                  <a:lnTo>
                    <a:pt x="44451" y="0"/>
                  </a:lnTo>
                  <a:cubicBezTo>
                    <a:pt x="51636" y="0"/>
                    <a:pt x="57462" y="5757"/>
                    <a:pt x="57462" y="12858"/>
                  </a:cubicBezTo>
                  <a:cubicBezTo>
                    <a:pt x="57462" y="19960"/>
                    <a:pt x="51636" y="25717"/>
                    <a:pt x="44451" y="25717"/>
                  </a:cubicBezTo>
                  <a:lnTo>
                    <a:pt x="13011" y="25717"/>
                  </a:lnTo>
                  <a:cubicBezTo>
                    <a:pt x="5825" y="25717"/>
                    <a:pt x="0" y="19960"/>
                    <a:pt x="0" y="1285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1" name="Google Shape;121;p106"/>
          <p:cNvGrpSpPr/>
          <p:nvPr/>
        </p:nvGrpSpPr>
        <p:grpSpPr>
          <a:xfrm>
            <a:off x="8666228" y="1699960"/>
            <a:ext cx="566424" cy="465834"/>
            <a:chOff x="8666228" y="1699960"/>
            <a:chExt cx="566424" cy="465834"/>
          </a:xfrm>
        </p:grpSpPr>
        <p:sp>
          <p:nvSpPr>
            <p:cNvPr id="122" name="Google Shape;122;p106"/>
            <p:cNvSpPr/>
            <p:nvPr/>
          </p:nvSpPr>
          <p:spPr>
            <a:xfrm>
              <a:off x="8666228" y="1812985"/>
              <a:ext cx="64097" cy="157041"/>
            </a:xfrm>
            <a:custGeom>
              <a:rect b="b" l="l" r="r" t="t"/>
              <a:pathLst>
                <a:path extrusionOk="0" h="157041" w="64097">
                  <a:moveTo>
                    <a:pt x="62378" y="6520"/>
                  </a:moveTo>
                  <a:cubicBezTo>
                    <a:pt x="58832" y="292"/>
                    <a:pt x="50966" y="-1848"/>
                    <a:pt x="44809" y="1739"/>
                  </a:cubicBezTo>
                  <a:cubicBezTo>
                    <a:pt x="18177" y="17252"/>
                    <a:pt x="0" y="45687"/>
                    <a:pt x="0" y="78521"/>
                  </a:cubicBezTo>
                  <a:cubicBezTo>
                    <a:pt x="0" y="111354"/>
                    <a:pt x="18177" y="139789"/>
                    <a:pt x="44809" y="155303"/>
                  </a:cubicBezTo>
                  <a:cubicBezTo>
                    <a:pt x="50966" y="158889"/>
                    <a:pt x="58832" y="156749"/>
                    <a:pt x="62378" y="150522"/>
                  </a:cubicBezTo>
                  <a:cubicBezTo>
                    <a:pt x="65924" y="144295"/>
                    <a:pt x="63808" y="136340"/>
                    <a:pt x="57651" y="132753"/>
                  </a:cubicBezTo>
                  <a:cubicBezTo>
                    <a:pt x="38296" y="121478"/>
                    <a:pt x="25730" y="101261"/>
                    <a:pt x="25730" y="78521"/>
                  </a:cubicBezTo>
                  <a:cubicBezTo>
                    <a:pt x="25730" y="55780"/>
                    <a:pt x="38296" y="35563"/>
                    <a:pt x="57651" y="24289"/>
                  </a:cubicBezTo>
                  <a:cubicBezTo>
                    <a:pt x="63808" y="20702"/>
                    <a:pt x="65924" y="12746"/>
                    <a:pt x="62378" y="6520"/>
                  </a:cubicBezTo>
                  <a:close/>
                </a:path>
              </a:pathLst>
            </a:custGeom>
            <a:solidFill>
              <a:srgbClr val="FC1C4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" name="Google Shape;123;p106"/>
            <p:cNvSpPr/>
            <p:nvPr/>
          </p:nvSpPr>
          <p:spPr>
            <a:xfrm>
              <a:off x="9032973" y="1922262"/>
              <a:ext cx="115510" cy="243532"/>
            </a:xfrm>
            <a:custGeom>
              <a:rect b="b" l="l" r="r" t="t"/>
              <a:pathLst>
                <a:path extrusionOk="0" h="243532" w="115510">
                  <a:moveTo>
                    <a:pt x="115510" y="4683"/>
                  </a:moveTo>
                  <a:cubicBezTo>
                    <a:pt x="115510" y="2097"/>
                    <a:pt x="113437" y="0"/>
                    <a:pt x="110880" y="0"/>
                  </a:cubicBezTo>
                  <a:lnTo>
                    <a:pt x="4630" y="0"/>
                  </a:lnTo>
                  <a:cubicBezTo>
                    <a:pt x="2073" y="0"/>
                    <a:pt x="0" y="2097"/>
                    <a:pt x="0" y="4683"/>
                  </a:cubicBezTo>
                  <a:lnTo>
                    <a:pt x="0" y="185121"/>
                  </a:lnTo>
                  <a:cubicBezTo>
                    <a:pt x="0" y="217381"/>
                    <a:pt x="25858" y="243533"/>
                    <a:pt x="57755" y="243533"/>
                  </a:cubicBezTo>
                </a:path>
              </a:pathLst>
            </a:custGeom>
            <a:solidFill>
              <a:srgbClr val="FC1C4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" name="Google Shape;124;p106"/>
            <p:cNvSpPr/>
            <p:nvPr/>
          </p:nvSpPr>
          <p:spPr>
            <a:xfrm>
              <a:off x="9032973" y="1922262"/>
              <a:ext cx="115510" cy="243532"/>
            </a:xfrm>
            <a:custGeom>
              <a:rect b="b" l="l" r="r" t="t"/>
              <a:pathLst>
                <a:path extrusionOk="0" h="243532" w="115510">
                  <a:moveTo>
                    <a:pt x="89780" y="26023"/>
                  </a:moveTo>
                  <a:lnTo>
                    <a:pt x="89780" y="185121"/>
                  </a:lnTo>
                  <a:cubicBezTo>
                    <a:pt x="89780" y="203009"/>
                    <a:pt x="75442" y="217510"/>
                    <a:pt x="57755" y="217510"/>
                  </a:cubicBezTo>
                  <a:cubicBezTo>
                    <a:pt x="40068" y="217510"/>
                    <a:pt x="25730" y="203009"/>
                    <a:pt x="25730" y="185121"/>
                  </a:cubicBezTo>
                  <a:lnTo>
                    <a:pt x="25730" y="26023"/>
                  </a:lnTo>
                  <a:lnTo>
                    <a:pt x="89780" y="26023"/>
                  </a:lnTo>
                  <a:close/>
                  <a:moveTo>
                    <a:pt x="110880" y="0"/>
                  </a:moveTo>
                  <a:cubicBezTo>
                    <a:pt x="113437" y="0"/>
                    <a:pt x="115510" y="2097"/>
                    <a:pt x="115510" y="4683"/>
                  </a:cubicBezTo>
                  <a:lnTo>
                    <a:pt x="115510" y="185121"/>
                  </a:lnTo>
                  <a:cubicBezTo>
                    <a:pt x="115510" y="217381"/>
                    <a:pt x="89652" y="243533"/>
                    <a:pt x="57755" y="243533"/>
                  </a:cubicBezTo>
                  <a:cubicBezTo>
                    <a:pt x="25858" y="243533"/>
                    <a:pt x="0" y="217381"/>
                    <a:pt x="0" y="185121"/>
                  </a:cubicBezTo>
                  <a:lnTo>
                    <a:pt x="0" y="4683"/>
                  </a:lnTo>
                  <a:cubicBezTo>
                    <a:pt x="0" y="2097"/>
                    <a:pt x="2073" y="0"/>
                    <a:pt x="4630" y="0"/>
                  </a:cubicBezTo>
                  <a:lnTo>
                    <a:pt x="110880" y="0"/>
                  </a:lnTo>
                  <a:close/>
                </a:path>
              </a:pathLst>
            </a:custGeom>
            <a:solidFill>
              <a:srgbClr val="FC1C4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" name="Google Shape;125;p106"/>
            <p:cNvSpPr/>
            <p:nvPr/>
          </p:nvSpPr>
          <p:spPr>
            <a:xfrm>
              <a:off x="8746023" y="1699960"/>
              <a:ext cx="317058" cy="383377"/>
            </a:xfrm>
            <a:custGeom>
              <a:rect b="b" l="l" r="r" t="t"/>
              <a:pathLst>
                <a:path extrusionOk="0" h="383377" w="317058">
                  <a:moveTo>
                    <a:pt x="317058" y="92494"/>
                  </a:moveTo>
                  <a:cubicBezTo>
                    <a:pt x="317058" y="77390"/>
                    <a:pt x="306779" y="64273"/>
                    <a:pt x="292239" y="60824"/>
                  </a:cubicBezTo>
                  <a:lnTo>
                    <a:pt x="39507" y="874"/>
                  </a:lnTo>
                  <a:cubicBezTo>
                    <a:pt x="19324" y="-3914"/>
                    <a:pt x="0" y="11576"/>
                    <a:pt x="0" y="32543"/>
                  </a:cubicBezTo>
                  <a:lnTo>
                    <a:pt x="0" y="350835"/>
                  </a:lnTo>
                  <a:cubicBezTo>
                    <a:pt x="0" y="371801"/>
                    <a:pt x="19324" y="387292"/>
                    <a:pt x="39507" y="382504"/>
                  </a:cubicBezTo>
                  <a:lnTo>
                    <a:pt x="292239" y="322554"/>
                  </a:lnTo>
                  <a:cubicBezTo>
                    <a:pt x="306779" y="319104"/>
                    <a:pt x="317058" y="305988"/>
                    <a:pt x="317058" y="290885"/>
                  </a:cubicBezTo>
                  <a:lnTo>
                    <a:pt x="317058" y="9249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" name="Google Shape;126;p106"/>
            <p:cNvSpPr/>
            <p:nvPr/>
          </p:nvSpPr>
          <p:spPr>
            <a:xfrm>
              <a:off x="8746023" y="1699960"/>
              <a:ext cx="317058" cy="383377"/>
            </a:xfrm>
            <a:custGeom>
              <a:rect b="b" l="l" r="r" t="t"/>
              <a:pathLst>
                <a:path extrusionOk="0" h="383377" w="317058">
                  <a:moveTo>
                    <a:pt x="33632" y="26209"/>
                  </a:moveTo>
                  <a:lnTo>
                    <a:pt x="286364" y="86160"/>
                  </a:lnTo>
                  <a:cubicBezTo>
                    <a:pt x="289272" y="86849"/>
                    <a:pt x="291328" y="89473"/>
                    <a:pt x="291328" y="92494"/>
                  </a:cubicBezTo>
                  <a:lnTo>
                    <a:pt x="291328" y="290885"/>
                  </a:lnTo>
                  <a:cubicBezTo>
                    <a:pt x="291328" y="293905"/>
                    <a:pt x="289272" y="296528"/>
                    <a:pt x="286364" y="297219"/>
                  </a:cubicBezTo>
                  <a:lnTo>
                    <a:pt x="33632" y="357169"/>
                  </a:lnTo>
                  <a:cubicBezTo>
                    <a:pt x="29595" y="358126"/>
                    <a:pt x="25730" y="355028"/>
                    <a:pt x="25730" y="350835"/>
                  </a:cubicBezTo>
                  <a:lnTo>
                    <a:pt x="25730" y="32543"/>
                  </a:lnTo>
                  <a:cubicBezTo>
                    <a:pt x="25730" y="28350"/>
                    <a:pt x="29595" y="25252"/>
                    <a:pt x="33632" y="26209"/>
                  </a:cubicBezTo>
                  <a:close/>
                  <a:moveTo>
                    <a:pt x="292239" y="60824"/>
                  </a:moveTo>
                  <a:cubicBezTo>
                    <a:pt x="306779" y="64273"/>
                    <a:pt x="317058" y="77390"/>
                    <a:pt x="317058" y="92494"/>
                  </a:cubicBezTo>
                  <a:lnTo>
                    <a:pt x="317058" y="290885"/>
                  </a:lnTo>
                  <a:cubicBezTo>
                    <a:pt x="317058" y="305988"/>
                    <a:pt x="306779" y="319104"/>
                    <a:pt x="292239" y="322554"/>
                  </a:cubicBezTo>
                  <a:lnTo>
                    <a:pt x="39507" y="382504"/>
                  </a:lnTo>
                  <a:cubicBezTo>
                    <a:pt x="19324" y="387292"/>
                    <a:pt x="0" y="371801"/>
                    <a:pt x="0" y="350835"/>
                  </a:cubicBezTo>
                  <a:lnTo>
                    <a:pt x="0" y="32543"/>
                  </a:lnTo>
                  <a:cubicBezTo>
                    <a:pt x="0" y="11576"/>
                    <a:pt x="19324" y="-3914"/>
                    <a:pt x="39507" y="874"/>
                  </a:cubicBezTo>
                  <a:lnTo>
                    <a:pt x="292239" y="60824"/>
                  </a:lnTo>
                  <a:close/>
                </a:path>
              </a:pathLst>
            </a:custGeom>
            <a:solidFill>
              <a:srgbClr val="FC1C4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" name="Google Shape;127;p106"/>
            <p:cNvSpPr/>
            <p:nvPr/>
          </p:nvSpPr>
          <p:spPr>
            <a:xfrm>
              <a:off x="9032972" y="1759697"/>
              <a:ext cx="199680" cy="263609"/>
            </a:xfrm>
            <a:custGeom>
              <a:rect b="b" l="l" r="r" t="t"/>
              <a:pathLst>
                <a:path extrusionOk="0" h="263609" w="199680">
                  <a:moveTo>
                    <a:pt x="72667" y="263568"/>
                  </a:moveTo>
                  <a:cubicBezTo>
                    <a:pt x="71569" y="263596"/>
                    <a:pt x="70465" y="263610"/>
                    <a:pt x="69357" y="263610"/>
                  </a:cubicBezTo>
                  <a:lnTo>
                    <a:pt x="0" y="263610"/>
                  </a:lnTo>
                  <a:lnTo>
                    <a:pt x="0" y="0"/>
                  </a:lnTo>
                  <a:lnTo>
                    <a:pt x="69357" y="0"/>
                  </a:lnTo>
                  <a:cubicBezTo>
                    <a:pt x="140280" y="0"/>
                    <a:pt x="197970" y="57296"/>
                    <a:pt x="199644" y="128618"/>
                  </a:cubicBezTo>
                  <a:cubicBezTo>
                    <a:pt x="199668" y="129678"/>
                    <a:pt x="199681" y="130740"/>
                    <a:pt x="199681" y="131805"/>
                  </a:cubicBezTo>
                  <a:cubicBezTo>
                    <a:pt x="199681" y="203480"/>
                    <a:pt x="143113" y="261792"/>
                    <a:pt x="72667" y="263568"/>
                  </a:cubicBezTo>
                  <a:close/>
                </a:path>
              </a:pathLst>
            </a:custGeom>
            <a:solidFill>
              <a:srgbClr val="FC1C4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8" name="Google Shape;128;p106"/>
          <p:cNvSpPr/>
          <p:nvPr/>
        </p:nvSpPr>
        <p:spPr>
          <a:xfrm>
            <a:off x="9812539" y="1772761"/>
            <a:ext cx="554021" cy="394728"/>
          </a:xfrm>
          <a:custGeom>
            <a:rect b="b" l="l" r="r" t="t"/>
            <a:pathLst>
              <a:path extrusionOk="0" h="394728" w="554021">
                <a:moveTo>
                  <a:pt x="32276" y="0"/>
                </a:moveTo>
                <a:cubicBezTo>
                  <a:pt x="14451" y="0"/>
                  <a:pt x="0" y="14375"/>
                  <a:pt x="0" y="32106"/>
                </a:cubicBezTo>
                <a:lnTo>
                  <a:pt x="0" y="362622"/>
                </a:lnTo>
                <a:cubicBezTo>
                  <a:pt x="0" y="380354"/>
                  <a:pt x="14451" y="394729"/>
                  <a:pt x="32276" y="394729"/>
                </a:cubicBezTo>
                <a:lnTo>
                  <a:pt x="521745" y="394729"/>
                </a:lnTo>
                <a:cubicBezTo>
                  <a:pt x="539571" y="394729"/>
                  <a:pt x="554022" y="380354"/>
                  <a:pt x="554022" y="362622"/>
                </a:cubicBezTo>
                <a:lnTo>
                  <a:pt x="554022" y="32106"/>
                </a:lnTo>
                <a:cubicBezTo>
                  <a:pt x="554022" y="14375"/>
                  <a:pt x="539571" y="0"/>
                  <a:pt x="521745" y="0"/>
                </a:cubicBezTo>
                <a:lnTo>
                  <a:pt x="32276" y="0"/>
                </a:lnTo>
                <a:close/>
              </a:path>
            </a:pathLst>
          </a:custGeom>
          <a:solidFill>
            <a:srgbClr val="FC1C4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06"/>
          <p:cNvSpPr/>
          <p:nvPr/>
        </p:nvSpPr>
        <p:spPr>
          <a:xfrm>
            <a:off x="10000851" y="1682444"/>
            <a:ext cx="184003" cy="72285"/>
          </a:xfrm>
          <a:custGeom>
            <a:rect b="b" l="l" r="r" t="t"/>
            <a:pathLst>
              <a:path extrusionOk="0" h="72285" w="184003">
                <a:moveTo>
                  <a:pt x="177535" y="70570"/>
                </a:moveTo>
                <a:cubicBezTo>
                  <a:pt x="183714" y="67030"/>
                  <a:pt x="185838" y="59177"/>
                  <a:pt x="182279" y="53031"/>
                </a:cubicBezTo>
                <a:cubicBezTo>
                  <a:pt x="164004" y="21471"/>
                  <a:pt x="130558" y="0"/>
                  <a:pt x="92002" y="0"/>
                </a:cubicBezTo>
                <a:cubicBezTo>
                  <a:pt x="53447" y="0"/>
                  <a:pt x="19999" y="21471"/>
                  <a:pt x="1725" y="53031"/>
                </a:cubicBezTo>
                <a:cubicBezTo>
                  <a:pt x="-1834" y="59177"/>
                  <a:pt x="290" y="67030"/>
                  <a:pt x="6469" y="70570"/>
                </a:cubicBezTo>
                <a:cubicBezTo>
                  <a:pt x="12648" y="74110"/>
                  <a:pt x="20542" y="71997"/>
                  <a:pt x="24100" y="65851"/>
                </a:cubicBezTo>
                <a:cubicBezTo>
                  <a:pt x="38169" y="41555"/>
                  <a:pt x="63461" y="25685"/>
                  <a:pt x="92002" y="25685"/>
                </a:cubicBezTo>
                <a:cubicBezTo>
                  <a:pt x="120543" y="25685"/>
                  <a:pt x="145835" y="41555"/>
                  <a:pt x="159904" y="65851"/>
                </a:cubicBezTo>
                <a:cubicBezTo>
                  <a:pt x="163463" y="71997"/>
                  <a:pt x="171356" y="74110"/>
                  <a:pt x="177535" y="70570"/>
                </a:cubicBezTo>
                <a:close/>
              </a:path>
            </a:pathLst>
          </a:custGeom>
          <a:solidFill>
            <a:srgbClr val="FC1C4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06"/>
          <p:cNvSpPr/>
          <p:nvPr/>
        </p:nvSpPr>
        <p:spPr>
          <a:xfrm>
            <a:off x="9873650" y="1867673"/>
            <a:ext cx="431793" cy="57717"/>
          </a:xfrm>
          <a:custGeom>
            <a:rect b="b" l="l" r="r" t="t"/>
            <a:pathLst>
              <a:path extrusionOk="0" h="57717" w="431793">
                <a:moveTo>
                  <a:pt x="243467" y="10050"/>
                </a:moveTo>
                <a:cubicBezTo>
                  <a:pt x="244828" y="3979"/>
                  <a:pt x="250302" y="-122"/>
                  <a:pt x="256322" y="3"/>
                </a:cubicBezTo>
                <a:lnTo>
                  <a:pt x="418883" y="3"/>
                </a:lnTo>
                <a:cubicBezTo>
                  <a:pt x="426013" y="3"/>
                  <a:pt x="431794" y="5752"/>
                  <a:pt x="431794" y="12845"/>
                </a:cubicBezTo>
                <a:cubicBezTo>
                  <a:pt x="431794" y="19938"/>
                  <a:pt x="426013" y="25688"/>
                  <a:pt x="418883" y="25688"/>
                </a:cubicBezTo>
                <a:lnTo>
                  <a:pt x="265471" y="25688"/>
                </a:lnTo>
                <a:cubicBezTo>
                  <a:pt x="247433" y="68393"/>
                  <a:pt x="184358" y="68396"/>
                  <a:pt x="166322" y="25688"/>
                </a:cubicBezTo>
                <a:lnTo>
                  <a:pt x="12910" y="25688"/>
                </a:lnTo>
                <a:cubicBezTo>
                  <a:pt x="5780" y="25688"/>
                  <a:pt x="0" y="19938"/>
                  <a:pt x="0" y="12845"/>
                </a:cubicBezTo>
                <a:cubicBezTo>
                  <a:pt x="0" y="5752"/>
                  <a:pt x="5780" y="3"/>
                  <a:pt x="12910" y="3"/>
                </a:cubicBezTo>
                <a:lnTo>
                  <a:pt x="175471" y="3"/>
                </a:lnTo>
                <a:cubicBezTo>
                  <a:pt x="181492" y="-122"/>
                  <a:pt x="186966" y="3979"/>
                  <a:pt x="188327" y="10051"/>
                </a:cubicBezTo>
                <a:cubicBezTo>
                  <a:pt x="194896" y="39358"/>
                  <a:pt x="236895" y="39362"/>
                  <a:pt x="243467" y="1005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06"/>
          <p:cNvSpPr/>
          <p:nvPr/>
        </p:nvSpPr>
        <p:spPr>
          <a:xfrm>
            <a:off x="11016419" y="1641104"/>
            <a:ext cx="441677" cy="581540"/>
          </a:xfrm>
          <a:custGeom>
            <a:rect b="b" l="l" r="r" t="t"/>
            <a:pathLst>
              <a:path extrusionOk="0" h="581540" w="441677">
                <a:moveTo>
                  <a:pt x="441678" y="32409"/>
                </a:moveTo>
                <a:cubicBezTo>
                  <a:pt x="441678" y="14510"/>
                  <a:pt x="427253" y="0"/>
                  <a:pt x="409459" y="0"/>
                </a:cubicBezTo>
                <a:lnTo>
                  <a:pt x="32219" y="0"/>
                </a:lnTo>
                <a:cubicBezTo>
                  <a:pt x="14425" y="0"/>
                  <a:pt x="0" y="14510"/>
                  <a:pt x="0" y="32409"/>
                </a:cubicBezTo>
                <a:lnTo>
                  <a:pt x="0" y="549131"/>
                </a:lnTo>
                <a:cubicBezTo>
                  <a:pt x="0" y="567031"/>
                  <a:pt x="14425" y="581540"/>
                  <a:pt x="32219" y="581540"/>
                </a:cubicBezTo>
                <a:lnTo>
                  <a:pt x="409459" y="581540"/>
                </a:lnTo>
                <a:cubicBezTo>
                  <a:pt x="427253" y="581540"/>
                  <a:pt x="441678" y="567031"/>
                  <a:pt x="441678" y="549131"/>
                </a:cubicBezTo>
                <a:lnTo>
                  <a:pt x="441678" y="32409"/>
                </a:lnTo>
                <a:close/>
              </a:path>
            </a:pathLst>
          </a:custGeom>
          <a:solidFill>
            <a:srgbClr val="FC1C4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06"/>
          <p:cNvSpPr/>
          <p:nvPr/>
        </p:nvSpPr>
        <p:spPr>
          <a:xfrm>
            <a:off x="11108429" y="1760386"/>
            <a:ext cx="257638" cy="25927"/>
          </a:xfrm>
          <a:custGeom>
            <a:rect b="b" l="l" r="r" t="t"/>
            <a:pathLst>
              <a:path extrusionOk="0" h="25927" w="257638">
                <a:moveTo>
                  <a:pt x="0" y="12964"/>
                </a:moveTo>
                <a:cubicBezTo>
                  <a:pt x="0" y="5805"/>
                  <a:pt x="5770" y="0"/>
                  <a:pt x="12887" y="0"/>
                </a:cubicBezTo>
                <a:lnTo>
                  <a:pt x="244751" y="0"/>
                </a:lnTo>
                <a:cubicBezTo>
                  <a:pt x="251869" y="0"/>
                  <a:pt x="257639" y="5805"/>
                  <a:pt x="257639" y="12964"/>
                </a:cubicBezTo>
                <a:cubicBezTo>
                  <a:pt x="257639" y="20124"/>
                  <a:pt x="251869" y="25927"/>
                  <a:pt x="244751" y="25927"/>
                </a:cubicBezTo>
                <a:lnTo>
                  <a:pt x="12887" y="25927"/>
                </a:lnTo>
                <a:cubicBezTo>
                  <a:pt x="5770" y="25927"/>
                  <a:pt x="0" y="20124"/>
                  <a:pt x="0" y="1296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06"/>
          <p:cNvSpPr/>
          <p:nvPr/>
        </p:nvSpPr>
        <p:spPr>
          <a:xfrm>
            <a:off x="11108429" y="1868527"/>
            <a:ext cx="257638" cy="25927"/>
          </a:xfrm>
          <a:custGeom>
            <a:rect b="b" l="l" r="r" t="t"/>
            <a:pathLst>
              <a:path extrusionOk="0" h="25927" w="257638">
                <a:moveTo>
                  <a:pt x="0" y="12964"/>
                </a:moveTo>
                <a:cubicBezTo>
                  <a:pt x="0" y="5804"/>
                  <a:pt x="5770" y="0"/>
                  <a:pt x="12887" y="0"/>
                </a:cubicBezTo>
                <a:lnTo>
                  <a:pt x="244751" y="0"/>
                </a:lnTo>
                <a:cubicBezTo>
                  <a:pt x="251869" y="0"/>
                  <a:pt x="257639" y="5804"/>
                  <a:pt x="257639" y="12964"/>
                </a:cubicBezTo>
                <a:cubicBezTo>
                  <a:pt x="257639" y="20124"/>
                  <a:pt x="251869" y="25927"/>
                  <a:pt x="244751" y="25927"/>
                </a:cubicBezTo>
                <a:lnTo>
                  <a:pt x="12887" y="25927"/>
                </a:lnTo>
                <a:cubicBezTo>
                  <a:pt x="5770" y="25927"/>
                  <a:pt x="0" y="20124"/>
                  <a:pt x="0" y="1296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06"/>
          <p:cNvSpPr/>
          <p:nvPr/>
        </p:nvSpPr>
        <p:spPr>
          <a:xfrm>
            <a:off x="11108429" y="1976693"/>
            <a:ext cx="141714" cy="25927"/>
          </a:xfrm>
          <a:custGeom>
            <a:rect b="b" l="l" r="r" t="t"/>
            <a:pathLst>
              <a:path extrusionOk="0" h="25927" w="141714">
                <a:moveTo>
                  <a:pt x="0" y="12964"/>
                </a:moveTo>
                <a:cubicBezTo>
                  <a:pt x="0" y="5804"/>
                  <a:pt x="5770" y="0"/>
                  <a:pt x="12887" y="0"/>
                </a:cubicBezTo>
                <a:lnTo>
                  <a:pt x="128827" y="0"/>
                </a:lnTo>
                <a:cubicBezTo>
                  <a:pt x="135944" y="0"/>
                  <a:pt x="141714" y="5804"/>
                  <a:pt x="141714" y="12964"/>
                </a:cubicBezTo>
                <a:cubicBezTo>
                  <a:pt x="141714" y="20124"/>
                  <a:pt x="135944" y="25927"/>
                  <a:pt x="128827" y="25927"/>
                </a:cubicBezTo>
                <a:lnTo>
                  <a:pt x="12887" y="25927"/>
                </a:lnTo>
                <a:cubicBezTo>
                  <a:pt x="5770" y="25927"/>
                  <a:pt x="0" y="20124"/>
                  <a:pt x="0" y="1296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35" name="Google Shape;135;p106"/>
          <p:cNvGrpSpPr/>
          <p:nvPr/>
        </p:nvGrpSpPr>
        <p:grpSpPr>
          <a:xfrm>
            <a:off x="10861387" y="3061776"/>
            <a:ext cx="751723" cy="494306"/>
            <a:chOff x="10861387" y="3061776"/>
            <a:chExt cx="751723" cy="494306"/>
          </a:xfrm>
        </p:grpSpPr>
        <p:sp>
          <p:nvSpPr>
            <p:cNvPr id="136" name="Google Shape;136;p106"/>
            <p:cNvSpPr/>
            <p:nvPr/>
          </p:nvSpPr>
          <p:spPr>
            <a:xfrm>
              <a:off x="11133159" y="3061776"/>
              <a:ext cx="210937" cy="209134"/>
            </a:xfrm>
            <a:custGeom>
              <a:rect b="b" l="l" r="r" t="t"/>
              <a:pathLst>
                <a:path extrusionOk="0" h="209134" w="210937">
                  <a:moveTo>
                    <a:pt x="210937" y="104567"/>
                  </a:moveTo>
                  <a:cubicBezTo>
                    <a:pt x="210937" y="162318"/>
                    <a:pt x="163717" y="209134"/>
                    <a:pt x="105469" y="209134"/>
                  </a:cubicBezTo>
                  <a:cubicBezTo>
                    <a:pt x="47220" y="209134"/>
                    <a:pt x="0" y="162318"/>
                    <a:pt x="0" y="104567"/>
                  </a:cubicBezTo>
                  <a:cubicBezTo>
                    <a:pt x="0" y="46816"/>
                    <a:pt x="47220" y="0"/>
                    <a:pt x="105469" y="0"/>
                  </a:cubicBezTo>
                  <a:cubicBezTo>
                    <a:pt x="163717" y="0"/>
                    <a:pt x="210937" y="46816"/>
                    <a:pt x="210937" y="104567"/>
                  </a:cubicBezTo>
                  <a:close/>
                </a:path>
              </a:pathLst>
            </a:custGeom>
            <a:solidFill>
              <a:srgbClr val="FC1C4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7" name="Google Shape;137;p106"/>
            <p:cNvSpPr/>
            <p:nvPr/>
          </p:nvSpPr>
          <p:spPr>
            <a:xfrm>
              <a:off x="11133159" y="3061776"/>
              <a:ext cx="210937" cy="209134"/>
            </a:xfrm>
            <a:custGeom>
              <a:rect b="b" l="l" r="r" t="t"/>
              <a:pathLst>
                <a:path extrusionOk="0" h="209134" w="210937">
                  <a:moveTo>
                    <a:pt x="105469" y="183334"/>
                  </a:moveTo>
                  <a:cubicBezTo>
                    <a:pt x="149346" y="183334"/>
                    <a:pt x="184914" y="148068"/>
                    <a:pt x="184914" y="104567"/>
                  </a:cubicBezTo>
                  <a:cubicBezTo>
                    <a:pt x="184914" y="61065"/>
                    <a:pt x="149346" y="25800"/>
                    <a:pt x="105469" y="25800"/>
                  </a:cubicBezTo>
                  <a:cubicBezTo>
                    <a:pt x="61592" y="25800"/>
                    <a:pt x="26023" y="61065"/>
                    <a:pt x="26023" y="104567"/>
                  </a:cubicBezTo>
                  <a:cubicBezTo>
                    <a:pt x="26023" y="148068"/>
                    <a:pt x="61592" y="183334"/>
                    <a:pt x="105469" y="183334"/>
                  </a:cubicBezTo>
                  <a:close/>
                  <a:moveTo>
                    <a:pt x="105469" y="209134"/>
                  </a:moveTo>
                  <a:cubicBezTo>
                    <a:pt x="163717" y="209134"/>
                    <a:pt x="210937" y="162318"/>
                    <a:pt x="210937" y="104567"/>
                  </a:cubicBezTo>
                  <a:cubicBezTo>
                    <a:pt x="210937" y="46816"/>
                    <a:pt x="163717" y="0"/>
                    <a:pt x="105469" y="0"/>
                  </a:cubicBezTo>
                  <a:cubicBezTo>
                    <a:pt x="47220" y="0"/>
                    <a:pt x="0" y="46816"/>
                    <a:pt x="0" y="104567"/>
                  </a:cubicBezTo>
                  <a:cubicBezTo>
                    <a:pt x="0" y="162318"/>
                    <a:pt x="47220" y="209134"/>
                    <a:pt x="105469" y="209134"/>
                  </a:cubicBezTo>
                  <a:close/>
                </a:path>
              </a:pathLst>
            </a:custGeom>
            <a:solidFill>
              <a:srgbClr val="FC1C4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8" name="Google Shape;138;p106"/>
            <p:cNvSpPr/>
            <p:nvPr/>
          </p:nvSpPr>
          <p:spPr>
            <a:xfrm>
              <a:off x="10936050" y="3122850"/>
              <a:ext cx="171200" cy="169737"/>
            </a:xfrm>
            <a:custGeom>
              <a:rect b="b" l="l" r="r" t="t"/>
              <a:pathLst>
                <a:path extrusionOk="0" h="169737" w="171200">
                  <a:moveTo>
                    <a:pt x="171201" y="84869"/>
                  </a:moveTo>
                  <a:cubicBezTo>
                    <a:pt x="171201" y="131741"/>
                    <a:pt x="132876" y="169738"/>
                    <a:pt x="85600" y="169738"/>
                  </a:cubicBezTo>
                  <a:cubicBezTo>
                    <a:pt x="38324" y="169738"/>
                    <a:pt x="0" y="131741"/>
                    <a:pt x="0" y="84869"/>
                  </a:cubicBezTo>
                  <a:cubicBezTo>
                    <a:pt x="0" y="37997"/>
                    <a:pt x="38324" y="0"/>
                    <a:pt x="85600" y="0"/>
                  </a:cubicBezTo>
                  <a:cubicBezTo>
                    <a:pt x="132876" y="0"/>
                    <a:pt x="171201" y="37997"/>
                    <a:pt x="171201" y="8486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9" name="Google Shape;139;p106"/>
            <p:cNvSpPr/>
            <p:nvPr/>
          </p:nvSpPr>
          <p:spPr>
            <a:xfrm>
              <a:off x="10936050" y="3122850"/>
              <a:ext cx="171200" cy="169737"/>
            </a:xfrm>
            <a:custGeom>
              <a:rect b="b" l="l" r="r" t="t"/>
              <a:pathLst>
                <a:path extrusionOk="0" h="169737" w="171200">
                  <a:moveTo>
                    <a:pt x="85600" y="143938"/>
                  </a:moveTo>
                  <a:cubicBezTo>
                    <a:pt x="118504" y="143938"/>
                    <a:pt x="145178" y="117492"/>
                    <a:pt x="145178" y="84869"/>
                  </a:cubicBezTo>
                  <a:cubicBezTo>
                    <a:pt x="145178" y="52246"/>
                    <a:pt x="118504" y="25800"/>
                    <a:pt x="85600" y="25800"/>
                  </a:cubicBezTo>
                  <a:cubicBezTo>
                    <a:pt x="52696" y="25800"/>
                    <a:pt x="26023" y="52246"/>
                    <a:pt x="26023" y="84869"/>
                  </a:cubicBezTo>
                  <a:cubicBezTo>
                    <a:pt x="26023" y="117492"/>
                    <a:pt x="52696" y="143938"/>
                    <a:pt x="85600" y="143938"/>
                  </a:cubicBezTo>
                  <a:close/>
                  <a:moveTo>
                    <a:pt x="85600" y="169738"/>
                  </a:moveTo>
                  <a:cubicBezTo>
                    <a:pt x="132876" y="169738"/>
                    <a:pt x="171201" y="131741"/>
                    <a:pt x="171201" y="84869"/>
                  </a:cubicBezTo>
                  <a:cubicBezTo>
                    <a:pt x="171201" y="37997"/>
                    <a:pt x="132876" y="0"/>
                    <a:pt x="85600" y="0"/>
                  </a:cubicBezTo>
                  <a:cubicBezTo>
                    <a:pt x="38324" y="0"/>
                    <a:pt x="0" y="37997"/>
                    <a:pt x="0" y="84869"/>
                  </a:cubicBezTo>
                  <a:cubicBezTo>
                    <a:pt x="0" y="131741"/>
                    <a:pt x="38324" y="169738"/>
                    <a:pt x="85600" y="169738"/>
                  </a:cubicBezTo>
                  <a:close/>
                </a:path>
              </a:pathLst>
            </a:custGeom>
            <a:solidFill>
              <a:srgbClr val="FC1C4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0" name="Google Shape;140;p106"/>
            <p:cNvSpPr/>
            <p:nvPr/>
          </p:nvSpPr>
          <p:spPr>
            <a:xfrm>
              <a:off x="10861387" y="3305594"/>
              <a:ext cx="320499" cy="176041"/>
            </a:xfrm>
            <a:custGeom>
              <a:rect b="b" l="l" r="r" t="t"/>
              <a:pathLst>
                <a:path extrusionOk="0" h="176041" w="320499">
                  <a:moveTo>
                    <a:pt x="0" y="150893"/>
                  </a:moveTo>
                  <a:cubicBezTo>
                    <a:pt x="0" y="67557"/>
                    <a:pt x="68139" y="0"/>
                    <a:pt x="152194" y="0"/>
                  </a:cubicBezTo>
                  <a:lnTo>
                    <a:pt x="168306" y="0"/>
                  </a:lnTo>
                  <a:cubicBezTo>
                    <a:pt x="252360" y="0"/>
                    <a:pt x="320499" y="67557"/>
                    <a:pt x="320499" y="150893"/>
                  </a:cubicBezTo>
                  <a:cubicBezTo>
                    <a:pt x="320499" y="164782"/>
                    <a:pt x="309143" y="176042"/>
                    <a:pt x="295134" y="176042"/>
                  </a:cubicBezTo>
                  <a:lnTo>
                    <a:pt x="25366" y="176042"/>
                  </a:lnTo>
                  <a:cubicBezTo>
                    <a:pt x="11357" y="176042"/>
                    <a:pt x="0" y="164782"/>
                    <a:pt x="0" y="15089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1" name="Google Shape;141;p106"/>
            <p:cNvSpPr/>
            <p:nvPr/>
          </p:nvSpPr>
          <p:spPr>
            <a:xfrm>
              <a:off x="10861387" y="3305594"/>
              <a:ext cx="320499" cy="176041"/>
            </a:xfrm>
            <a:custGeom>
              <a:rect b="b" l="l" r="r" t="t"/>
              <a:pathLst>
                <a:path extrusionOk="0" h="176041" w="320499">
                  <a:moveTo>
                    <a:pt x="168306" y="25800"/>
                  </a:moveTo>
                  <a:lnTo>
                    <a:pt x="152194" y="25800"/>
                  </a:lnTo>
                  <a:cubicBezTo>
                    <a:pt x="82730" y="25800"/>
                    <a:pt x="26378" y="81454"/>
                    <a:pt x="26025" y="150241"/>
                  </a:cubicBezTo>
                  <a:lnTo>
                    <a:pt x="294475" y="150241"/>
                  </a:lnTo>
                  <a:cubicBezTo>
                    <a:pt x="294121" y="81454"/>
                    <a:pt x="237769" y="25800"/>
                    <a:pt x="168306" y="25800"/>
                  </a:cubicBezTo>
                  <a:close/>
                  <a:moveTo>
                    <a:pt x="152194" y="0"/>
                  </a:moveTo>
                  <a:cubicBezTo>
                    <a:pt x="68139" y="0"/>
                    <a:pt x="0" y="67557"/>
                    <a:pt x="0" y="150893"/>
                  </a:cubicBezTo>
                  <a:cubicBezTo>
                    <a:pt x="0" y="164782"/>
                    <a:pt x="11357" y="176042"/>
                    <a:pt x="25366" y="176042"/>
                  </a:cubicBezTo>
                  <a:lnTo>
                    <a:pt x="295134" y="176042"/>
                  </a:lnTo>
                  <a:cubicBezTo>
                    <a:pt x="309143" y="176042"/>
                    <a:pt x="320499" y="164782"/>
                    <a:pt x="320499" y="150893"/>
                  </a:cubicBezTo>
                  <a:cubicBezTo>
                    <a:pt x="320499" y="67557"/>
                    <a:pt x="252360" y="0"/>
                    <a:pt x="168306" y="0"/>
                  </a:cubicBezTo>
                  <a:lnTo>
                    <a:pt x="152194" y="0"/>
                  </a:lnTo>
                  <a:close/>
                </a:path>
              </a:pathLst>
            </a:custGeom>
            <a:solidFill>
              <a:srgbClr val="FC1C4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2" name="Google Shape;142;p106"/>
            <p:cNvSpPr/>
            <p:nvPr/>
          </p:nvSpPr>
          <p:spPr>
            <a:xfrm>
              <a:off x="11367263" y="3122850"/>
              <a:ext cx="171201" cy="169737"/>
            </a:xfrm>
            <a:custGeom>
              <a:rect b="b" l="l" r="r" t="t"/>
              <a:pathLst>
                <a:path extrusionOk="0" h="169737" w="171201">
                  <a:moveTo>
                    <a:pt x="171202" y="84869"/>
                  </a:moveTo>
                  <a:cubicBezTo>
                    <a:pt x="171202" y="131741"/>
                    <a:pt x="132876" y="169738"/>
                    <a:pt x="85601" y="169738"/>
                  </a:cubicBezTo>
                  <a:cubicBezTo>
                    <a:pt x="38324" y="169738"/>
                    <a:pt x="0" y="131741"/>
                    <a:pt x="0" y="84869"/>
                  </a:cubicBezTo>
                  <a:cubicBezTo>
                    <a:pt x="0" y="37997"/>
                    <a:pt x="38324" y="0"/>
                    <a:pt x="85601" y="0"/>
                  </a:cubicBezTo>
                  <a:cubicBezTo>
                    <a:pt x="132876" y="0"/>
                    <a:pt x="171202" y="37997"/>
                    <a:pt x="171202" y="8486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3" name="Google Shape;143;p106"/>
            <p:cNvSpPr/>
            <p:nvPr/>
          </p:nvSpPr>
          <p:spPr>
            <a:xfrm>
              <a:off x="11367263" y="3122850"/>
              <a:ext cx="171201" cy="169737"/>
            </a:xfrm>
            <a:custGeom>
              <a:rect b="b" l="l" r="r" t="t"/>
              <a:pathLst>
                <a:path extrusionOk="0" h="169737" w="171201">
                  <a:moveTo>
                    <a:pt x="85601" y="143938"/>
                  </a:moveTo>
                  <a:cubicBezTo>
                    <a:pt x="118505" y="143938"/>
                    <a:pt x="145179" y="117492"/>
                    <a:pt x="145179" y="84869"/>
                  </a:cubicBezTo>
                  <a:cubicBezTo>
                    <a:pt x="145179" y="52246"/>
                    <a:pt x="118505" y="25800"/>
                    <a:pt x="85601" y="25800"/>
                  </a:cubicBezTo>
                  <a:cubicBezTo>
                    <a:pt x="52697" y="25800"/>
                    <a:pt x="26023" y="52246"/>
                    <a:pt x="26023" y="84869"/>
                  </a:cubicBezTo>
                  <a:cubicBezTo>
                    <a:pt x="26023" y="117492"/>
                    <a:pt x="52697" y="143938"/>
                    <a:pt x="85601" y="143938"/>
                  </a:cubicBezTo>
                  <a:close/>
                  <a:moveTo>
                    <a:pt x="85601" y="169738"/>
                  </a:moveTo>
                  <a:cubicBezTo>
                    <a:pt x="132876" y="169738"/>
                    <a:pt x="171202" y="131741"/>
                    <a:pt x="171202" y="84869"/>
                  </a:cubicBezTo>
                  <a:cubicBezTo>
                    <a:pt x="171202" y="37997"/>
                    <a:pt x="132876" y="0"/>
                    <a:pt x="85601" y="0"/>
                  </a:cubicBezTo>
                  <a:cubicBezTo>
                    <a:pt x="38324" y="0"/>
                    <a:pt x="0" y="37997"/>
                    <a:pt x="0" y="84869"/>
                  </a:cubicBezTo>
                  <a:cubicBezTo>
                    <a:pt x="0" y="131741"/>
                    <a:pt x="38324" y="169738"/>
                    <a:pt x="85601" y="169738"/>
                  </a:cubicBezTo>
                  <a:close/>
                </a:path>
              </a:pathLst>
            </a:custGeom>
            <a:solidFill>
              <a:srgbClr val="FC1C4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4" name="Google Shape;144;p106"/>
            <p:cNvSpPr/>
            <p:nvPr/>
          </p:nvSpPr>
          <p:spPr>
            <a:xfrm>
              <a:off x="11292612" y="3318895"/>
              <a:ext cx="320498" cy="162739"/>
            </a:xfrm>
            <a:custGeom>
              <a:rect b="b" l="l" r="r" t="t"/>
              <a:pathLst>
                <a:path extrusionOk="0" h="162739" w="320498">
                  <a:moveTo>
                    <a:pt x="0" y="138289"/>
                  </a:moveTo>
                  <a:cubicBezTo>
                    <a:pt x="0" y="54568"/>
                    <a:pt x="68108" y="0"/>
                    <a:pt x="152550" y="0"/>
                  </a:cubicBezTo>
                  <a:lnTo>
                    <a:pt x="167253" y="0"/>
                  </a:lnTo>
                  <a:cubicBezTo>
                    <a:pt x="251694" y="0"/>
                    <a:pt x="320498" y="54568"/>
                    <a:pt x="320498" y="138289"/>
                  </a:cubicBezTo>
                  <a:cubicBezTo>
                    <a:pt x="320498" y="151793"/>
                    <a:pt x="309458" y="162740"/>
                    <a:pt x="295835" y="162740"/>
                  </a:cubicBezTo>
                  <a:lnTo>
                    <a:pt x="24661" y="162740"/>
                  </a:lnTo>
                  <a:cubicBezTo>
                    <a:pt x="11041" y="162740"/>
                    <a:pt x="0" y="151793"/>
                    <a:pt x="0" y="13828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5" name="Google Shape;145;p106"/>
            <p:cNvSpPr/>
            <p:nvPr/>
          </p:nvSpPr>
          <p:spPr>
            <a:xfrm>
              <a:off x="11292612" y="3305594"/>
              <a:ext cx="320498" cy="176041"/>
            </a:xfrm>
            <a:custGeom>
              <a:rect b="b" l="l" r="r" t="t"/>
              <a:pathLst>
                <a:path extrusionOk="0" h="176041" w="320498">
                  <a:moveTo>
                    <a:pt x="167601" y="25800"/>
                  </a:moveTo>
                  <a:lnTo>
                    <a:pt x="152898" y="25800"/>
                  </a:lnTo>
                  <a:cubicBezTo>
                    <a:pt x="83282" y="25800"/>
                    <a:pt x="26760" y="81391"/>
                    <a:pt x="26030" y="150241"/>
                  </a:cubicBezTo>
                  <a:lnTo>
                    <a:pt x="294469" y="150241"/>
                  </a:lnTo>
                  <a:cubicBezTo>
                    <a:pt x="293741" y="81391"/>
                    <a:pt x="237219" y="25800"/>
                    <a:pt x="167601" y="25800"/>
                  </a:cubicBezTo>
                  <a:close/>
                  <a:moveTo>
                    <a:pt x="152898" y="0"/>
                  </a:moveTo>
                  <a:cubicBezTo>
                    <a:pt x="68455" y="0"/>
                    <a:pt x="0" y="67870"/>
                    <a:pt x="0" y="151591"/>
                  </a:cubicBezTo>
                  <a:cubicBezTo>
                    <a:pt x="0" y="165095"/>
                    <a:pt x="11041" y="176042"/>
                    <a:pt x="24661" y="176042"/>
                  </a:cubicBezTo>
                  <a:lnTo>
                    <a:pt x="295835" y="176042"/>
                  </a:lnTo>
                  <a:cubicBezTo>
                    <a:pt x="309458" y="176042"/>
                    <a:pt x="320498" y="165095"/>
                    <a:pt x="320498" y="151591"/>
                  </a:cubicBezTo>
                  <a:cubicBezTo>
                    <a:pt x="320498" y="67870"/>
                    <a:pt x="252045" y="0"/>
                    <a:pt x="167601" y="0"/>
                  </a:cubicBezTo>
                  <a:lnTo>
                    <a:pt x="152898" y="0"/>
                  </a:lnTo>
                  <a:close/>
                </a:path>
              </a:pathLst>
            </a:custGeom>
            <a:solidFill>
              <a:srgbClr val="FC1C4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" name="Google Shape;146;p106"/>
            <p:cNvSpPr/>
            <p:nvPr/>
          </p:nvSpPr>
          <p:spPr>
            <a:xfrm>
              <a:off x="11015662" y="3302237"/>
              <a:ext cx="445918" cy="253845"/>
            </a:xfrm>
            <a:custGeom>
              <a:rect b="b" l="l" r="r" t="t"/>
              <a:pathLst>
                <a:path extrusionOk="0" h="253845" w="445918">
                  <a:moveTo>
                    <a:pt x="0" y="212853"/>
                  </a:moveTo>
                  <a:cubicBezTo>
                    <a:pt x="0" y="95298"/>
                    <a:pt x="96119" y="0"/>
                    <a:pt x="214688" y="0"/>
                  </a:cubicBezTo>
                  <a:lnTo>
                    <a:pt x="231230" y="0"/>
                  </a:lnTo>
                  <a:cubicBezTo>
                    <a:pt x="349799" y="0"/>
                    <a:pt x="445919" y="95298"/>
                    <a:pt x="445919" y="212853"/>
                  </a:cubicBezTo>
                  <a:lnTo>
                    <a:pt x="445919" y="221595"/>
                  </a:lnTo>
                  <a:cubicBezTo>
                    <a:pt x="445919" y="239406"/>
                    <a:pt x="431355" y="253845"/>
                    <a:pt x="413390" y="253845"/>
                  </a:cubicBezTo>
                  <a:lnTo>
                    <a:pt x="32529" y="253845"/>
                  </a:lnTo>
                  <a:cubicBezTo>
                    <a:pt x="14564" y="253845"/>
                    <a:pt x="0" y="239406"/>
                    <a:pt x="0" y="221595"/>
                  </a:cubicBezTo>
                  <a:lnTo>
                    <a:pt x="0" y="212853"/>
                  </a:lnTo>
                  <a:close/>
                </a:path>
              </a:pathLst>
            </a:custGeom>
            <a:solidFill>
              <a:srgbClr val="FC1C4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7" name="Google Shape;147;p106"/>
            <p:cNvSpPr/>
            <p:nvPr/>
          </p:nvSpPr>
          <p:spPr>
            <a:xfrm>
              <a:off x="11015662" y="3302237"/>
              <a:ext cx="445918" cy="253845"/>
            </a:xfrm>
            <a:custGeom>
              <a:rect b="b" l="l" r="r" t="t"/>
              <a:pathLst>
                <a:path extrusionOk="0" h="253845" w="445918">
                  <a:moveTo>
                    <a:pt x="231230" y="25800"/>
                  </a:moveTo>
                  <a:lnTo>
                    <a:pt x="214688" y="25800"/>
                  </a:lnTo>
                  <a:cubicBezTo>
                    <a:pt x="110491" y="25800"/>
                    <a:pt x="26023" y="109547"/>
                    <a:pt x="26023" y="212853"/>
                  </a:cubicBezTo>
                  <a:lnTo>
                    <a:pt x="26023" y="221595"/>
                  </a:lnTo>
                  <a:cubicBezTo>
                    <a:pt x="26023" y="225157"/>
                    <a:pt x="28935" y="228045"/>
                    <a:pt x="32529" y="228045"/>
                  </a:cubicBezTo>
                  <a:lnTo>
                    <a:pt x="413390" y="228045"/>
                  </a:lnTo>
                  <a:cubicBezTo>
                    <a:pt x="416983" y="228045"/>
                    <a:pt x="419896" y="225157"/>
                    <a:pt x="419896" y="221595"/>
                  </a:cubicBezTo>
                  <a:lnTo>
                    <a:pt x="419896" y="212853"/>
                  </a:lnTo>
                  <a:cubicBezTo>
                    <a:pt x="419896" y="109547"/>
                    <a:pt x="335427" y="25800"/>
                    <a:pt x="231230" y="25800"/>
                  </a:cubicBezTo>
                  <a:close/>
                  <a:moveTo>
                    <a:pt x="214688" y="0"/>
                  </a:moveTo>
                  <a:cubicBezTo>
                    <a:pt x="96119" y="0"/>
                    <a:pt x="0" y="95298"/>
                    <a:pt x="0" y="212853"/>
                  </a:cubicBezTo>
                  <a:lnTo>
                    <a:pt x="0" y="221595"/>
                  </a:lnTo>
                  <a:cubicBezTo>
                    <a:pt x="0" y="239406"/>
                    <a:pt x="14564" y="253845"/>
                    <a:pt x="32529" y="253845"/>
                  </a:cubicBezTo>
                  <a:lnTo>
                    <a:pt x="413390" y="253845"/>
                  </a:lnTo>
                  <a:cubicBezTo>
                    <a:pt x="431355" y="253845"/>
                    <a:pt x="445919" y="239406"/>
                    <a:pt x="445919" y="221595"/>
                  </a:cubicBezTo>
                  <a:lnTo>
                    <a:pt x="445919" y="212853"/>
                  </a:lnTo>
                  <a:cubicBezTo>
                    <a:pt x="445919" y="95298"/>
                    <a:pt x="349799" y="0"/>
                    <a:pt x="231230" y="0"/>
                  </a:cubicBezTo>
                  <a:lnTo>
                    <a:pt x="214688" y="0"/>
                  </a:lnTo>
                  <a:close/>
                </a:path>
              </a:pathLst>
            </a:custGeom>
            <a:solidFill>
              <a:srgbClr val="FC1C4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8" name="Google Shape;148;p106"/>
            <p:cNvSpPr/>
            <p:nvPr/>
          </p:nvSpPr>
          <p:spPr>
            <a:xfrm>
              <a:off x="11225770" y="3368941"/>
              <a:ext cx="26022" cy="110522"/>
            </a:xfrm>
            <a:custGeom>
              <a:rect b="b" l="l" r="r" t="t"/>
              <a:pathLst>
                <a:path extrusionOk="0" h="110522" w="26022">
                  <a:moveTo>
                    <a:pt x="13011" y="0"/>
                  </a:moveTo>
                  <a:cubicBezTo>
                    <a:pt x="20197" y="0"/>
                    <a:pt x="26023" y="5775"/>
                    <a:pt x="26023" y="12900"/>
                  </a:cubicBezTo>
                  <a:lnTo>
                    <a:pt x="26023" y="97623"/>
                  </a:lnTo>
                  <a:cubicBezTo>
                    <a:pt x="26023" y="104748"/>
                    <a:pt x="20197" y="110523"/>
                    <a:pt x="13011" y="110523"/>
                  </a:cubicBezTo>
                  <a:cubicBezTo>
                    <a:pt x="5825" y="110523"/>
                    <a:pt x="0" y="104748"/>
                    <a:pt x="0" y="97623"/>
                  </a:cubicBezTo>
                  <a:lnTo>
                    <a:pt x="0" y="12900"/>
                  </a:lnTo>
                  <a:cubicBezTo>
                    <a:pt x="0" y="5775"/>
                    <a:pt x="5825" y="0"/>
                    <a:pt x="1301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9" name="Google Shape;149;p106"/>
          <p:cNvSpPr/>
          <p:nvPr/>
        </p:nvSpPr>
        <p:spPr>
          <a:xfrm>
            <a:off x="9984891" y="3061784"/>
            <a:ext cx="208929" cy="209134"/>
          </a:xfrm>
          <a:custGeom>
            <a:rect b="b" l="l" r="r" t="t"/>
            <a:pathLst>
              <a:path extrusionOk="0" h="209134" w="208929">
                <a:moveTo>
                  <a:pt x="208929" y="104568"/>
                </a:moveTo>
                <a:cubicBezTo>
                  <a:pt x="208929" y="162319"/>
                  <a:pt x="162159" y="209135"/>
                  <a:pt x="104465" y="209135"/>
                </a:cubicBezTo>
                <a:cubicBezTo>
                  <a:pt x="46771" y="209135"/>
                  <a:pt x="0" y="162319"/>
                  <a:pt x="0" y="104568"/>
                </a:cubicBezTo>
                <a:cubicBezTo>
                  <a:pt x="0" y="46816"/>
                  <a:pt x="46771" y="0"/>
                  <a:pt x="104465" y="0"/>
                </a:cubicBezTo>
                <a:cubicBezTo>
                  <a:pt x="162159" y="0"/>
                  <a:pt x="208929" y="46816"/>
                  <a:pt x="208929" y="104568"/>
                </a:cubicBezTo>
                <a:close/>
              </a:path>
            </a:pathLst>
          </a:custGeom>
          <a:solidFill>
            <a:srgbClr val="FC1C4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06"/>
          <p:cNvSpPr/>
          <p:nvPr/>
        </p:nvSpPr>
        <p:spPr>
          <a:xfrm>
            <a:off x="9984891" y="3061784"/>
            <a:ext cx="208929" cy="209134"/>
          </a:xfrm>
          <a:custGeom>
            <a:rect b="b" l="l" r="r" t="t"/>
            <a:pathLst>
              <a:path extrusionOk="0" h="209134" w="208929">
                <a:moveTo>
                  <a:pt x="104465" y="183334"/>
                </a:moveTo>
                <a:cubicBezTo>
                  <a:pt x="147924" y="183334"/>
                  <a:pt x="183154" y="148069"/>
                  <a:pt x="183154" y="104568"/>
                </a:cubicBezTo>
                <a:cubicBezTo>
                  <a:pt x="183154" y="61066"/>
                  <a:pt x="147924" y="25800"/>
                  <a:pt x="104465" y="25800"/>
                </a:cubicBezTo>
                <a:cubicBezTo>
                  <a:pt x="61005" y="25800"/>
                  <a:pt x="25775" y="61066"/>
                  <a:pt x="25775" y="104568"/>
                </a:cubicBezTo>
                <a:cubicBezTo>
                  <a:pt x="25775" y="148069"/>
                  <a:pt x="61005" y="183334"/>
                  <a:pt x="104465" y="183334"/>
                </a:cubicBezTo>
                <a:close/>
                <a:moveTo>
                  <a:pt x="104465" y="209135"/>
                </a:moveTo>
                <a:cubicBezTo>
                  <a:pt x="162159" y="209135"/>
                  <a:pt x="208929" y="162319"/>
                  <a:pt x="208929" y="104568"/>
                </a:cubicBezTo>
                <a:cubicBezTo>
                  <a:pt x="208929" y="46816"/>
                  <a:pt x="162159" y="0"/>
                  <a:pt x="104465" y="0"/>
                </a:cubicBezTo>
                <a:cubicBezTo>
                  <a:pt x="46771" y="0"/>
                  <a:pt x="0" y="46816"/>
                  <a:pt x="0" y="104568"/>
                </a:cubicBezTo>
                <a:cubicBezTo>
                  <a:pt x="0" y="162319"/>
                  <a:pt x="46771" y="209135"/>
                  <a:pt x="104465" y="209135"/>
                </a:cubicBezTo>
                <a:close/>
              </a:path>
            </a:pathLst>
          </a:custGeom>
          <a:solidFill>
            <a:srgbClr val="FC1C4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06"/>
          <p:cNvSpPr/>
          <p:nvPr/>
        </p:nvSpPr>
        <p:spPr>
          <a:xfrm>
            <a:off x="9868510" y="3302236"/>
            <a:ext cx="441673" cy="253845"/>
          </a:xfrm>
          <a:custGeom>
            <a:rect b="b" l="l" r="r" t="t"/>
            <a:pathLst>
              <a:path extrusionOk="0" h="253845" w="441673">
                <a:moveTo>
                  <a:pt x="220837" y="0"/>
                </a:moveTo>
                <a:cubicBezTo>
                  <a:pt x="98872" y="0"/>
                  <a:pt x="0" y="99897"/>
                  <a:pt x="0" y="221982"/>
                </a:cubicBezTo>
                <a:cubicBezTo>
                  <a:pt x="0" y="239507"/>
                  <a:pt x="14192" y="253846"/>
                  <a:pt x="31700" y="253846"/>
                </a:cubicBezTo>
                <a:lnTo>
                  <a:pt x="409974" y="253846"/>
                </a:lnTo>
                <a:cubicBezTo>
                  <a:pt x="427481" y="253846"/>
                  <a:pt x="441674" y="239507"/>
                  <a:pt x="441674" y="221982"/>
                </a:cubicBezTo>
                <a:cubicBezTo>
                  <a:pt x="441674" y="99897"/>
                  <a:pt x="342801" y="0"/>
                  <a:pt x="220837" y="0"/>
                </a:cubicBezTo>
                <a:close/>
              </a:path>
            </a:pathLst>
          </a:custGeom>
          <a:solidFill>
            <a:srgbClr val="FC1C4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06"/>
          <p:cNvSpPr/>
          <p:nvPr/>
        </p:nvSpPr>
        <p:spPr>
          <a:xfrm>
            <a:off x="10075100" y="3367135"/>
            <a:ext cx="25774" cy="108462"/>
          </a:xfrm>
          <a:custGeom>
            <a:rect b="b" l="l" r="r" t="t"/>
            <a:pathLst>
              <a:path extrusionOk="0" h="108462" w="25774">
                <a:moveTo>
                  <a:pt x="12887" y="0"/>
                </a:moveTo>
                <a:cubicBezTo>
                  <a:pt x="20005" y="0"/>
                  <a:pt x="25775" y="5775"/>
                  <a:pt x="25775" y="12900"/>
                </a:cubicBezTo>
                <a:lnTo>
                  <a:pt x="25775" y="95562"/>
                </a:lnTo>
                <a:cubicBezTo>
                  <a:pt x="25775" y="102687"/>
                  <a:pt x="20005" y="108462"/>
                  <a:pt x="12887" y="108462"/>
                </a:cubicBezTo>
                <a:cubicBezTo>
                  <a:pt x="5770" y="108462"/>
                  <a:pt x="0" y="102687"/>
                  <a:pt x="0" y="95562"/>
                </a:cubicBezTo>
                <a:lnTo>
                  <a:pt x="0" y="12900"/>
                </a:lnTo>
                <a:cubicBezTo>
                  <a:pt x="0" y="5775"/>
                  <a:pt x="5770" y="0"/>
                  <a:pt x="12887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06"/>
          <p:cNvSpPr/>
          <p:nvPr/>
        </p:nvSpPr>
        <p:spPr>
          <a:xfrm>
            <a:off x="8729686" y="3036348"/>
            <a:ext cx="440641" cy="549218"/>
          </a:xfrm>
          <a:custGeom>
            <a:rect b="b" l="l" r="r" t="t"/>
            <a:pathLst>
              <a:path extrusionOk="0" h="549218" w="440641">
                <a:moveTo>
                  <a:pt x="220321" y="0"/>
                </a:moveTo>
                <a:cubicBezTo>
                  <a:pt x="162236" y="0"/>
                  <a:pt x="109189" y="6390"/>
                  <a:pt x="70266" y="16978"/>
                </a:cubicBezTo>
                <a:cubicBezTo>
                  <a:pt x="50898" y="22246"/>
                  <a:pt x="34292" y="28748"/>
                  <a:pt x="22226" y="36508"/>
                </a:cubicBezTo>
                <a:cubicBezTo>
                  <a:pt x="10750" y="43888"/>
                  <a:pt x="0" y="54681"/>
                  <a:pt x="0" y="69336"/>
                </a:cubicBezTo>
                <a:lnTo>
                  <a:pt x="0" y="167062"/>
                </a:lnTo>
                <a:cubicBezTo>
                  <a:pt x="15" y="180322"/>
                  <a:pt x="8830" y="190416"/>
                  <a:pt x="19015" y="197683"/>
                </a:cubicBezTo>
                <a:cubicBezTo>
                  <a:pt x="8823" y="204954"/>
                  <a:pt x="0" y="215060"/>
                  <a:pt x="0" y="228336"/>
                </a:cubicBezTo>
                <a:lnTo>
                  <a:pt x="0" y="326062"/>
                </a:lnTo>
                <a:cubicBezTo>
                  <a:pt x="13" y="337824"/>
                  <a:pt x="6949" y="347094"/>
                  <a:pt x="15624" y="354110"/>
                </a:cubicBezTo>
                <a:cubicBezTo>
                  <a:pt x="6942" y="361132"/>
                  <a:pt x="0" y="370413"/>
                  <a:pt x="0" y="382190"/>
                </a:cubicBezTo>
                <a:lnTo>
                  <a:pt x="0" y="479916"/>
                </a:lnTo>
                <a:cubicBezTo>
                  <a:pt x="17" y="494563"/>
                  <a:pt x="10770" y="505347"/>
                  <a:pt x="22248" y="512724"/>
                </a:cubicBezTo>
                <a:cubicBezTo>
                  <a:pt x="34316" y="520481"/>
                  <a:pt x="50921" y="526981"/>
                  <a:pt x="70289" y="532247"/>
                </a:cubicBezTo>
                <a:cubicBezTo>
                  <a:pt x="109209" y="542831"/>
                  <a:pt x="162247" y="549219"/>
                  <a:pt x="220321" y="549219"/>
                </a:cubicBezTo>
                <a:cubicBezTo>
                  <a:pt x="278394" y="549219"/>
                  <a:pt x="331432" y="542831"/>
                  <a:pt x="370352" y="532247"/>
                </a:cubicBezTo>
                <a:cubicBezTo>
                  <a:pt x="389720" y="526981"/>
                  <a:pt x="406325" y="520481"/>
                  <a:pt x="418394" y="512724"/>
                </a:cubicBezTo>
                <a:cubicBezTo>
                  <a:pt x="429871" y="505347"/>
                  <a:pt x="440625" y="494563"/>
                  <a:pt x="440641" y="479916"/>
                </a:cubicBezTo>
                <a:lnTo>
                  <a:pt x="440641" y="382190"/>
                </a:lnTo>
                <a:cubicBezTo>
                  <a:pt x="440641" y="370413"/>
                  <a:pt x="433700" y="361132"/>
                  <a:pt x="425018" y="354110"/>
                </a:cubicBezTo>
                <a:cubicBezTo>
                  <a:pt x="433692" y="347094"/>
                  <a:pt x="440628" y="337824"/>
                  <a:pt x="440641" y="326062"/>
                </a:cubicBezTo>
                <a:lnTo>
                  <a:pt x="440641" y="228336"/>
                </a:lnTo>
                <a:cubicBezTo>
                  <a:pt x="440641" y="215060"/>
                  <a:pt x="431819" y="204954"/>
                  <a:pt x="421627" y="197683"/>
                </a:cubicBezTo>
                <a:cubicBezTo>
                  <a:pt x="431812" y="190416"/>
                  <a:pt x="440626" y="180322"/>
                  <a:pt x="440641" y="167062"/>
                </a:cubicBezTo>
                <a:lnTo>
                  <a:pt x="440641" y="69336"/>
                </a:lnTo>
                <a:cubicBezTo>
                  <a:pt x="440641" y="54681"/>
                  <a:pt x="429891" y="43888"/>
                  <a:pt x="418415" y="36508"/>
                </a:cubicBezTo>
                <a:cubicBezTo>
                  <a:pt x="406349" y="28748"/>
                  <a:pt x="389744" y="22246"/>
                  <a:pt x="370375" y="16978"/>
                </a:cubicBezTo>
                <a:cubicBezTo>
                  <a:pt x="331452" y="6390"/>
                  <a:pt x="278405" y="0"/>
                  <a:pt x="220321" y="0"/>
                </a:cubicBezTo>
                <a:close/>
              </a:path>
            </a:pathLst>
          </a:custGeom>
          <a:solidFill>
            <a:srgbClr val="FC1C4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06"/>
          <p:cNvSpPr/>
          <p:nvPr/>
        </p:nvSpPr>
        <p:spPr>
          <a:xfrm>
            <a:off x="8872997" y="3129871"/>
            <a:ext cx="246194" cy="45149"/>
          </a:xfrm>
          <a:custGeom>
            <a:rect b="b" l="l" r="r" t="t"/>
            <a:pathLst>
              <a:path extrusionOk="0" h="45149" w="246194">
                <a:moveTo>
                  <a:pt x="245610" y="9081"/>
                </a:moveTo>
                <a:cubicBezTo>
                  <a:pt x="247724" y="15890"/>
                  <a:pt x="243926" y="23126"/>
                  <a:pt x="237130" y="25242"/>
                </a:cubicBezTo>
                <a:cubicBezTo>
                  <a:pt x="197481" y="37591"/>
                  <a:pt x="140178" y="45150"/>
                  <a:pt x="77011" y="45150"/>
                </a:cubicBezTo>
                <a:cubicBezTo>
                  <a:pt x="54267" y="45150"/>
                  <a:pt x="32338" y="44170"/>
                  <a:pt x="11756" y="42352"/>
                </a:cubicBezTo>
                <a:cubicBezTo>
                  <a:pt x="4666" y="41726"/>
                  <a:pt x="-575" y="35460"/>
                  <a:pt x="51" y="28358"/>
                </a:cubicBezTo>
                <a:cubicBezTo>
                  <a:pt x="676" y="21255"/>
                  <a:pt x="6930" y="16004"/>
                  <a:pt x="14020" y="16630"/>
                </a:cubicBezTo>
                <a:cubicBezTo>
                  <a:pt x="33824" y="18380"/>
                  <a:pt x="54996" y="19329"/>
                  <a:pt x="77011" y="19329"/>
                </a:cubicBezTo>
                <a:cubicBezTo>
                  <a:pt x="138536" y="19329"/>
                  <a:pt x="193076" y="11923"/>
                  <a:pt x="229478" y="586"/>
                </a:cubicBezTo>
                <a:cubicBezTo>
                  <a:pt x="236274" y="-1532"/>
                  <a:pt x="243497" y="2272"/>
                  <a:pt x="245610" y="908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06"/>
          <p:cNvSpPr/>
          <p:nvPr/>
        </p:nvSpPr>
        <p:spPr>
          <a:xfrm>
            <a:off x="8872997" y="3279649"/>
            <a:ext cx="246194" cy="45149"/>
          </a:xfrm>
          <a:custGeom>
            <a:rect b="b" l="l" r="r" t="t"/>
            <a:pathLst>
              <a:path extrusionOk="0" h="45149" w="246194">
                <a:moveTo>
                  <a:pt x="245610" y="9081"/>
                </a:moveTo>
                <a:cubicBezTo>
                  <a:pt x="247724" y="15890"/>
                  <a:pt x="243926" y="23125"/>
                  <a:pt x="237130" y="25242"/>
                </a:cubicBezTo>
                <a:cubicBezTo>
                  <a:pt x="197481" y="37591"/>
                  <a:pt x="140178" y="45149"/>
                  <a:pt x="77011" y="45149"/>
                </a:cubicBezTo>
                <a:cubicBezTo>
                  <a:pt x="54267" y="45149"/>
                  <a:pt x="32338" y="44170"/>
                  <a:pt x="11756" y="42352"/>
                </a:cubicBezTo>
                <a:cubicBezTo>
                  <a:pt x="4666" y="41726"/>
                  <a:pt x="-575" y="35460"/>
                  <a:pt x="51" y="28357"/>
                </a:cubicBezTo>
                <a:cubicBezTo>
                  <a:pt x="676" y="21255"/>
                  <a:pt x="6930" y="16005"/>
                  <a:pt x="14020" y="16631"/>
                </a:cubicBezTo>
                <a:cubicBezTo>
                  <a:pt x="33824" y="18380"/>
                  <a:pt x="54996" y="19328"/>
                  <a:pt x="77011" y="19328"/>
                </a:cubicBezTo>
                <a:cubicBezTo>
                  <a:pt x="138536" y="19328"/>
                  <a:pt x="193076" y="11923"/>
                  <a:pt x="229478" y="585"/>
                </a:cubicBezTo>
                <a:cubicBezTo>
                  <a:pt x="236274" y="-1531"/>
                  <a:pt x="243497" y="2272"/>
                  <a:pt x="245610" y="908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06"/>
          <p:cNvSpPr/>
          <p:nvPr/>
        </p:nvSpPr>
        <p:spPr>
          <a:xfrm>
            <a:off x="8872997" y="3456868"/>
            <a:ext cx="246194" cy="45149"/>
          </a:xfrm>
          <a:custGeom>
            <a:rect b="b" l="l" r="r" t="t"/>
            <a:pathLst>
              <a:path extrusionOk="0" h="45149" w="246194">
                <a:moveTo>
                  <a:pt x="245610" y="9081"/>
                </a:moveTo>
                <a:cubicBezTo>
                  <a:pt x="247724" y="15890"/>
                  <a:pt x="243926" y="23126"/>
                  <a:pt x="237130" y="25243"/>
                </a:cubicBezTo>
                <a:cubicBezTo>
                  <a:pt x="197481" y="37592"/>
                  <a:pt x="140178" y="45149"/>
                  <a:pt x="77011" y="45149"/>
                </a:cubicBezTo>
                <a:cubicBezTo>
                  <a:pt x="54267" y="45149"/>
                  <a:pt x="32338" y="44170"/>
                  <a:pt x="11756" y="42352"/>
                </a:cubicBezTo>
                <a:cubicBezTo>
                  <a:pt x="4666" y="41726"/>
                  <a:pt x="-575" y="35460"/>
                  <a:pt x="51" y="28357"/>
                </a:cubicBezTo>
                <a:cubicBezTo>
                  <a:pt x="676" y="21255"/>
                  <a:pt x="6930" y="16005"/>
                  <a:pt x="14020" y="16631"/>
                </a:cubicBezTo>
                <a:cubicBezTo>
                  <a:pt x="33824" y="18380"/>
                  <a:pt x="54996" y="19328"/>
                  <a:pt x="77011" y="19328"/>
                </a:cubicBezTo>
                <a:cubicBezTo>
                  <a:pt x="138536" y="19328"/>
                  <a:pt x="193076" y="11923"/>
                  <a:pt x="229478" y="585"/>
                </a:cubicBezTo>
                <a:cubicBezTo>
                  <a:pt x="236274" y="-1531"/>
                  <a:pt x="243497" y="2272"/>
                  <a:pt x="245610" y="908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06"/>
          <p:cNvSpPr/>
          <p:nvPr/>
        </p:nvSpPr>
        <p:spPr>
          <a:xfrm>
            <a:off x="7517667" y="3035520"/>
            <a:ext cx="571278" cy="506872"/>
          </a:xfrm>
          <a:custGeom>
            <a:rect b="b" l="l" r="r" t="t"/>
            <a:pathLst>
              <a:path extrusionOk="0" h="506872" w="571278">
                <a:moveTo>
                  <a:pt x="234988" y="3795"/>
                </a:moveTo>
                <a:cubicBezTo>
                  <a:pt x="229906" y="-1265"/>
                  <a:pt x="221668" y="-1265"/>
                  <a:pt x="216587" y="3795"/>
                </a:cubicBezTo>
                <a:cubicBezTo>
                  <a:pt x="211505" y="8855"/>
                  <a:pt x="211505" y="17058"/>
                  <a:pt x="216587" y="22118"/>
                </a:cubicBezTo>
                <a:lnTo>
                  <a:pt x="276447" y="81726"/>
                </a:lnTo>
                <a:lnTo>
                  <a:pt x="294849" y="81726"/>
                </a:lnTo>
                <a:lnTo>
                  <a:pt x="354709" y="22118"/>
                </a:lnTo>
                <a:cubicBezTo>
                  <a:pt x="359791" y="17058"/>
                  <a:pt x="359791" y="8855"/>
                  <a:pt x="354709" y="3795"/>
                </a:cubicBezTo>
                <a:cubicBezTo>
                  <a:pt x="349628" y="-1265"/>
                  <a:pt x="341389" y="-1265"/>
                  <a:pt x="336308" y="3795"/>
                </a:cubicBezTo>
                <a:lnTo>
                  <a:pt x="285648" y="54241"/>
                </a:lnTo>
                <a:lnTo>
                  <a:pt x="234988" y="3795"/>
                </a:lnTo>
                <a:close/>
                <a:moveTo>
                  <a:pt x="0" y="131808"/>
                </a:moveTo>
                <a:cubicBezTo>
                  <a:pt x="0" y="113919"/>
                  <a:pt x="14563" y="99416"/>
                  <a:pt x="32529" y="99416"/>
                </a:cubicBezTo>
                <a:lnTo>
                  <a:pt x="538750" y="99416"/>
                </a:lnTo>
                <a:cubicBezTo>
                  <a:pt x="556716" y="99416"/>
                  <a:pt x="571279" y="113919"/>
                  <a:pt x="571279" y="131808"/>
                </a:cubicBezTo>
                <a:lnTo>
                  <a:pt x="571279" y="474481"/>
                </a:lnTo>
                <a:cubicBezTo>
                  <a:pt x="571279" y="492370"/>
                  <a:pt x="556716" y="506873"/>
                  <a:pt x="538750" y="506873"/>
                </a:cubicBezTo>
                <a:lnTo>
                  <a:pt x="32529" y="506873"/>
                </a:lnTo>
                <a:cubicBezTo>
                  <a:pt x="14563" y="506873"/>
                  <a:pt x="0" y="492370"/>
                  <a:pt x="0" y="474481"/>
                </a:cubicBezTo>
                <a:lnTo>
                  <a:pt x="0" y="131808"/>
                </a:lnTo>
                <a:close/>
              </a:path>
            </a:pathLst>
          </a:custGeom>
          <a:solidFill>
            <a:srgbClr val="FC1C4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06"/>
          <p:cNvSpPr/>
          <p:nvPr/>
        </p:nvSpPr>
        <p:spPr>
          <a:xfrm>
            <a:off x="6420070" y="2990200"/>
            <a:ext cx="485429" cy="635075"/>
          </a:xfrm>
          <a:custGeom>
            <a:rect b="b" l="l" r="r" t="t"/>
            <a:pathLst>
              <a:path extrusionOk="0" h="635075" w="485429">
                <a:moveTo>
                  <a:pt x="32106" y="635075"/>
                </a:moveTo>
                <a:cubicBezTo>
                  <a:pt x="14374" y="635075"/>
                  <a:pt x="0" y="620561"/>
                  <a:pt x="0" y="602656"/>
                </a:cubicBezTo>
                <a:lnTo>
                  <a:pt x="0" y="32419"/>
                </a:lnTo>
                <a:cubicBezTo>
                  <a:pt x="0" y="14515"/>
                  <a:pt x="14374" y="0"/>
                  <a:pt x="32106" y="0"/>
                </a:cubicBezTo>
                <a:lnTo>
                  <a:pt x="453324" y="0"/>
                </a:lnTo>
                <a:cubicBezTo>
                  <a:pt x="471055" y="0"/>
                  <a:pt x="485430" y="14515"/>
                  <a:pt x="485430" y="32419"/>
                </a:cubicBezTo>
                <a:lnTo>
                  <a:pt x="485430" y="602656"/>
                </a:lnTo>
                <a:cubicBezTo>
                  <a:pt x="485430" y="620561"/>
                  <a:pt x="471055" y="635075"/>
                  <a:pt x="453324" y="635075"/>
                </a:cubicBezTo>
                <a:lnTo>
                  <a:pt x="32106" y="635075"/>
                </a:lnTo>
                <a:close/>
              </a:path>
            </a:pathLst>
          </a:custGeom>
          <a:solidFill>
            <a:srgbClr val="FC1C4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06"/>
          <p:cNvSpPr/>
          <p:nvPr/>
        </p:nvSpPr>
        <p:spPr>
          <a:xfrm>
            <a:off x="6608787" y="3549067"/>
            <a:ext cx="107976" cy="25935"/>
          </a:xfrm>
          <a:custGeom>
            <a:rect b="b" l="l" r="r" t="t"/>
            <a:pathLst>
              <a:path extrusionOk="0" h="25935" w="107976">
                <a:moveTo>
                  <a:pt x="0" y="12968"/>
                </a:moveTo>
                <a:cubicBezTo>
                  <a:pt x="0" y="20130"/>
                  <a:pt x="5750" y="25935"/>
                  <a:pt x="12842" y="25935"/>
                </a:cubicBezTo>
                <a:lnTo>
                  <a:pt x="95134" y="25935"/>
                </a:lnTo>
                <a:cubicBezTo>
                  <a:pt x="102227" y="25935"/>
                  <a:pt x="107977" y="20130"/>
                  <a:pt x="107977" y="12968"/>
                </a:cubicBezTo>
                <a:cubicBezTo>
                  <a:pt x="107977" y="5806"/>
                  <a:pt x="102227" y="0"/>
                  <a:pt x="95134" y="0"/>
                </a:cubicBezTo>
                <a:lnTo>
                  <a:pt x="12842" y="0"/>
                </a:lnTo>
                <a:cubicBezTo>
                  <a:pt x="5750" y="0"/>
                  <a:pt x="0" y="5806"/>
                  <a:pt x="0" y="12968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06"/>
          <p:cNvSpPr/>
          <p:nvPr/>
        </p:nvSpPr>
        <p:spPr>
          <a:xfrm>
            <a:off x="5339579" y="2990192"/>
            <a:ext cx="383570" cy="635075"/>
          </a:xfrm>
          <a:custGeom>
            <a:rect b="b" l="l" r="r" t="t"/>
            <a:pathLst>
              <a:path extrusionOk="0" h="635075" w="383570">
                <a:moveTo>
                  <a:pt x="32529" y="0"/>
                </a:moveTo>
                <a:cubicBezTo>
                  <a:pt x="14564" y="0"/>
                  <a:pt x="0" y="14515"/>
                  <a:pt x="0" y="32419"/>
                </a:cubicBezTo>
                <a:lnTo>
                  <a:pt x="0" y="602656"/>
                </a:lnTo>
                <a:cubicBezTo>
                  <a:pt x="0" y="620561"/>
                  <a:pt x="14563" y="635075"/>
                  <a:pt x="32529" y="635075"/>
                </a:cubicBezTo>
                <a:lnTo>
                  <a:pt x="351042" y="635075"/>
                </a:lnTo>
                <a:cubicBezTo>
                  <a:pt x="369007" y="635075"/>
                  <a:pt x="383570" y="620561"/>
                  <a:pt x="383570" y="602656"/>
                </a:cubicBezTo>
                <a:lnTo>
                  <a:pt x="383570" y="32419"/>
                </a:lnTo>
                <a:cubicBezTo>
                  <a:pt x="383570" y="14514"/>
                  <a:pt x="369007" y="0"/>
                  <a:pt x="351042" y="0"/>
                </a:cubicBezTo>
                <a:lnTo>
                  <a:pt x="32529" y="0"/>
                </a:lnTo>
                <a:close/>
              </a:path>
            </a:pathLst>
          </a:custGeom>
          <a:solidFill>
            <a:srgbClr val="FC1C4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06"/>
          <p:cNvSpPr/>
          <p:nvPr/>
        </p:nvSpPr>
        <p:spPr>
          <a:xfrm>
            <a:off x="5510261" y="3061412"/>
            <a:ext cx="39034" cy="38902"/>
          </a:xfrm>
          <a:custGeom>
            <a:rect b="b" l="l" r="r" t="t"/>
            <a:pathLst>
              <a:path extrusionOk="0" h="38902" w="39034">
                <a:moveTo>
                  <a:pt x="39034" y="19451"/>
                </a:moveTo>
                <a:cubicBezTo>
                  <a:pt x="39034" y="30194"/>
                  <a:pt x="30296" y="38903"/>
                  <a:pt x="19517" y="38903"/>
                </a:cubicBezTo>
                <a:cubicBezTo>
                  <a:pt x="8738" y="38903"/>
                  <a:pt x="0" y="30194"/>
                  <a:pt x="0" y="19451"/>
                </a:cubicBezTo>
                <a:cubicBezTo>
                  <a:pt x="0" y="8709"/>
                  <a:pt x="8738" y="0"/>
                  <a:pt x="19517" y="0"/>
                </a:cubicBezTo>
                <a:cubicBezTo>
                  <a:pt x="30296" y="0"/>
                  <a:pt x="39034" y="8709"/>
                  <a:pt x="39034" y="1945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06"/>
          <p:cNvSpPr/>
          <p:nvPr/>
        </p:nvSpPr>
        <p:spPr>
          <a:xfrm>
            <a:off x="4196406" y="2990192"/>
            <a:ext cx="383569" cy="635075"/>
          </a:xfrm>
          <a:custGeom>
            <a:rect b="b" l="l" r="r" t="t"/>
            <a:pathLst>
              <a:path extrusionOk="0" h="635075" w="383569">
                <a:moveTo>
                  <a:pt x="32529" y="0"/>
                </a:moveTo>
                <a:cubicBezTo>
                  <a:pt x="14563" y="0"/>
                  <a:pt x="0" y="14515"/>
                  <a:pt x="0" y="32419"/>
                </a:cubicBezTo>
                <a:lnTo>
                  <a:pt x="0" y="602656"/>
                </a:lnTo>
                <a:cubicBezTo>
                  <a:pt x="0" y="620561"/>
                  <a:pt x="14563" y="635075"/>
                  <a:pt x="32528" y="635075"/>
                </a:cubicBezTo>
                <a:lnTo>
                  <a:pt x="351041" y="635075"/>
                </a:lnTo>
                <a:cubicBezTo>
                  <a:pt x="369006" y="635075"/>
                  <a:pt x="383570" y="620561"/>
                  <a:pt x="383570" y="602656"/>
                </a:cubicBezTo>
                <a:lnTo>
                  <a:pt x="383570" y="32419"/>
                </a:lnTo>
                <a:cubicBezTo>
                  <a:pt x="383570" y="14514"/>
                  <a:pt x="369007" y="0"/>
                  <a:pt x="351041" y="0"/>
                </a:cubicBezTo>
                <a:lnTo>
                  <a:pt x="32529" y="0"/>
                </a:lnTo>
                <a:close/>
              </a:path>
            </a:pathLst>
          </a:custGeom>
          <a:solidFill>
            <a:srgbClr val="FC1C4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06"/>
          <p:cNvSpPr/>
          <p:nvPr/>
        </p:nvSpPr>
        <p:spPr>
          <a:xfrm>
            <a:off x="4333483" y="3067896"/>
            <a:ext cx="109397" cy="25935"/>
          </a:xfrm>
          <a:custGeom>
            <a:rect b="b" l="l" r="r" t="t"/>
            <a:pathLst>
              <a:path extrusionOk="0" h="25935" w="109397">
                <a:moveTo>
                  <a:pt x="0" y="12968"/>
                </a:moveTo>
                <a:cubicBezTo>
                  <a:pt x="0" y="5806"/>
                  <a:pt x="5825" y="0"/>
                  <a:pt x="13011" y="0"/>
                </a:cubicBezTo>
                <a:lnTo>
                  <a:pt x="96386" y="0"/>
                </a:lnTo>
                <a:cubicBezTo>
                  <a:pt x="103572" y="0"/>
                  <a:pt x="109397" y="5806"/>
                  <a:pt x="109397" y="12968"/>
                </a:cubicBezTo>
                <a:cubicBezTo>
                  <a:pt x="109397" y="20130"/>
                  <a:pt x="103572" y="25935"/>
                  <a:pt x="96386" y="25935"/>
                </a:cubicBezTo>
                <a:lnTo>
                  <a:pt x="13011" y="25935"/>
                </a:lnTo>
                <a:cubicBezTo>
                  <a:pt x="5825" y="25935"/>
                  <a:pt x="0" y="20130"/>
                  <a:pt x="0" y="12968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06"/>
          <p:cNvSpPr/>
          <p:nvPr/>
        </p:nvSpPr>
        <p:spPr>
          <a:xfrm>
            <a:off x="2935589" y="3088034"/>
            <a:ext cx="630180" cy="439453"/>
          </a:xfrm>
          <a:custGeom>
            <a:rect b="b" l="l" r="r" t="t"/>
            <a:pathLst>
              <a:path extrusionOk="0" h="439453" w="630180">
                <a:moveTo>
                  <a:pt x="32307" y="0"/>
                </a:moveTo>
                <a:cubicBezTo>
                  <a:pt x="14464" y="0"/>
                  <a:pt x="0" y="14352"/>
                  <a:pt x="0" y="32057"/>
                </a:cubicBezTo>
                <a:lnTo>
                  <a:pt x="0" y="407396"/>
                </a:lnTo>
                <a:cubicBezTo>
                  <a:pt x="0" y="425101"/>
                  <a:pt x="14464" y="439453"/>
                  <a:pt x="32307" y="439453"/>
                </a:cubicBezTo>
                <a:lnTo>
                  <a:pt x="597873" y="439453"/>
                </a:lnTo>
                <a:cubicBezTo>
                  <a:pt x="615716" y="439453"/>
                  <a:pt x="630181" y="425101"/>
                  <a:pt x="630181" y="407396"/>
                </a:cubicBezTo>
                <a:lnTo>
                  <a:pt x="630181" y="32057"/>
                </a:lnTo>
                <a:cubicBezTo>
                  <a:pt x="630181" y="14352"/>
                  <a:pt x="615716" y="0"/>
                  <a:pt x="597873" y="0"/>
                </a:cubicBezTo>
                <a:lnTo>
                  <a:pt x="32307" y="0"/>
                </a:lnTo>
                <a:close/>
              </a:path>
            </a:pathLst>
          </a:custGeom>
          <a:solidFill>
            <a:srgbClr val="FC1C4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06"/>
          <p:cNvSpPr/>
          <p:nvPr/>
        </p:nvSpPr>
        <p:spPr>
          <a:xfrm>
            <a:off x="3010261" y="3165673"/>
            <a:ext cx="484986" cy="25645"/>
          </a:xfrm>
          <a:custGeom>
            <a:rect b="b" l="l" r="r" t="t"/>
            <a:pathLst>
              <a:path extrusionOk="0" h="25645" w="484986">
                <a:moveTo>
                  <a:pt x="0" y="12823"/>
                </a:moveTo>
                <a:cubicBezTo>
                  <a:pt x="0" y="5741"/>
                  <a:pt x="5786" y="0"/>
                  <a:pt x="12923" y="0"/>
                </a:cubicBezTo>
                <a:lnTo>
                  <a:pt x="472064" y="0"/>
                </a:lnTo>
                <a:cubicBezTo>
                  <a:pt x="479201" y="0"/>
                  <a:pt x="484987" y="5741"/>
                  <a:pt x="484987" y="12823"/>
                </a:cubicBezTo>
                <a:cubicBezTo>
                  <a:pt x="484987" y="19904"/>
                  <a:pt x="479201" y="25646"/>
                  <a:pt x="472064" y="25646"/>
                </a:cubicBezTo>
                <a:lnTo>
                  <a:pt x="12923" y="25646"/>
                </a:lnTo>
                <a:cubicBezTo>
                  <a:pt x="5786" y="25646"/>
                  <a:pt x="0" y="19904"/>
                  <a:pt x="0" y="12823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06"/>
          <p:cNvSpPr/>
          <p:nvPr/>
        </p:nvSpPr>
        <p:spPr>
          <a:xfrm>
            <a:off x="1839292" y="3088034"/>
            <a:ext cx="542522" cy="367295"/>
          </a:xfrm>
          <a:custGeom>
            <a:rect b="b" l="l" r="r" t="t"/>
            <a:pathLst>
              <a:path extrusionOk="0" h="367295" w="542522">
                <a:moveTo>
                  <a:pt x="0" y="32057"/>
                </a:moveTo>
                <a:cubicBezTo>
                  <a:pt x="0" y="14352"/>
                  <a:pt x="14464" y="0"/>
                  <a:pt x="32307" y="0"/>
                </a:cubicBezTo>
                <a:lnTo>
                  <a:pt x="510216" y="0"/>
                </a:lnTo>
                <a:cubicBezTo>
                  <a:pt x="528059" y="0"/>
                  <a:pt x="542523" y="14352"/>
                  <a:pt x="542523" y="32057"/>
                </a:cubicBezTo>
                <a:lnTo>
                  <a:pt x="542523" y="335238"/>
                </a:lnTo>
                <a:cubicBezTo>
                  <a:pt x="542523" y="352943"/>
                  <a:pt x="528059" y="367295"/>
                  <a:pt x="510215" y="367295"/>
                </a:cubicBezTo>
                <a:lnTo>
                  <a:pt x="32307" y="367295"/>
                </a:lnTo>
                <a:cubicBezTo>
                  <a:pt x="14464" y="367295"/>
                  <a:pt x="0" y="352943"/>
                  <a:pt x="0" y="335238"/>
                </a:cubicBezTo>
                <a:lnTo>
                  <a:pt x="0" y="32057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06"/>
          <p:cNvSpPr/>
          <p:nvPr/>
        </p:nvSpPr>
        <p:spPr>
          <a:xfrm>
            <a:off x="1795592" y="3088034"/>
            <a:ext cx="629924" cy="439456"/>
          </a:xfrm>
          <a:custGeom>
            <a:rect b="b" l="l" r="r" t="t"/>
            <a:pathLst>
              <a:path extrusionOk="0" h="439456" w="629924">
                <a:moveTo>
                  <a:pt x="76007" y="25646"/>
                </a:moveTo>
                <a:lnTo>
                  <a:pt x="553916" y="25646"/>
                </a:lnTo>
                <a:cubicBezTo>
                  <a:pt x="557484" y="25646"/>
                  <a:pt x="560377" y="28516"/>
                  <a:pt x="560377" y="32057"/>
                </a:cubicBezTo>
                <a:lnTo>
                  <a:pt x="560377" y="333708"/>
                </a:lnTo>
                <a:lnTo>
                  <a:pt x="69546" y="333708"/>
                </a:lnTo>
                <a:lnTo>
                  <a:pt x="69546" y="32057"/>
                </a:lnTo>
                <a:cubicBezTo>
                  <a:pt x="69546" y="28516"/>
                  <a:pt x="72439" y="25646"/>
                  <a:pt x="76007" y="25646"/>
                </a:cubicBezTo>
                <a:close/>
                <a:moveTo>
                  <a:pt x="43700" y="333708"/>
                </a:moveTo>
                <a:lnTo>
                  <a:pt x="43700" y="32057"/>
                </a:lnTo>
                <a:cubicBezTo>
                  <a:pt x="43700" y="14352"/>
                  <a:pt x="58164" y="0"/>
                  <a:pt x="76007" y="0"/>
                </a:cubicBezTo>
                <a:lnTo>
                  <a:pt x="553916" y="0"/>
                </a:lnTo>
                <a:cubicBezTo>
                  <a:pt x="571759" y="0"/>
                  <a:pt x="586223" y="14352"/>
                  <a:pt x="586223" y="32057"/>
                </a:cubicBezTo>
                <a:lnTo>
                  <a:pt x="586223" y="333708"/>
                </a:lnTo>
                <a:lnTo>
                  <a:pt x="604079" y="333708"/>
                </a:lnTo>
                <a:cubicBezTo>
                  <a:pt x="618353" y="333708"/>
                  <a:pt x="629925" y="345190"/>
                  <a:pt x="629925" y="359354"/>
                </a:cubicBezTo>
                <a:lnTo>
                  <a:pt x="629925" y="413811"/>
                </a:lnTo>
                <a:cubicBezTo>
                  <a:pt x="629925" y="427974"/>
                  <a:pt x="618353" y="439456"/>
                  <a:pt x="604079" y="439456"/>
                </a:cubicBezTo>
                <a:lnTo>
                  <a:pt x="25846" y="439456"/>
                </a:lnTo>
                <a:cubicBezTo>
                  <a:pt x="11572" y="439456"/>
                  <a:pt x="0" y="427974"/>
                  <a:pt x="0" y="413811"/>
                </a:cubicBezTo>
                <a:lnTo>
                  <a:pt x="0" y="359354"/>
                </a:lnTo>
                <a:cubicBezTo>
                  <a:pt x="0" y="345189"/>
                  <a:pt x="11572" y="333708"/>
                  <a:pt x="25846" y="333708"/>
                </a:cubicBezTo>
                <a:lnTo>
                  <a:pt x="43700" y="333708"/>
                </a:lnTo>
                <a:close/>
              </a:path>
            </a:pathLst>
          </a:custGeom>
          <a:solidFill>
            <a:srgbClr val="FC1C4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06"/>
          <p:cNvSpPr/>
          <p:nvPr/>
        </p:nvSpPr>
        <p:spPr>
          <a:xfrm>
            <a:off x="1914218" y="3166048"/>
            <a:ext cx="83541" cy="25645"/>
          </a:xfrm>
          <a:custGeom>
            <a:rect b="b" l="l" r="r" t="t"/>
            <a:pathLst>
              <a:path extrusionOk="0" h="25645" w="83541">
                <a:moveTo>
                  <a:pt x="0" y="12823"/>
                </a:moveTo>
                <a:cubicBezTo>
                  <a:pt x="0" y="5741"/>
                  <a:pt x="5786" y="0"/>
                  <a:pt x="12923" y="0"/>
                </a:cubicBezTo>
                <a:lnTo>
                  <a:pt x="70618" y="0"/>
                </a:lnTo>
                <a:cubicBezTo>
                  <a:pt x="77756" y="0"/>
                  <a:pt x="83541" y="5741"/>
                  <a:pt x="83541" y="12823"/>
                </a:cubicBezTo>
                <a:cubicBezTo>
                  <a:pt x="83541" y="19904"/>
                  <a:pt x="77756" y="25646"/>
                  <a:pt x="70618" y="25646"/>
                </a:cubicBezTo>
                <a:lnTo>
                  <a:pt x="12923" y="25646"/>
                </a:lnTo>
                <a:cubicBezTo>
                  <a:pt x="5786" y="25646"/>
                  <a:pt x="0" y="19904"/>
                  <a:pt x="0" y="12823"/>
                </a:cubicBezTo>
                <a:close/>
              </a:path>
            </a:pathLst>
          </a:custGeom>
          <a:solidFill>
            <a:srgbClr val="FC1C4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06"/>
          <p:cNvSpPr/>
          <p:nvPr/>
        </p:nvSpPr>
        <p:spPr>
          <a:xfrm>
            <a:off x="694407" y="3088034"/>
            <a:ext cx="514914" cy="380758"/>
          </a:xfrm>
          <a:custGeom>
            <a:rect b="b" l="l" r="r" t="t"/>
            <a:pathLst>
              <a:path extrusionOk="0" h="380758" w="514914">
                <a:moveTo>
                  <a:pt x="37389" y="0"/>
                </a:moveTo>
                <a:cubicBezTo>
                  <a:pt x="16740" y="0"/>
                  <a:pt x="0" y="16703"/>
                  <a:pt x="0" y="37308"/>
                </a:cubicBezTo>
                <a:lnTo>
                  <a:pt x="0" y="343451"/>
                </a:lnTo>
                <a:cubicBezTo>
                  <a:pt x="0" y="364055"/>
                  <a:pt x="16740" y="380758"/>
                  <a:pt x="37389" y="380758"/>
                </a:cubicBezTo>
                <a:lnTo>
                  <a:pt x="477526" y="380758"/>
                </a:lnTo>
                <a:cubicBezTo>
                  <a:pt x="498175" y="380758"/>
                  <a:pt x="514914" y="364055"/>
                  <a:pt x="514914" y="343451"/>
                </a:cubicBezTo>
                <a:lnTo>
                  <a:pt x="514914" y="37308"/>
                </a:lnTo>
                <a:cubicBezTo>
                  <a:pt x="514914" y="16703"/>
                  <a:pt x="498175" y="0"/>
                  <a:pt x="477526" y="0"/>
                </a:cubicBezTo>
                <a:lnTo>
                  <a:pt x="37389" y="0"/>
                </a:lnTo>
                <a:close/>
              </a:path>
            </a:pathLst>
          </a:custGeom>
          <a:solidFill>
            <a:srgbClr val="FC1C4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06"/>
          <p:cNvSpPr/>
          <p:nvPr/>
        </p:nvSpPr>
        <p:spPr>
          <a:xfrm>
            <a:off x="835169" y="3529391"/>
            <a:ext cx="233399" cy="25645"/>
          </a:xfrm>
          <a:custGeom>
            <a:rect b="b" l="l" r="r" t="t"/>
            <a:pathLst>
              <a:path extrusionOk="0" h="25645" w="233399">
                <a:moveTo>
                  <a:pt x="0" y="12823"/>
                </a:moveTo>
                <a:cubicBezTo>
                  <a:pt x="0" y="5741"/>
                  <a:pt x="5753" y="0"/>
                  <a:pt x="12851" y="0"/>
                </a:cubicBezTo>
                <a:lnTo>
                  <a:pt x="220549" y="0"/>
                </a:lnTo>
                <a:cubicBezTo>
                  <a:pt x="227646" y="0"/>
                  <a:pt x="233399" y="5741"/>
                  <a:pt x="233399" y="12823"/>
                </a:cubicBezTo>
                <a:cubicBezTo>
                  <a:pt x="233399" y="19904"/>
                  <a:pt x="227646" y="25646"/>
                  <a:pt x="220549" y="25646"/>
                </a:cubicBezTo>
                <a:lnTo>
                  <a:pt x="12851" y="25646"/>
                </a:lnTo>
                <a:cubicBezTo>
                  <a:pt x="5753" y="25646"/>
                  <a:pt x="0" y="19904"/>
                  <a:pt x="0" y="12823"/>
                </a:cubicBezTo>
                <a:close/>
              </a:path>
            </a:pathLst>
          </a:custGeom>
          <a:solidFill>
            <a:srgbClr val="FC1C4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06"/>
          <p:cNvSpPr/>
          <p:nvPr/>
        </p:nvSpPr>
        <p:spPr>
          <a:xfrm>
            <a:off x="757795" y="3166048"/>
            <a:ext cx="83075" cy="25645"/>
          </a:xfrm>
          <a:custGeom>
            <a:rect b="b" l="l" r="r" t="t"/>
            <a:pathLst>
              <a:path extrusionOk="0" h="25645" w="83075">
                <a:moveTo>
                  <a:pt x="0" y="12823"/>
                </a:moveTo>
                <a:cubicBezTo>
                  <a:pt x="0" y="5741"/>
                  <a:pt x="5753" y="0"/>
                  <a:pt x="12851" y="0"/>
                </a:cubicBezTo>
                <a:lnTo>
                  <a:pt x="70224" y="0"/>
                </a:lnTo>
                <a:cubicBezTo>
                  <a:pt x="77322" y="0"/>
                  <a:pt x="83075" y="5741"/>
                  <a:pt x="83075" y="12823"/>
                </a:cubicBezTo>
                <a:cubicBezTo>
                  <a:pt x="83075" y="19904"/>
                  <a:pt x="77322" y="25646"/>
                  <a:pt x="70224" y="25646"/>
                </a:cubicBezTo>
                <a:lnTo>
                  <a:pt x="12851" y="25646"/>
                </a:lnTo>
                <a:cubicBezTo>
                  <a:pt x="5753" y="25646"/>
                  <a:pt x="0" y="19904"/>
                  <a:pt x="0" y="12823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72" name="Google Shape;172;p106"/>
          <p:cNvGrpSpPr/>
          <p:nvPr/>
        </p:nvGrpSpPr>
        <p:grpSpPr>
          <a:xfrm>
            <a:off x="682640" y="4412040"/>
            <a:ext cx="538448" cy="538449"/>
            <a:chOff x="682640" y="4412040"/>
            <a:chExt cx="538448" cy="538449"/>
          </a:xfrm>
        </p:grpSpPr>
        <p:sp>
          <p:nvSpPr>
            <p:cNvPr id="173" name="Google Shape;173;p106"/>
            <p:cNvSpPr/>
            <p:nvPr/>
          </p:nvSpPr>
          <p:spPr>
            <a:xfrm>
              <a:off x="682640" y="4412040"/>
              <a:ext cx="538448" cy="538449"/>
            </a:xfrm>
            <a:custGeom>
              <a:rect b="b" l="l" r="r" t="t"/>
              <a:pathLst>
                <a:path extrusionOk="0" h="538449" w="538448">
                  <a:moveTo>
                    <a:pt x="269224" y="538449"/>
                  </a:moveTo>
                  <a:cubicBezTo>
                    <a:pt x="417913" y="538449"/>
                    <a:pt x="538449" y="417913"/>
                    <a:pt x="538449" y="269225"/>
                  </a:cubicBezTo>
                  <a:cubicBezTo>
                    <a:pt x="538449" y="120536"/>
                    <a:pt x="417913" y="0"/>
                    <a:pt x="269224" y="0"/>
                  </a:cubicBezTo>
                  <a:cubicBezTo>
                    <a:pt x="120536" y="0"/>
                    <a:pt x="0" y="120536"/>
                    <a:pt x="0" y="269225"/>
                  </a:cubicBezTo>
                  <a:cubicBezTo>
                    <a:pt x="0" y="417913"/>
                    <a:pt x="120536" y="538449"/>
                    <a:pt x="269224" y="538449"/>
                  </a:cubicBezTo>
                  <a:close/>
                </a:path>
              </a:pathLst>
            </a:custGeom>
            <a:solidFill>
              <a:srgbClr val="FC1C4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4" name="Google Shape;174;p106"/>
            <p:cNvSpPr/>
            <p:nvPr/>
          </p:nvSpPr>
          <p:spPr>
            <a:xfrm>
              <a:off x="879166" y="4748730"/>
              <a:ext cx="145389" cy="46758"/>
            </a:xfrm>
            <a:custGeom>
              <a:rect b="b" l="l" r="r" t="t"/>
              <a:pathLst>
                <a:path extrusionOk="0" h="46758" w="145389">
                  <a:moveTo>
                    <a:pt x="2831" y="4811"/>
                  </a:moveTo>
                  <a:cubicBezTo>
                    <a:pt x="7275" y="-728"/>
                    <a:pt x="15368" y="-1614"/>
                    <a:pt x="20907" y="2831"/>
                  </a:cubicBezTo>
                  <a:cubicBezTo>
                    <a:pt x="51163" y="27112"/>
                    <a:pt x="94226" y="27112"/>
                    <a:pt x="124483" y="2831"/>
                  </a:cubicBezTo>
                  <a:cubicBezTo>
                    <a:pt x="130022" y="-1614"/>
                    <a:pt x="138115" y="-728"/>
                    <a:pt x="142559" y="4811"/>
                  </a:cubicBezTo>
                  <a:cubicBezTo>
                    <a:pt x="147004" y="10350"/>
                    <a:pt x="146118" y="18443"/>
                    <a:pt x="140579" y="22887"/>
                  </a:cubicBezTo>
                  <a:cubicBezTo>
                    <a:pt x="100919" y="54715"/>
                    <a:pt x="44471" y="54715"/>
                    <a:pt x="4811" y="22887"/>
                  </a:cubicBezTo>
                  <a:cubicBezTo>
                    <a:pt x="-728" y="18443"/>
                    <a:pt x="-1614" y="10350"/>
                    <a:pt x="2831" y="481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5" name="Google Shape;175;p106"/>
            <p:cNvSpPr/>
            <p:nvPr/>
          </p:nvSpPr>
          <p:spPr>
            <a:xfrm>
              <a:off x="862940" y="4628943"/>
              <a:ext cx="49576" cy="49576"/>
            </a:xfrm>
            <a:custGeom>
              <a:rect b="b" l="l" r="r" t="t"/>
              <a:pathLst>
                <a:path extrusionOk="0" h="49576" w="49576">
                  <a:moveTo>
                    <a:pt x="49577" y="24788"/>
                  </a:moveTo>
                  <a:cubicBezTo>
                    <a:pt x="49577" y="38479"/>
                    <a:pt x="38479" y="49577"/>
                    <a:pt x="24788" y="49577"/>
                  </a:cubicBezTo>
                  <a:cubicBezTo>
                    <a:pt x="11098" y="49577"/>
                    <a:pt x="0" y="38479"/>
                    <a:pt x="0" y="24788"/>
                  </a:cubicBezTo>
                  <a:cubicBezTo>
                    <a:pt x="0" y="11098"/>
                    <a:pt x="11098" y="0"/>
                    <a:pt x="24788" y="0"/>
                  </a:cubicBezTo>
                  <a:cubicBezTo>
                    <a:pt x="38479" y="0"/>
                    <a:pt x="49577" y="11098"/>
                    <a:pt x="49577" y="2478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6" name="Google Shape;176;p106"/>
            <p:cNvSpPr/>
            <p:nvPr/>
          </p:nvSpPr>
          <p:spPr>
            <a:xfrm>
              <a:off x="986902" y="4628943"/>
              <a:ext cx="49576" cy="49576"/>
            </a:xfrm>
            <a:custGeom>
              <a:rect b="b" l="l" r="r" t="t"/>
              <a:pathLst>
                <a:path extrusionOk="0" h="49576" w="49576">
                  <a:moveTo>
                    <a:pt x="49577" y="24788"/>
                  </a:moveTo>
                  <a:cubicBezTo>
                    <a:pt x="49577" y="38479"/>
                    <a:pt x="38479" y="49577"/>
                    <a:pt x="24788" y="49577"/>
                  </a:cubicBezTo>
                  <a:cubicBezTo>
                    <a:pt x="11098" y="49577"/>
                    <a:pt x="0" y="38479"/>
                    <a:pt x="0" y="24788"/>
                  </a:cubicBezTo>
                  <a:cubicBezTo>
                    <a:pt x="0" y="11098"/>
                    <a:pt x="11098" y="0"/>
                    <a:pt x="24788" y="0"/>
                  </a:cubicBezTo>
                  <a:cubicBezTo>
                    <a:pt x="38479" y="0"/>
                    <a:pt x="49577" y="11098"/>
                    <a:pt x="49577" y="2478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77" name="Google Shape;177;p106"/>
          <p:cNvSpPr/>
          <p:nvPr/>
        </p:nvSpPr>
        <p:spPr>
          <a:xfrm>
            <a:off x="1826467" y="4412040"/>
            <a:ext cx="538436" cy="538436"/>
          </a:xfrm>
          <a:custGeom>
            <a:rect b="b" l="l" r="r" t="t"/>
            <a:pathLst>
              <a:path extrusionOk="0" h="538436" w="538436">
                <a:moveTo>
                  <a:pt x="269218" y="538436"/>
                </a:moveTo>
                <a:cubicBezTo>
                  <a:pt x="120533" y="538436"/>
                  <a:pt x="0" y="417903"/>
                  <a:pt x="0" y="269218"/>
                </a:cubicBezTo>
                <a:cubicBezTo>
                  <a:pt x="0" y="120533"/>
                  <a:pt x="120533" y="0"/>
                  <a:pt x="269218" y="0"/>
                </a:cubicBezTo>
                <a:cubicBezTo>
                  <a:pt x="417904" y="0"/>
                  <a:pt x="538436" y="120533"/>
                  <a:pt x="538436" y="269218"/>
                </a:cubicBezTo>
                <a:cubicBezTo>
                  <a:pt x="538436" y="417903"/>
                  <a:pt x="417904" y="538436"/>
                  <a:pt x="269218" y="538436"/>
                </a:cubicBezTo>
                <a:close/>
              </a:path>
            </a:pathLst>
          </a:custGeom>
          <a:solidFill>
            <a:srgbClr val="FC1C4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06"/>
          <p:cNvSpPr/>
          <p:nvPr/>
        </p:nvSpPr>
        <p:spPr>
          <a:xfrm>
            <a:off x="2008898" y="4628902"/>
            <a:ext cx="49575" cy="49575"/>
          </a:xfrm>
          <a:custGeom>
            <a:rect b="b" l="l" r="r" t="t"/>
            <a:pathLst>
              <a:path extrusionOk="0" h="49575" w="49575">
                <a:moveTo>
                  <a:pt x="49576" y="24788"/>
                </a:moveTo>
                <a:cubicBezTo>
                  <a:pt x="49576" y="38478"/>
                  <a:pt x="38478" y="49576"/>
                  <a:pt x="24788" y="49576"/>
                </a:cubicBezTo>
                <a:cubicBezTo>
                  <a:pt x="11098" y="49576"/>
                  <a:pt x="0" y="38478"/>
                  <a:pt x="0" y="24788"/>
                </a:cubicBezTo>
                <a:cubicBezTo>
                  <a:pt x="0" y="11098"/>
                  <a:pt x="11098" y="0"/>
                  <a:pt x="24788" y="0"/>
                </a:cubicBezTo>
                <a:cubicBezTo>
                  <a:pt x="38478" y="0"/>
                  <a:pt x="49576" y="11098"/>
                  <a:pt x="49576" y="24788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06"/>
          <p:cNvSpPr/>
          <p:nvPr/>
        </p:nvSpPr>
        <p:spPr>
          <a:xfrm>
            <a:off x="2132872" y="4628902"/>
            <a:ext cx="49575" cy="49575"/>
          </a:xfrm>
          <a:custGeom>
            <a:rect b="b" l="l" r="r" t="t"/>
            <a:pathLst>
              <a:path extrusionOk="0" h="49575" w="49575">
                <a:moveTo>
                  <a:pt x="49576" y="24788"/>
                </a:moveTo>
                <a:cubicBezTo>
                  <a:pt x="49576" y="38478"/>
                  <a:pt x="38478" y="49576"/>
                  <a:pt x="24788" y="49576"/>
                </a:cubicBezTo>
                <a:cubicBezTo>
                  <a:pt x="11098" y="49576"/>
                  <a:pt x="0" y="38478"/>
                  <a:pt x="0" y="24788"/>
                </a:cubicBezTo>
                <a:cubicBezTo>
                  <a:pt x="0" y="11098"/>
                  <a:pt x="11098" y="0"/>
                  <a:pt x="24788" y="0"/>
                </a:cubicBezTo>
                <a:cubicBezTo>
                  <a:pt x="38478" y="0"/>
                  <a:pt x="49576" y="11098"/>
                  <a:pt x="49576" y="24788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06"/>
          <p:cNvSpPr/>
          <p:nvPr/>
        </p:nvSpPr>
        <p:spPr>
          <a:xfrm>
            <a:off x="2037113" y="4694655"/>
            <a:ext cx="117134" cy="102663"/>
          </a:xfrm>
          <a:custGeom>
            <a:rect b="b" l="l" r="r" t="t"/>
            <a:pathLst>
              <a:path extrusionOk="0" h="102663" w="117134">
                <a:moveTo>
                  <a:pt x="27480" y="31161"/>
                </a:moveTo>
                <a:cubicBezTo>
                  <a:pt x="26715" y="32436"/>
                  <a:pt x="25717" y="35076"/>
                  <a:pt x="25717" y="40367"/>
                </a:cubicBezTo>
                <a:cubicBezTo>
                  <a:pt x="25717" y="61538"/>
                  <a:pt x="41356" y="76947"/>
                  <a:pt x="58567" y="76947"/>
                </a:cubicBezTo>
                <a:cubicBezTo>
                  <a:pt x="75779" y="76947"/>
                  <a:pt x="91418" y="61538"/>
                  <a:pt x="91418" y="40367"/>
                </a:cubicBezTo>
                <a:cubicBezTo>
                  <a:pt x="91418" y="35076"/>
                  <a:pt x="90419" y="32436"/>
                  <a:pt x="89655" y="31161"/>
                </a:cubicBezTo>
                <a:cubicBezTo>
                  <a:pt x="88996" y="30063"/>
                  <a:pt x="88007" y="29108"/>
                  <a:pt x="85921" y="28234"/>
                </a:cubicBezTo>
                <a:cubicBezTo>
                  <a:pt x="83586" y="27256"/>
                  <a:pt x="80198" y="26531"/>
                  <a:pt x="75314" y="26133"/>
                </a:cubicBezTo>
                <a:cubicBezTo>
                  <a:pt x="70459" y="25737"/>
                  <a:pt x="64980" y="25717"/>
                  <a:pt x="58567" y="25717"/>
                </a:cubicBezTo>
                <a:cubicBezTo>
                  <a:pt x="52155" y="25717"/>
                  <a:pt x="46676" y="25737"/>
                  <a:pt x="41820" y="26133"/>
                </a:cubicBezTo>
                <a:cubicBezTo>
                  <a:pt x="36936" y="26531"/>
                  <a:pt x="33548" y="27256"/>
                  <a:pt x="31214" y="28234"/>
                </a:cubicBezTo>
                <a:cubicBezTo>
                  <a:pt x="29127" y="29108"/>
                  <a:pt x="28138" y="30063"/>
                  <a:pt x="27480" y="31161"/>
                </a:cubicBezTo>
                <a:close/>
                <a:moveTo>
                  <a:pt x="39730" y="501"/>
                </a:moveTo>
                <a:cubicBezTo>
                  <a:pt x="45812" y="6"/>
                  <a:pt x="52357" y="0"/>
                  <a:pt x="58567" y="0"/>
                </a:cubicBezTo>
                <a:cubicBezTo>
                  <a:pt x="64777" y="0"/>
                  <a:pt x="71323" y="6"/>
                  <a:pt x="77404" y="501"/>
                </a:cubicBezTo>
                <a:cubicBezTo>
                  <a:pt x="83456" y="995"/>
                  <a:pt x="89918" y="2027"/>
                  <a:pt x="95855" y="4514"/>
                </a:cubicBezTo>
                <a:cubicBezTo>
                  <a:pt x="102041" y="7104"/>
                  <a:pt x="107745" y="11320"/>
                  <a:pt x="111713" y="17939"/>
                </a:cubicBezTo>
                <a:cubicBezTo>
                  <a:pt x="115574" y="24382"/>
                  <a:pt x="117134" y="32007"/>
                  <a:pt x="117134" y="40367"/>
                </a:cubicBezTo>
                <a:cubicBezTo>
                  <a:pt x="117134" y="73804"/>
                  <a:pt x="91844" y="102663"/>
                  <a:pt x="58567" y="102663"/>
                </a:cubicBezTo>
                <a:cubicBezTo>
                  <a:pt x="25290" y="102663"/>
                  <a:pt x="0" y="73804"/>
                  <a:pt x="0" y="40367"/>
                </a:cubicBezTo>
                <a:cubicBezTo>
                  <a:pt x="0" y="32007"/>
                  <a:pt x="1560" y="24382"/>
                  <a:pt x="5422" y="17939"/>
                </a:cubicBezTo>
                <a:cubicBezTo>
                  <a:pt x="9389" y="11320"/>
                  <a:pt x="15094" y="7104"/>
                  <a:pt x="21279" y="4514"/>
                </a:cubicBezTo>
                <a:cubicBezTo>
                  <a:pt x="27216" y="2027"/>
                  <a:pt x="33678" y="995"/>
                  <a:pt x="39730" y="50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06"/>
          <p:cNvSpPr/>
          <p:nvPr/>
        </p:nvSpPr>
        <p:spPr>
          <a:xfrm>
            <a:off x="2969891" y="4412040"/>
            <a:ext cx="538398" cy="538398"/>
          </a:xfrm>
          <a:custGeom>
            <a:rect b="b" l="l" r="r" t="t"/>
            <a:pathLst>
              <a:path extrusionOk="0" h="538398" w="538398">
                <a:moveTo>
                  <a:pt x="269199" y="538398"/>
                </a:moveTo>
                <a:cubicBezTo>
                  <a:pt x="417874" y="538398"/>
                  <a:pt x="538399" y="417874"/>
                  <a:pt x="538399" y="269200"/>
                </a:cubicBezTo>
                <a:cubicBezTo>
                  <a:pt x="538399" y="120525"/>
                  <a:pt x="417874" y="0"/>
                  <a:pt x="269199" y="0"/>
                </a:cubicBezTo>
                <a:cubicBezTo>
                  <a:pt x="120525" y="0"/>
                  <a:pt x="0" y="120525"/>
                  <a:pt x="0" y="269200"/>
                </a:cubicBezTo>
                <a:cubicBezTo>
                  <a:pt x="0" y="417874"/>
                  <a:pt x="120525" y="538398"/>
                  <a:pt x="269199" y="538398"/>
                </a:cubicBezTo>
                <a:close/>
              </a:path>
            </a:pathLst>
          </a:custGeom>
          <a:solidFill>
            <a:srgbClr val="FC1C4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06"/>
          <p:cNvSpPr/>
          <p:nvPr/>
        </p:nvSpPr>
        <p:spPr>
          <a:xfrm>
            <a:off x="3151010" y="4624817"/>
            <a:ext cx="56487" cy="79119"/>
          </a:xfrm>
          <a:custGeom>
            <a:rect b="b" l="l" r="r" t="t"/>
            <a:pathLst>
              <a:path extrusionOk="0" h="79119" w="56487">
                <a:moveTo>
                  <a:pt x="3147" y="4431"/>
                </a:moveTo>
                <a:cubicBezTo>
                  <a:pt x="-1507" y="9795"/>
                  <a:pt x="-933" y="17916"/>
                  <a:pt x="4431" y="22570"/>
                </a:cubicBezTo>
                <a:lnTo>
                  <a:pt x="24010" y="39560"/>
                </a:lnTo>
                <a:lnTo>
                  <a:pt x="4431" y="56549"/>
                </a:lnTo>
                <a:cubicBezTo>
                  <a:pt x="-933" y="61204"/>
                  <a:pt x="-1507" y="69324"/>
                  <a:pt x="3147" y="74688"/>
                </a:cubicBezTo>
                <a:cubicBezTo>
                  <a:pt x="7801" y="80052"/>
                  <a:pt x="15922" y="80627"/>
                  <a:pt x="21286" y="75973"/>
                </a:cubicBezTo>
                <a:lnTo>
                  <a:pt x="52057" y="49271"/>
                </a:lnTo>
                <a:cubicBezTo>
                  <a:pt x="54871" y="46829"/>
                  <a:pt x="56488" y="43286"/>
                  <a:pt x="56488" y="39560"/>
                </a:cubicBezTo>
                <a:cubicBezTo>
                  <a:pt x="56488" y="35834"/>
                  <a:pt x="54871" y="32290"/>
                  <a:pt x="52057" y="29848"/>
                </a:cubicBezTo>
                <a:lnTo>
                  <a:pt x="21286" y="3147"/>
                </a:lnTo>
                <a:cubicBezTo>
                  <a:pt x="15922" y="-1508"/>
                  <a:pt x="7801" y="-932"/>
                  <a:pt x="3147" y="443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06"/>
          <p:cNvSpPr/>
          <p:nvPr/>
        </p:nvSpPr>
        <p:spPr>
          <a:xfrm>
            <a:off x="3270500" y="4624501"/>
            <a:ext cx="56837" cy="79726"/>
          </a:xfrm>
          <a:custGeom>
            <a:rect b="b" l="l" r="r" t="t"/>
            <a:pathLst>
              <a:path extrusionOk="0" h="79726" w="56837">
                <a:moveTo>
                  <a:pt x="53691" y="4431"/>
                </a:moveTo>
                <a:cubicBezTo>
                  <a:pt x="58345" y="9795"/>
                  <a:pt x="57770" y="17916"/>
                  <a:pt x="52407" y="22570"/>
                </a:cubicBezTo>
                <a:lnTo>
                  <a:pt x="32478" y="39863"/>
                </a:lnTo>
                <a:lnTo>
                  <a:pt x="52407" y="57156"/>
                </a:lnTo>
                <a:cubicBezTo>
                  <a:pt x="57770" y="61810"/>
                  <a:pt x="58345" y="69931"/>
                  <a:pt x="53691" y="75295"/>
                </a:cubicBezTo>
                <a:cubicBezTo>
                  <a:pt x="49037" y="80659"/>
                  <a:pt x="40916" y="81233"/>
                  <a:pt x="35552" y="76579"/>
                </a:cubicBezTo>
                <a:lnTo>
                  <a:pt x="4431" y="49575"/>
                </a:lnTo>
                <a:cubicBezTo>
                  <a:pt x="1617" y="47133"/>
                  <a:pt x="0" y="43589"/>
                  <a:pt x="0" y="39863"/>
                </a:cubicBezTo>
                <a:cubicBezTo>
                  <a:pt x="0" y="36137"/>
                  <a:pt x="1617" y="32594"/>
                  <a:pt x="4431" y="30151"/>
                </a:cubicBezTo>
                <a:lnTo>
                  <a:pt x="35552" y="3147"/>
                </a:lnTo>
                <a:cubicBezTo>
                  <a:pt x="40916" y="-1507"/>
                  <a:pt x="49037" y="-933"/>
                  <a:pt x="53691" y="443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06"/>
          <p:cNvSpPr/>
          <p:nvPr/>
        </p:nvSpPr>
        <p:spPr>
          <a:xfrm>
            <a:off x="3166395" y="4748730"/>
            <a:ext cx="145389" cy="46758"/>
          </a:xfrm>
          <a:custGeom>
            <a:rect b="b" l="l" r="r" t="t"/>
            <a:pathLst>
              <a:path extrusionOk="0" h="46758" w="145389">
                <a:moveTo>
                  <a:pt x="2831" y="4811"/>
                </a:moveTo>
                <a:cubicBezTo>
                  <a:pt x="7275" y="-728"/>
                  <a:pt x="15368" y="-1614"/>
                  <a:pt x="20907" y="2831"/>
                </a:cubicBezTo>
                <a:cubicBezTo>
                  <a:pt x="51163" y="27112"/>
                  <a:pt x="94226" y="27112"/>
                  <a:pt x="124483" y="2831"/>
                </a:cubicBezTo>
                <a:cubicBezTo>
                  <a:pt x="130022" y="-1614"/>
                  <a:pt x="138115" y="-728"/>
                  <a:pt x="142559" y="4811"/>
                </a:cubicBezTo>
                <a:cubicBezTo>
                  <a:pt x="147004" y="10350"/>
                  <a:pt x="146118" y="18443"/>
                  <a:pt x="140579" y="22887"/>
                </a:cubicBezTo>
                <a:cubicBezTo>
                  <a:pt x="100919" y="54715"/>
                  <a:pt x="44471" y="54715"/>
                  <a:pt x="4811" y="22887"/>
                </a:cubicBezTo>
                <a:cubicBezTo>
                  <a:pt x="-728" y="18443"/>
                  <a:pt x="-1614" y="10350"/>
                  <a:pt x="2831" y="481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06"/>
          <p:cNvSpPr/>
          <p:nvPr/>
        </p:nvSpPr>
        <p:spPr>
          <a:xfrm>
            <a:off x="4114123" y="4412040"/>
            <a:ext cx="538392" cy="538392"/>
          </a:xfrm>
          <a:custGeom>
            <a:rect b="b" l="l" r="r" t="t"/>
            <a:pathLst>
              <a:path extrusionOk="0" h="538392" w="538392">
                <a:moveTo>
                  <a:pt x="269196" y="538393"/>
                </a:moveTo>
                <a:cubicBezTo>
                  <a:pt x="417869" y="538393"/>
                  <a:pt x="538392" y="417869"/>
                  <a:pt x="538392" y="269196"/>
                </a:cubicBezTo>
                <a:cubicBezTo>
                  <a:pt x="538392" y="120523"/>
                  <a:pt x="417869" y="0"/>
                  <a:pt x="269196" y="0"/>
                </a:cubicBezTo>
                <a:cubicBezTo>
                  <a:pt x="120523" y="0"/>
                  <a:pt x="0" y="120523"/>
                  <a:pt x="0" y="269196"/>
                </a:cubicBezTo>
                <a:cubicBezTo>
                  <a:pt x="0" y="417869"/>
                  <a:pt x="120523" y="538393"/>
                  <a:pt x="269196" y="538393"/>
                </a:cubicBezTo>
                <a:close/>
              </a:path>
            </a:pathLst>
          </a:custGeom>
          <a:solidFill>
            <a:srgbClr val="FC1C4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06"/>
          <p:cNvSpPr/>
          <p:nvPr/>
        </p:nvSpPr>
        <p:spPr>
          <a:xfrm>
            <a:off x="4331173" y="4740107"/>
            <a:ext cx="104285" cy="25716"/>
          </a:xfrm>
          <a:custGeom>
            <a:rect b="b" l="l" r="r" t="t"/>
            <a:pathLst>
              <a:path extrusionOk="0" h="25716" w="104285">
                <a:moveTo>
                  <a:pt x="0" y="12858"/>
                </a:moveTo>
                <a:cubicBezTo>
                  <a:pt x="0" y="5757"/>
                  <a:pt x="5757" y="0"/>
                  <a:pt x="12858" y="0"/>
                </a:cubicBezTo>
                <a:lnTo>
                  <a:pt x="91427" y="0"/>
                </a:lnTo>
                <a:cubicBezTo>
                  <a:pt x="98529" y="0"/>
                  <a:pt x="104286" y="5757"/>
                  <a:pt x="104286" y="12858"/>
                </a:cubicBezTo>
                <a:cubicBezTo>
                  <a:pt x="104286" y="19960"/>
                  <a:pt x="98529" y="25717"/>
                  <a:pt x="91427" y="25717"/>
                </a:cubicBezTo>
                <a:lnTo>
                  <a:pt x="12858" y="25717"/>
                </a:lnTo>
                <a:cubicBezTo>
                  <a:pt x="5757" y="25717"/>
                  <a:pt x="0" y="19960"/>
                  <a:pt x="0" y="12858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06"/>
          <p:cNvSpPr/>
          <p:nvPr/>
        </p:nvSpPr>
        <p:spPr>
          <a:xfrm>
            <a:off x="4298648" y="4628912"/>
            <a:ext cx="49571" cy="49571"/>
          </a:xfrm>
          <a:custGeom>
            <a:rect b="b" l="l" r="r" t="t"/>
            <a:pathLst>
              <a:path extrusionOk="0" h="49571" w="49571">
                <a:moveTo>
                  <a:pt x="49571" y="24786"/>
                </a:moveTo>
                <a:cubicBezTo>
                  <a:pt x="49571" y="38475"/>
                  <a:pt x="38474" y="49571"/>
                  <a:pt x="24786" y="49571"/>
                </a:cubicBezTo>
                <a:cubicBezTo>
                  <a:pt x="11097" y="49571"/>
                  <a:pt x="0" y="38475"/>
                  <a:pt x="0" y="24786"/>
                </a:cubicBezTo>
                <a:cubicBezTo>
                  <a:pt x="0" y="11097"/>
                  <a:pt x="11097" y="0"/>
                  <a:pt x="24786" y="0"/>
                </a:cubicBezTo>
                <a:cubicBezTo>
                  <a:pt x="38474" y="0"/>
                  <a:pt x="49571" y="11097"/>
                  <a:pt x="49571" y="24786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06"/>
          <p:cNvSpPr/>
          <p:nvPr/>
        </p:nvSpPr>
        <p:spPr>
          <a:xfrm>
            <a:off x="4422601" y="4628912"/>
            <a:ext cx="49571" cy="49571"/>
          </a:xfrm>
          <a:custGeom>
            <a:rect b="b" l="l" r="r" t="t"/>
            <a:pathLst>
              <a:path extrusionOk="0" h="49571" w="49571">
                <a:moveTo>
                  <a:pt x="49571" y="24786"/>
                </a:moveTo>
                <a:cubicBezTo>
                  <a:pt x="49571" y="38475"/>
                  <a:pt x="38474" y="49571"/>
                  <a:pt x="24786" y="49571"/>
                </a:cubicBezTo>
                <a:cubicBezTo>
                  <a:pt x="11097" y="49571"/>
                  <a:pt x="0" y="38475"/>
                  <a:pt x="0" y="24786"/>
                </a:cubicBezTo>
                <a:cubicBezTo>
                  <a:pt x="0" y="11097"/>
                  <a:pt x="11097" y="0"/>
                  <a:pt x="24786" y="0"/>
                </a:cubicBezTo>
                <a:cubicBezTo>
                  <a:pt x="38474" y="0"/>
                  <a:pt x="49571" y="11097"/>
                  <a:pt x="49571" y="24786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06"/>
          <p:cNvSpPr/>
          <p:nvPr/>
        </p:nvSpPr>
        <p:spPr>
          <a:xfrm>
            <a:off x="5254741" y="4412053"/>
            <a:ext cx="544795" cy="538385"/>
          </a:xfrm>
          <a:custGeom>
            <a:rect b="b" l="l" r="r" t="t"/>
            <a:pathLst>
              <a:path extrusionOk="0" h="538385" w="544795">
                <a:moveTo>
                  <a:pt x="272398" y="538386"/>
                </a:moveTo>
                <a:cubicBezTo>
                  <a:pt x="422839" y="538386"/>
                  <a:pt x="544795" y="417864"/>
                  <a:pt x="544795" y="269193"/>
                </a:cubicBezTo>
                <a:cubicBezTo>
                  <a:pt x="544795" y="120522"/>
                  <a:pt x="422839" y="0"/>
                  <a:pt x="272398" y="0"/>
                </a:cubicBezTo>
                <a:cubicBezTo>
                  <a:pt x="121957" y="0"/>
                  <a:pt x="0" y="120522"/>
                  <a:pt x="0" y="269193"/>
                </a:cubicBezTo>
                <a:cubicBezTo>
                  <a:pt x="0" y="417864"/>
                  <a:pt x="121957" y="538386"/>
                  <a:pt x="272398" y="538386"/>
                </a:cubicBezTo>
                <a:close/>
              </a:path>
            </a:pathLst>
          </a:custGeom>
          <a:solidFill>
            <a:srgbClr val="FC1C4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06"/>
          <p:cNvSpPr/>
          <p:nvPr/>
        </p:nvSpPr>
        <p:spPr>
          <a:xfrm>
            <a:off x="5460093" y="4711872"/>
            <a:ext cx="137255" cy="62547"/>
          </a:xfrm>
          <a:custGeom>
            <a:rect b="b" l="l" r="r" t="t"/>
            <a:pathLst>
              <a:path extrusionOk="0" h="62547" w="137255">
                <a:moveTo>
                  <a:pt x="2864" y="57736"/>
                </a:moveTo>
                <a:cubicBezTo>
                  <a:pt x="7362" y="63275"/>
                  <a:pt x="15551" y="64162"/>
                  <a:pt x="21156" y="59716"/>
                </a:cubicBezTo>
                <a:lnTo>
                  <a:pt x="30242" y="52511"/>
                </a:lnTo>
                <a:cubicBezTo>
                  <a:pt x="56231" y="31899"/>
                  <a:pt x="89561" y="22572"/>
                  <a:pt x="122628" y="26658"/>
                </a:cubicBezTo>
                <a:cubicBezTo>
                  <a:pt x="129758" y="27539"/>
                  <a:pt x="136261" y="22541"/>
                  <a:pt x="137153" y="15495"/>
                </a:cubicBezTo>
                <a:cubicBezTo>
                  <a:pt x="138045" y="8448"/>
                  <a:pt x="132987" y="2021"/>
                  <a:pt x="125857" y="1140"/>
                </a:cubicBezTo>
                <a:cubicBezTo>
                  <a:pt x="85805" y="-3810"/>
                  <a:pt x="45434" y="7488"/>
                  <a:pt x="13954" y="32454"/>
                </a:cubicBezTo>
                <a:lnTo>
                  <a:pt x="4868" y="39660"/>
                </a:lnTo>
                <a:cubicBezTo>
                  <a:pt x="-736" y="44104"/>
                  <a:pt x="-1634" y="52197"/>
                  <a:pt x="2864" y="57736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06"/>
          <p:cNvSpPr/>
          <p:nvPr/>
        </p:nvSpPr>
        <p:spPr>
          <a:xfrm>
            <a:off x="5439335" y="4628930"/>
            <a:ext cx="50161" cy="49570"/>
          </a:xfrm>
          <a:custGeom>
            <a:rect b="b" l="l" r="r" t="t"/>
            <a:pathLst>
              <a:path extrusionOk="0" h="49570" w="50161">
                <a:moveTo>
                  <a:pt x="50161" y="24785"/>
                </a:moveTo>
                <a:cubicBezTo>
                  <a:pt x="50161" y="38474"/>
                  <a:pt x="38932" y="49571"/>
                  <a:pt x="25081" y="49571"/>
                </a:cubicBezTo>
                <a:cubicBezTo>
                  <a:pt x="11229" y="49571"/>
                  <a:pt x="0" y="38474"/>
                  <a:pt x="0" y="24785"/>
                </a:cubicBezTo>
                <a:cubicBezTo>
                  <a:pt x="0" y="11097"/>
                  <a:pt x="11229" y="0"/>
                  <a:pt x="25081" y="0"/>
                </a:cubicBezTo>
                <a:cubicBezTo>
                  <a:pt x="38932" y="0"/>
                  <a:pt x="50161" y="11097"/>
                  <a:pt x="50161" y="24785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06"/>
          <p:cNvSpPr/>
          <p:nvPr/>
        </p:nvSpPr>
        <p:spPr>
          <a:xfrm>
            <a:off x="5558406" y="4640865"/>
            <a:ext cx="62899" cy="25716"/>
          </a:xfrm>
          <a:custGeom>
            <a:rect b="b" l="l" r="r" t="t"/>
            <a:pathLst>
              <a:path extrusionOk="0" h="25716" w="62899">
                <a:moveTo>
                  <a:pt x="0" y="12858"/>
                </a:moveTo>
                <a:cubicBezTo>
                  <a:pt x="0" y="5757"/>
                  <a:pt x="5826" y="0"/>
                  <a:pt x="13011" y="0"/>
                </a:cubicBezTo>
                <a:lnTo>
                  <a:pt x="49888" y="0"/>
                </a:lnTo>
                <a:cubicBezTo>
                  <a:pt x="57075" y="0"/>
                  <a:pt x="62900" y="5757"/>
                  <a:pt x="62900" y="12858"/>
                </a:cubicBezTo>
                <a:cubicBezTo>
                  <a:pt x="62900" y="19960"/>
                  <a:pt x="57075" y="25717"/>
                  <a:pt x="49888" y="25717"/>
                </a:cubicBezTo>
                <a:lnTo>
                  <a:pt x="13011" y="25717"/>
                </a:lnTo>
                <a:cubicBezTo>
                  <a:pt x="5826" y="25717"/>
                  <a:pt x="0" y="19960"/>
                  <a:pt x="0" y="12858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93" name="Google Shape;193;p106"/>
          <p:cNvGrpSpPr/>
          <p:nvPr/>
        </p:nvGrpSpPr>
        <p:grpSpPr>
          <a:xfrm>
            <a:off x="6398558" y="4412053"/>
            <a:ext cx="544795" cy="538385"/>
            <a:chOff x="6398558" y="4412053"/>
            <a:chExt cx="544795" cy="538385"/>
          </a:xfrm>
        </p:grpSpPr>
        <p:sp>
          <p:nvSpPr>
            <p:cNvPr id="194" name="Google Shape;194;p106"/>
            <p:cNvSpPr/>
            <p:nvPr/>
          </p:nvSpPr>
          <p:spPr>
            <a:xfrm>
              <a:off x="6398558" y="4412053"/>
              <a:ext cx="544795" cy="538385"/>
            </a:xfrm>
            <a:custGeom>
              <a:rect b="b" l="l" r="r" t="t"/>
              <a:pathLst>
                <a:path extrusionOk="0" h="538385" w="544795">
                  <a:moveTo>
                    <a:pt x="272398" y="538386"/>
                  </a:moveTo>
                  <a:cubicBezTo>
                    <a:pt x="422839" y="538386"/>
                    <a:pt x="544795" y="417864"/>
                    <a:pt x="544795" y="269193"/>
                  </a:cubicBezTo>
                  <a:cubicBezTo>
                    <a:pt x="544795" y="120522"/>
                    <a:pt x="422839" y="0"/>
                    <a:pt x="272398" y="0"/>
                  </a:cubicBezTo>
                  <a:cubicBezTo>
                    <a:pt x="121957" y="0"/>
                    <a:pt x="0" y="120522"/>
                    <a:pt x="0" y="269193"/>
                  </a:cubicBezTo>
                  <a:cubicBezTo>
                    <a:pt x="0" y="417864"/>
                    <a:pt x="121957" y="538386"/>
                    <a:pt x="272398" y="538386"/>
                  </a:cubicBezTo>
                  <a:close/>
                </a:path>
              </a:pathLst>
            </a:custGeom>
            <a:solidFill>
              <a:srgbClr val="FC1C4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5" name="Google Shape;195;p106"/>
            <p:cNvSpPr/>
            <p:nvPr/>
          </p:nvSpPr>
          <p:spPr>
            <a:xfrm>
              <a:off x="6603904" y="4729923"/>
              <a:ext cx="134099" cy="44495"/>
            </a:xfrm>
            <a:custGeom>
              <a:rect b="b" l="l" r="r" t="t"/>
              <a:pathLst>
                <a:path extrusionOk="0" h="44495" w="134099">
                  <a:moveTo>
                    <a:pt x="2864" y="39685"/>
                  </a:moveTo>
                  <a:cubicBezTo>
                    <a:pt x="7362" y="45224"/>
                    <a:pt x="15551" y="46110"/>
                    <a:pt x="21155" y="41665"/>
                  </a:cubicBezTo>
                  <a:cubicBezTo>
                    <a:pt x="47968" y="20401"/>
                    <a:pt x="86131" y="20401"/>
                    <a:pt x="112944" y="41665"/>
                  </a:cubicBezTo>
                  <a:cubicBezTo>
                    <a:pt x="118548" y="46110"/>
                    <a:pt x="126737" y="45224"/>
                    <a:pt x="131235" y="39685"/>
                  </a:cubicBezTo>
                  <a:cubicBezTo>
                    <a:pt x="135733" y="34146"/>
                    <a:pt x="134835" y="26053"/>
                    <a:pt x="129231" y="21609"/>
                  </a:cubicBezTo>
                  <a:cubicBezTo>
                    <a:pt x="92903" y="-7203"/>
                    <a:pt x="41196" y="-7203"/>
                    <a:pt x="4868" y="21609"/>
                  </a:cubicBezTo>
                  <a:cubicBezTo>
                    <a:pt x="-736" y="26053"/>
                    <a:pt x="-1633" y="34146"/>
                    <a:pt x="2864" y="3968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6" name="Google Shape;196;p106"/>
            <p:cNvSpPr/>
            <p:nvPr/>
          </p:nvSpPr>
          <p:spPr>
            <a:xfrm>
              <a:off x="6583161" y="4628930"/>
              <a:ext cx="50161" cy="49570"/>
            </a:xfrm>
            <a:custGeom>
              <a:rect b="b" l="l" r="r" t="t"/>
              <a:pathLst>
                <a:path extrusionOk="0" h="49570" w="50161">
                  <a:moveTo>
                    <a:pt x="50161" y="24785"/>
                  </a:moveTo>
                  <a:cubicBezTo>
                    <a:pt x="50161" y="38474"/>
                    <a:pt x="38932" y="49571"/>
                    <a:pt x="25081" y="49571"/>
                  </a:cubicBezTo>
                  <a:cubicBezTo>
                    <a:pt x="11229" y="49571"/>
                    <a:pt x="0" y="38474"/>
                    <a:pt x="0" y="24785"/>
                  </a:cubicBezTo>
                  <a:cubicBezTo>
                    <a:pt x="0" y="11097"/>
                    <a:pt x="11229" y="0"/>
                    <a:pt x="25081" y="0"/>
                  </a:cubicBezTo>
                  <a:cubicBezTo>
                    <a:pt x="38932" y="0"/>
                    <a:pt x="50161" y="11097"/>
                    <a:pt x="50161" y="2478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7" name="Google Shape;197;p106"/>
            <p:cNvSpPr/>
            <p:nvPr/>
          </p:nvSpPr>
          <p:spPr>
            <a:xfrm>
              <a:off x="6708583" y="4628930"/>
              <a:ext cx="50161" cy="49570"/>
            </a:xfrm>
            <a:custGeom>
              <a:rect b="b" l="l" r="r" t="t"/>
              <a:pathLst>
                <a:path extrusionOk="0" h="49570" w="50161">
                  <a:moveTo>
                    <a:pt x="50161" y="24785"/>
                  </a:moveTo>
                  <a:cubicBezTo>
                    <a:pt x="50161" y="38474"/>
                    <a:pt x="38932" y="49571"/>
                    <a:pt x="25081" y="49571"/>
                  </a:cubicBezTo>
                  <a:cubicBezTo>
                    <a:pt x="11229" y="49571"/>
                    <a:pt x="0" y="38474"/>
                    <a:pt x="0" y="24785"/>
                  </a:cubicBezTo>
                  <a:cubicBezTo>
                    <a:pt x="0" y="11097"/>
                    <a:pt x="11229" y="0"/>
                    <a:pt x="25081" y="0"/>
                  </a:cubicBezTo>
                  <a:cubicBezTo>
                    <a:pt x="38932" y="0"/>
                    <a:pt x="50161" y="11097"/>
                    <a:pt x="50161" y="2478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98" name="Google Shape;198;p106"/>
          <p:cNvSpPr/>
          <p:nvPr/>
        </p:nvSpPr>
        <p:spPr>
          <a:xfrm>
            <a:off x="7542375" y="4412053"/>
            <a:ext cx="544795" cy="538385"/>
          </a:xfrm>
          <a:custGeom>
            <a:rect b="b" l="l" r="r" t="t"/>
            <a:pathLst>
              <a:path extrusionOk="0" h="538385" w="544795">
                <a:moveTo>
                  <a:pt x="272398" y="538386"/>
                </a:moveTo>
                <a:cubicBezTo>
                  <a:pt x="422839" y="538386"/>
                  <a:pt x="544795" y="417864"/>
                  <a:pt x="544795" y="269193"/>
                </a:cubicBezTo>
                <a:cubicBezTo>
                  <a:pt x="544795" y="120522"/>
                  <a:pt x="422839" y="0"/>
                  <a:pt x="272398" y="0"/>
                </a:cubicBezTo>
                <a:cubicBezTo>
                  <a:pt x="121957" y="0"/>
                  <a:pt x="0" y="120522"/>
                  <a:pt x="0" y="269193"/>
                </a:cubicBezTo>
                <a:cubicBezTo>
                  <a:pt x="0" y="417864"/>
                  <a:pt x="121957" y="538386"/>
                  <a:pt x="272398" y="538386"/>
                </a:cubicBezTo>
                <a:close/>
              </a:path>
            </a:pathLst>
          </a:custGeom>
          <a:solidFill>
            <a:srgbClr val="FC1C4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06"/>
          <p:cNvSpPr/>
          <p:nvPr/>
        </p:nvSpPr>
        <p:spPr>
          <a:xfrm>
            <a:off x="7747076" y="4740122"/>
            <a:ext cx="105526" cy="25716"/>
          </a:xfrm>
          <a:custGeom>
            <a:rect b="b" l="l" r="r" t="t"/>
            <a:pathLst>
              <a:path extrusionOk="0" h="25716" w="105526">
                <a:moveTo>
                  <a:pt x="0" y="12858"/>
                </a:moveTo>
                <a:cubicBezTo>
                  <a:pt x="0" y="5757"/>
                  <a:pt x="5826" y="0"/>
                  <a:pt x="13011" y="0"/>
                </a:cubicBezTo>
                <a:lnTo>
                  <a:pt x="92515" y="0"/>
                </a:lnTo>
                <a:cubicBezTo>
                  <a:pt x="99701" y="0"/>
                  <a:pt x="105526" y="5757"/>
                  <a:pt x="105526" y="12858"/>
                </a:cubicBezTo>
                <a:cubicBezTo>
                  <a:pt x="105526" y="19960"/>
                  <a:pt x="99701" y="25717"/>
                  <a:pt x="92515" y="25717"/>
                </a:cubicBezTo>
                <a:lnTo>
                  <a:pt x="13011" y="25717"/>
                </a:lnTo>
                <a:cubicBezTo>
                  <a:pt x="5826" y="25717"/>
                  <a:pt x="0" y="19960"/>
                  <a:pt x="0" y="12858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06"/>
          <p:cNvSpPr/>
          <p:nvPr/>
        </p:nvSpPr>
        <p:spPr>
          <a:xfrm>
            <a:off x="7726978" y="4628930"/>
            <a:ext cx="50161" cy="49570"/>
          </a:xfrm>
          <a:custGeom>
            <a:rect b="b" l="l" r="r" t="t"/>
            <a:pathLst>
              <a:path extrusionOk="0" h="49570" w="50161">
                <a:moveTo>
                  <a:pt x="50161" y="24785"/>
                </a:moveTo>
                <a:cubicBezTo>
                  <a:pt x="50161" y="38474"/>
                  <a:pt x="38932" y="49571"/>
                  <a:pt x="25081" y="49571"/>
                </a:cubicBezTo>
                <a:cubicBezTo>
                  <a:pt x="11229" y="49571"/>
                  <a:pt x="0" y="38474"/>
                  <a:pt x="0" y="24785"/>
                </a:cubicBezTo>
                <a:cubicBezTo>
                  <a:pt x="0" y="11097"/>
                  <a:pt x="11229" y="0"/>
                  <a:pt x="25081" y="0"/>
                </a:cubicBezTo>
                <a:cubicBezTo>
                  <a:pt x="38932" y="0"/>
                  <a:pt x="50161" y="11097"/>
                  <a:pt x="50161" y="24785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06"/>
          <p:cNvSpPr/>
          <p:nvPr/>
        </p:nvSpPr>
        <p:spPr>
          <a:xfrm>
            <a:off x="7852416" y="4628930"/>
            <a:ext cx="50161" cy="49570"/>
          </a:xfrm>
          <a:custGeom>
            <a:rect b="b" l="l" r="r" t="t"/>
            <a:pathLst>
              <a:path extrusionOk="0" h="49570" w="50161">
                <a:moveTo>
                  <a:pt x="50161" y="24785"/>
                </a:moveTo>
                <a:cubicBezTo>
                  <a:pt x="50161" y="38474"/>
                  <a:pt x="38932" y="49571"/>
                  <a:pt x="25081" y="49571"/>
                </a:cubicBezTo>
                <a:cubicBezTo>
                  <a:pt x="11229" y="49571"/>
                  <a:pt x="0" y="38474"/>
                  <a:pt x="0" y="24785"/>
                </a:cubicBezTo>
                <a:cubicBezTo>
                  <a:pt x="0" y="11097"/>
                  <a:pt x="11229" y="0"/>
                  <a:pt x="25081" y="0"/>
                </a:cubicBezTo>
                <a:cubicBezTo>
                  <a:pt x="38932" y="0"/>
                  <a:pt x="50161" y="11097"/>
                  <a:pt x="50161" y="24785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06"/>
          <p:cNvSpPr/>
          <p:nvPr/>
        </p:nvSpPr>
        <p:spPr>
          <a:xfrm>
            <a:off x="7879757" y="4688709"/>
            <a:ext cx="49588" cy="98466"/>
          </a:xfrm>
          <a:custGeom>
            <a:rect b="b" l="l" r="r" t="t"/>
            <a:pathLst>
              <a:path extrusionOk="0" h="98466" w="49588">
                <a:moveTo>
                  <a:pt x="802" y="67716"/>
                </a:moveTo>
                <a:lnTo>
                  <a:pt x="17093" y="6012"/>
                </a:lnTo>
                <a:cubicBezTo>
                  <a:pt x="19216" y="-2028"/>
                  <a:pt x="30779" y="-1995"/>
                  <a:pt x="32855" y="6057"/>
                </a:cubicBezTo>
                <a:lnTo>
                  <a:pt x="48822" y="67982"/>
                </a:lnTo>
                <a:cubicBezTo>
                  <a:pt x="50669" y="75147"/>
                  <a:pt x="49139" y="82754"/>
                  <a:pt x="44659" y="88675"/>
                </a:cubicBezTo>
                <a:cubicBezTo>
                  <a:pt x="34827" y="101673"/>
                  <a:pt x="15109" y="101732"/>
                  <a:pt x="5126" y="88846"/>
                </a:cubicBezTo>
                <a:cubicBezTo>
                  <a:pt x="475" y="82842"/>
                  <a:pt x="-1130" y="75033"/>
                  <a:pt x="802" y="67716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06"/>
          <p:cNvSpPr/>
          <p:nvPr/>
        </p:nvSpPr>
        <p:spPr>
          <a:xfrm>
            <a:off x="8686192" y="4412053"/>
            <a:ext cx="544795" cy="538385"/>
          </a:xfrm>
          <a:custGeom>
            <a:rect b="b" l="l" r="r" t="t"/>
            <a:pathLst>
              <a:path extrusionOk="0" h="538385" w="544795">
                <a:moveTo>
                  <a:pt x="272398" y="538386"/>
                </a:moveTo>
                <a:cubicBezTo>
                  <a:pt x="422839" y="538386"/>
                  <a:pt x="544795" y="417864"/>
                  <a:pt x="544795" y="269193"/>
                </a:cubicBezTo>
                <a:cubicBezTo>
                  <a:pt x="544795" y="120522"/>
                  <a:pt x="422839" y="0"/>
                  <a:pt x="272398" y="0"/>
                </a:cubicBezTo>
                <a:cubicBezTo>
                  <a:pt x="121957" y="0"/>
                  <a:pt x="0" y="120522"/>
                  <a:pt x="0" y="269193"/>
                </a:cubicBezTo>
                <a:cubicBezTo>
                  <a:pt x="0" y="417864"/>
                  <a:pt x="121957" y="538386"/>
                  <a:pt x="272398" y="538386"/>
                </a:cubicBezTo>
                <a:close/>
              </a:path>
            </a:pathLst>
          </a:custGeom>
          <a:solidFill>
            <a:srgbClr val="FC1C4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06"/>
          <p:cNvSpPr/>
          <p:nvPr/>
        </p:nvSpPr>
        <p:spPr>
          <a:xfrm>
            <a:off x="8865611" y="4628931"/>
            <a:ext cx="50160" cy="49570"/>
          </a:xfrm>
          <a:custGeom>
            <a:rect b="b" l="l" r="r" t="t"/>
            <a:pathLst>
              <a:path extrusionOk="0" h="49570" w="50160">
                <a:moveTo>
                  <a:pt x="50161" y="24785"/>
                </a:moveTo>
                <a:cubicBezTo>
                  <a:pt x="50161" y="38474"/>
                  <a:pt x="38932" y="49571"/>
                  <a:pt x="25081" y="49571"/>
                </a:cubicBezTo>
                <a:cubicBezTo>
                  <a:pt x="11229" y="49571"/>
                  <a:pt x="0" y="38474"/>
                  <a:pt x="0" y="24785"/>
                </a:cubicBezTo>
                <a:cubicBezTo>
                  <a:pt x="0" y="11097"/>
                  <a:pt x="11229" y="0"/>
                  <a:pt x="25081" y="0"/>
                </a:cubicBezTo>
                <a:cubicBezTo>
                  <a:pt x="38932" y="0"/>
                  <a:pt x="50161" y="11097"/>
                  <a:pt x="50161" y="24785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06"/>
          <p:cNvSpPr/>
          <p:nvPr/>
        </p:nvSpPr>
        <p:spPr>
          <a:xfrm>
            <a:off x="8991049" y="4628931"/>
            <a:ext cx="50161" cy="49570"/>
          </a:xfrm>
          <a:custGeom>
            <a:rect b="b" l="l" r="r" t="t"/>
            <a:pathLst>
              <a:path extrusionOk="0" h="49570" w="50161">
                <a:moveTo>
                  <a:pt x="50162" y="24785"/>
                </a:moveTo>
                <a:cubicBezTo>
                  <a:pt x="50162" y="38474"/>
                  <a:pt x="38933" y="49571"/>
                  <a:pt x="25081" y="49571"/>
                </a:cubicBezTo>
                <a:cubicBezTo>
                  <a:pt x="11229" y="49571"/>
                  <a:pt x="0" y="38474"/>
                  <a:pt x="0" y="24785"/>
                </a:cubicBezTo>
                <a:cubicBezTo>
                  <a:pt x="0" y="11097"/>
                  <a:pt x="11229" y="0"/>
                  <a:pt x="25081" y="0"/>
                </a:cubicBezTo>
                <a:cubicBezTo>
                  <a:pt x="38933" y="0"/>
                  <a:pt x="50162" y="11097"/>
                  <a:pt x="50162" y="24785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06"/>
          <p:cNvSpPr/>
          <p:nvPr/>
        </p:nvSpPr>
        <p:spPr>
          <a:xfrm>
            <a:off x="8906681" y="4690938"/>
            <a:ext cx="103797" cy="129543"/>
          </a:xfrm>
          <a:custGeom>
            <a:rect b="b" l="l" r="r" t="t"/>
            <a:pathLst>
              <a:path extrusionOk="0" h="129543" w="103797">
                <a:moveTo>
                  <a:pt x="34859" y="35714"/>
                </a:moveTo>
                <a:cubicBezTo>
                  <a:pt x="29641" y="42679"/>
                  <a:pt x="26023" y="52910"/>
                  <a:pt x="26023" y="64771"/>
                </a:cubicBezTo>
                <a:cubicBezTo>
                  <a:pt x="26023" y="76632"/>
                  <a:pt x="29641" y="86864"/>
                  <a:pt x="34859" y="93829"/>
                </a:cubicBezTo>
                <a:cubicBezTo>
                  <a:pt x="40078" y="100796"/>
                  <a:pt x="46248" y="103827"/>
                  <a:pt x="51899" y="103827"/>
                </a:cubicBezTo>
                <a:cubicBezTo>
                  <a:pt x="57550" y="103827"/>
                  <a:pt x="63719" y="100796"/>
                  <a:pt x="68939" y="93829"/>
                </a:cubicBezTo>
                <a:cubicBezTo>
                  <a:pt x="74157" y="86864"/>
                  <a:pt x="77775" y="76632"/>
                  <a:pt x="77775" y="64771"/>
                </a:cubicBezTo>
                <a:cubicBezTo>
                  <a:pt x="77775" y="52910"/>
                  <a:pt x="74157" y="42679"/>
                  <a:pt x="68939" y="35714"/>
                </a:cubicBezTo>
                <a:cubicBezTo>
                  <a:pt x="63719" y="28746"/>
                  <a:pt x="57550" y="25717"/>
                  <a:pt x="51899" y="25717"/>
                </a:cubicBezTo>
                <a:cubicBezTo>
                  <a:pt x="46248" y="25717"/>
                  <a:pt x="40078" y="28746"/>
                  <a:pt x="34859" y="35714"/>
                </a:cubicBezTo>
                <a:close/>
                <a:moveTo>
                  <a:pt x="13944" y="20413"/>
                </a:moveTo>
                <a:cubicBezTo>
                  <a:pt x="22799" y="8591"/>
                  <a:pt x="36073" y="0"/>
                  <a:pt x="51899" y="0"/>
                </a:cubicBezTo>
                <a:cubicBezTo>
                  <a:pt x="67724" y="0"/>
                  <a:pt x="80999" y="8591"/>
                  <a:pt x="89854" y="20413"/>
                </a:cubicBezTo>
                <a:cubicBezTo>
                  <a:pt x="98711" y="32236"/>
                  <a:pt x="103798" y="47962"/>
                  <a:pt x="103798" y="64771"/>
                </a:cubicBezTo>
                <a:cubicBezTo>
                  <a:pt x="103798" y="81581"/>
                  <a:pt x="98711" y="97307"/>
                  <a:pt x="89854" y="109130"/>
                </a:cubicBezTo>
                <a:cubicBezTo>
                  <a:pt x="80999" y="120951"/>
                  <a:pt x="67724" y="129543"/>
                  <a:pt x="51899" y="129543"/>
                </a:cubicBezTo>
                <a:cubicBezTo>
                  <a:pt x="36073" y="129543"/>
                  <a:pt x="22799" y="120951"/>
                  <a:pt x="13944" y="109130"/>
                </a:cubicBezTo>
                <a:cubicBezTo>
                  <a:pt x="5086" y="97307"/>
                  <a:pt x="0" y="81581"/>
                  <a:pt x="0" y="64771"/>
                </a:cubicBezTo>
                <a:cubicBezTo>
                  <a:pt x="0" y="47962"/>
                  <a:pt x="5086" y="32236"/>
                  <a:pt x="13944" y="20413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06"/>
          <p:cNvSpPr/>
          <p:nvPr/>
        </p:nvSpPr>
        <p:spPr>
          <a:xfrm>
            <a:off x="9830009" y="4412053"/>
            <a:ext cx="544795" cy="538385"/>
          </a:xfrm>
          <a:custGeom>
            <a:rect b="b" l="l" r="r" t="t"/>
            <a:pathLst>
              <a:path extrusionOk="0" h="538385" w="544795">
                <a:moveTo>
                  <a:pt x="272398" y="538386"/>
                </a:moveTo>
                <a:cubicBezTo>
                  <a:pt x="422839" y="538386"/>
                  <a:pt x="544795" y="417864"/>
                  <a:pt x="544795" y="269193"/>
                </a:cubicBezTo>
                <a:cubicBezTo>
                  <a:pt x="544795" y="120522"/>
                  <a:pt x="422839" y="0"/>
                  <a:pt x="272398" y="0"/>
                </a:cubicBezTo>
                <a:cubicBezTo>
                  <a:pt x="121957" y="0"/>
                  <a:pt x="0" y="120522"/>
                  <a:pt x="0" y="269193"/>
                </a:cubicBezTo>
                <a:cubicBezTo>
                  <a:pt x="0" y="417864"/>
                  <a:pt x="121957" y="538386"/>
                  <a:pt x="272398" y="538386"/>
                </a:cubicBezTo>
                <a:close/>
              </a:path>
            </a:pathLst>
          </a:custGeom>
          <a:solidFill>
            <a:srgbClr val="FC1C4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06"/>
          <p:cNvSpPr/>
          <p:nvPr/>
        </p:nvSpPr>
        <p:spPr>
          <a:xfrm>
            <a:off x="10028859" y="4758629"/>
            <a:ext cx="147106" cy="46755"/>
          </a:xfrm>
          <a:custGeom>
            <a:rect b="b" l="l" r="r" t="t"/>
            <a:pathLst>
              <a:path extrusionOk="0" h="46755" w="147106">
                <a:moveTo>
                  <a:pt x="2864" y="4811"/>
                </a:moveTo>
                <a:cubicBezTo>
                  <a:pt x="7362" y="-728"/>
                  <a:pt x="15551" y="-1614"/>
                  <a:pt x="21156" y="2831"/>
                </a:cubicBezTo>
                <a:cubicBezTo>
                  <a:pt x="51768" y="27109"/>
                  <a:pt x="95338" y="27109"/>
                  <a:pt x="125951" y="2831"/>
                </a:cubicBezTo>
                <a:cubicBezTo>
                  <a:pt x="131555" y="-1614"/>
                  <a:pt x="139744" y="-728"/>
                  <a:pt x="144243" y="4811"/>
                </a:cubicBezTo>
                <a:cubicBezTo>
                  <a:pt x="148740" y="10349"/>
                  <a:pt x="147843" y="18442"/>
                  <a:pt x="142238" y="22887"/>
                </a:cubicBezTo>
                <a:cubicBezTo>
                  <a:pt x="102110" y="54712"/>
                  <a:pt x="44996" y="54712"/>
                  <a:pt x="4868" y="22887"/>
                </a:cubicBezTo>
                <a:cubicBezTo>
                  <a:pt x="-736" y="18442"/>
                  <a:pt x="-1634" y="10349"/>
                  <a:pt x="2864" y="481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06"/>
          <p:cNvSpPr/>
          <p:nvPr/>
        </p:nvSpPr>
        <p:spPr>
          <a:xfrm>
            <a:off x="10085915" y="4555199"/>
            <a:ext cx="32997" cy="119293"/>
          </a:xfrm>
          <a:custGeom>
            <a:rect b="b" l="l" r="r" t="t"/>
            <a:pathLst>
              <a:path extrusionOk="0" h="119293" w="32997">
                <a:moveTo>
                  <a:pt x="16498" y="0"/>
                </a:moveTo>
                <a:cubicBezTo>
                  <a:pt x="25611" y="0"/>
                  <a:pt x="32998" y="7300"/>
                  <a:pt x="32998" y="16304"/>
                </a:cubicBezTo>
                <a:lnTo>
                  <a:pt x="32998" y="102989"/>
                </a:lnTo>
                <a:cubicBezTo>
                  <a:pt x="32998" y="111993"/>
                  <a:pt x="25611" y="119293"/>
                  <a:pt x="16498" y="119293"/>
                </a:cubicBezTo>
                <a:cubicBezTo>
                  <a:pt x="7387" y="119293"/>
                  <a:pt x="0" y="111993"/>
                  <a:pt x="0" y="102989"/>
                </a:cubicBezTo>
                <a:lnTo>
                  <a:pt x="0" y="16304"/>
                </a:lnTo>
                <a:cubicBezTo>
                  <a:pt x="0" y="7300"/>
                  <a:pt x="7387" y="0"/>
                  <a:pt x="16498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06"/>
          <p:cNvSpPr/>
          <p:nvPr/>
        </p:nvSpPr>
        <p:spPr>
          <a:xfrm>
            <a:off x="10081203" y="4694003"/>
            <a:ext cx="42416" cy="41916"/>
          </a:xfrm>
          <a:custGeom>
            <a:rect b="b" l="l" r="r" t="t"/>
            <a:pathLst>
              <a:path extrusionOk="0" h="41916" w="42416">
                <a:moveTo>
                  <a:pt x="42417" y="20958"/>
                </a:moveTo>
                <a:cubicBezTo>
                  <a:pt x="42417" y="32533"/>
                  <a:pt x="32921" y="41917"/>
                  <a:pt x="21208" y="41917"/>
                </a:cubicBezTo>
                <a:cubicBezTo>
                  <a:pt x="9495" y="41917"/>
                  <a:pt x="0" y="32533"/>
                  <a:pt x="0" y="20958"/>
                </a:cubicBezTo>
                <a:cubicBezTo>
                  <a:pt x="0" y="9383"/>
                  <a:pt x="9495" y="0"/>
                  <a:pt x="21208" y="0"/>
                </a:cubicBezTo>
                <a:cubicBezTo>
                  <a:pt x="32921" y="0"/>
                  <a:pt x="42417" y="9383"/>
                  <a:pt x="42417" y="20958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06"/>
          <p:cNvSpPr/>
          <p:nvPr/>
        </p:nvSpPr>
        <p:spPr>
          <a:xfrm>
            <a:off x="10973827" y="4412053"/>
            <a:ext cx="544795" cy="538385"/>
          </a:xfrm>
          <a:custGeom>
            <a:rect b="b" l="l" r="r" t="t"/>
            <a:pathLst>
              <a:path extrusionOk="0" h="538385" w="544795">
                <a:moveTo>
                  <a:pt x="272398" y="538386"/>
                </a:moveTo>
                <a:cubicBezTo>
                  <a:pt x="422839" y="538386"/>
                  <a:pt x="544795" y="417864"/>
                  <a:pt x="544795" y="269193"/>
                </a:cubicBezTo>
                <a:cubicBezTo>
                  <a:pt x="544795" y="120522"/>
                  <a:pt x="422839" y="0"/>
                  <a:pt x="272398" y="0"/>
                </a:cubicBezTo>
                <a:cubicBezTo>
                  <a:pt x="121957" y="0"/>
                  <a:pt x="0" y="120522"/>
                  <a:pt x="0" y="269193"/>
                </a:cubicBezTo>
                <a:cubicBezTo>
                  <a:pt x="0" y="417864"/>
                  <a:pt x="121957" y="538386"/>
                  <a:pt x="272398" y="538386"/>
                </a:cubicBezTo>
                <a:close/>
              </a:path>
            </a:pathLst>
          </a:custGeom>
          <a:solidFill>
            <a:srgbClr val="FC1C4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06"/>
          <p:cNvSpPr/>
          <p:nvPr/>
        </p:nvSpPr>
        <p:spPr>
          <a:xfrm>
            <a:off x="11161569" y="4769133"/>
            <a:ext cx="169311" cy="25716"/>
          </a:xfrm>
          <a:custGeom>
            <a:rect b="b" l="l" r="r" t="t"/>
            <a:pathLst>
              <a:path extrusionOk="0" h="25716" w="169311">
                <a:moveTo>
                  <a:pt x="0" y="12858"/>
                </a:moveTo>
                <a:cubicBezTo>
                  <a:pt x="0" y="5757"/>
                  <a:pt x="5825" y="0"/>
                  <a:pt x="13011" y="0"/>
                </a:cubicBezTo>
                <a:lnTo>
                  <a:pt x="156300" y="0"/>
                </a:lnTo>
                <a:cubicBezTo>
                  <a:pt x="163486" y="0"/>
                  <a:pt x="169312" y="5757"/>
                  <a:pt x="169312" y="12858"/>
                </a:cubicBezTo>
                <a:cubicBezTo>
                  <a:pt x="169312" y="19959"/>
                  <a:pt x="163486" y="25717"/>
                  <a:pt x="156300" y="25717"/>
                </a:cubicBezTo>
                <a:lnTo>
                  <a:pt x="13011" y="25717"/>
                </a:lnTo>
                <a:cubicBezTo>
                  <a:pt x="5825" y="25717"/>
                  <a:pt x="0" y="19959"/>
                  <a:pt x="0" y="12858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06"/>
          <p:cNvSpPr/>
          <p:nvPr/>
        </p:nvSpPr>
        <p:spPr>
          <a:xfrm>
            <a:off x="11226680" y="4697282"/>
            <a:ext cx="39097" cy="38637"/>
          </a:xfrm>
          <a:custGeom>
            <a:rect b="b" l="l" r="r" t="t"/>
            <a:pathLst>
              <a:path extrusionOk="0" h="38637" w="39097">
                <a:moveTo>
                  <a:pt x="39098" y="19319"/>
                </a:moveTo>
                <a:cubicBezTo>
                  <a:pt x="39098" y="29989"/>
                  <a:pt x="30346" y="38638"/>
                  <a:pt x="19549" y="38638"/>
                </a:cubicBezTo>
                <a:cubicBezTo>
                  <a:pt x="8752" y="38638"/>
                  <a:pt x="0" y="29989"/>
                  <a:pt x="0" y="19319"/>
                </a:cubicBezTo>
                <a:cubicBezTo>
                  <a:pt x="0" y="8650"/>
                  <a:pt x="8752" y="0"/>
                  <a:pt x="19549" y="0"/>
                </a:cubicBezTo>
                <a:cubicBezTo>
                  <a:pt x="30346" y="0"/>
                  <a:pt x="39098" y="8650"/>
                  <a:pt x="39098" y="19319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06"/>
          <p:cNvSpPr/>
          <p:nvPr/>
        </p:nvSpPr>
        <p:spPr>
          <a:xfrm>
            <a:off x="11190520" y="4554136"/>
            <a:ext cx="111416" cy="123759"/>
          </a:xfrm>
          <a:custGeom>
            <a:rect b="b" l="l" r="r" t="t"/>
            <a:pathLst>
              <a:path extrusionOk="0" h="123759" w="111416">
                <a:moveTo>
                  <a:pt x="55708" y="27002"/>
                </a:moveTo>
                <a:cubicBezTo>
                  <a:pt x="38392" y="27002"/>
                  <a:pt x="27324" y="38917"/>
                  <a:pt x="27324" y="50211"/>
                </a:cubicBezTo>
                <a:cubicBezTo>
                  <a:pt x="27324" y="57668"/>
                  <a:pt x="21207" y="63712"/>
                  <a:pt x="13662" y="63712"/>
                </a:cubicBezTo>
                <a:cubicBezTo>
                  <a:pt x="6117" y="63712"/>
                  <a:pt x="0" y="57668"/>
                  <a:pt x="0" y="50211"/>
                </a:cubicBezTo>
                <a:cubicBezTo>
                  <a:pt x="0" y="20957"/>
                  <a:pt x="26581" y="0"/>
                  <a:pt x="55708" y="0"/>
                </a:cubicBezTo>
                <a:cubicBezTo>
                  <a:pt x="84835" y="0"/>
                  <a:pt x="111417" y="20957"/>
                  <a:pt x="111417" y="50211"/>
                </a:cubicBezTo>
                <a:cubicBezTo>
                  <a:pt x="111417" y="74794"/>
                  <a:pt x="92647" y="93517"/>
                  <a:pt x="69370" y="98870"/>
                </a:cubicBezTo>
                <a:lnTo>
                  <a:pt x="69370" y="110258"/>
                </a:lnTo>
                <a:cubicBezTo>
                  <a:pt x="69370" y="117715"/>
                  <a:pt x="63254" y="123759"/>
                  <a:pt x="55708" y="123759"/>
                </a:cubicBezTo>
                <a:cubicBezTo>
                  <a:pt x="48163" y="123759"/>
                  <a:pt x="42046" y="117715"/>
                  <a:pt x="42046" y="110258"/>
                </a:cubicBezTo>
                <a:lnTo>
                  <a:pt x="42046" y="86921"/>
                </a:lnTo>
                <a:cubicBezTo>
                  <a:pt x="42046" y="79464"/>
                  <a:pt x="48163" y="73420"/>
                  <a:pt x="55708" y="73420"/>
                </a:cubicBezTo>
                <a:cubicBezTo>
                  <a:pt x="73025" y="73420"/>
                  <a:pt x="84093" y="61505"/>
                  <a:pt x="84093" y="50211"/>
                </a:cubicBezTo>
                <a:cubicBezTo>
                  <a:pt x="84093" y="38917"/>
                  <a:pt x="73025" y="27002"/>
                  <a:pt x="55708" y="27002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06"/>
          <p:cNvSpPr txBox="1"/>
          <p:nvPr/>
        </p:nvSpPr>
        <p:spPr>
          <a:xfrm>
            <a:off x="453592" y="2382487"/>
            <a:ext cx="978153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ko-KR" sz="1000" u="none" cap="none" strike="noStrike">
                <a:solidFill>
                  <a:srgbClr val="BBBBBB"/>
                </a:solidFill>
                <a:latin typeface="Arial"/>
                <a:ea typeface="Arial"/>
                <a:cs typeface="Arial"/>
                <a:sym typeface="Arial"/>
              </a:rPr>
              <a:t>Programming</a:t>
            </a:r>
            <a:endParaRPr b="0" i="0" sz="1000" u="none" cap="none" strike="noStrike">
              <a:solidFill>
                <a:srgbClr val="BBBBB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106"/>
          <p:cNvSpPr txBox="1"/>
          <p:nvPr/>
        </p:nvSpPr>
        <p:spPr>
          <a:xfrm>
            <a:off x="1606603" y="2382487"/>
            <a:ext cx="978153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ko-KR" sz="1000" u="none" cap="none" strike="noStrike">
                <a:solidFill>
                  <a:srgbClr val="BBBBBB"/>
                </a:solidFill>
                <a:latin typeface="Arial"/>
                <a:ea typeface="Arial"/>
                <a:cs typeface="Arial"/>
                <a:sym typeface="Arial"/>
              </a:rPr>
              <a:t>DataScience</a:t>
            </a:r>
            <a:endParaRPr b="0" i="0" sz="1000" u="none" cap="none" strike="noStrike">
              <a:solidFill>
                <a:srgbClr val="BBBBB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106"/>
          <p:cNvSpPr txBox="1"/>
          <p:nvPr/>
        </p:nvSpPr>
        <p:spPr>
          <a:xfrm>
            <a:off x="3122898" y="2382487"/>
            <a:ext cx="293670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ko-KR" sz="1000" u="none" cap="none" strike="noStrike">
                <a:solidFill>
                  <a:srgbClr val="BBBBBB"/>
                </a:solidFill>
                <a:latin typeface="Arial"/>
                <a:ea typeface="Arial"/>
                <a:cs typeface="Arial"/>
                <a:sym typeface="Arial"/>
              </a:rPr>
              <a:t>AI</a:t>
            </a:r>
            <a:endParaRPr b="0" i="0" sz="1000" u="none" cap="none" strike="noStrike">
              <a:solidFill>
                <a:srgbClr val="BBBBB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106"/>
          <p:cNvSpPr txBox="1"/>
          <p:nvPr/>
        </p:nvSpPr>
        <p:spPr>
          <a:xfrm>
            <a:off x="4089058" y="2382487"/>
            <a:ext cx="590225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ko-KR" sz="1000" u="none" cap="none" strike="noStrike">
                <a:solidFill>
                  <a:srgbClr val="BBBBBB"/>
                </a:solidFill>
                <a:latin typeface="Arial"/>
                <a:ea typeface="Arial"/>
                <a:cs typeface="Arial"/>
                <a:sym typeface="Arial"/>
              </a:rPr>
              <a:t>Design</a:t>
            </a:r>
            <a:endParaRPr b="0" i="0" sz="1000" u="none" cap="none" strike="noStrike">
              <a:solidFill>
                <a:srgbClr val="BBBBB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p106"/>
          <p:cNvSpPr txBox="1"/>
          <p:nvPr/>
        </p:nvSpPr>
        <p:spPr>
          <a:xfrm>
            <a:off x="5111342" y="2382487"/>
            <a:ext cx="814646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ko-KR" sz="1000" u="none" cap="none" strike="noStrike">
                <a:solidFill>
                  <a:srgbClr val="BBBBBB"/>
                </a:solidFill>
                <a:latin typeface="Arial"/>
                <a:ea typeface="Arial"/>
                <a:cs typeface="Arial"/>
                <a:sym typeface="Arial"/>
              </a:rPr>
              <a:t>Motion/3D</a:t>
            </a:r>
            <a:endParaRPr b="0" i="0" sz="1000" u="none" cap="none" strike="noStrike">
              <a:solidFill>
                <a:srgbClr val="BBBBB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p106"/>
          <p:cNvSpPr txBox="1"/>
          <p:nvPr/>
        </p:nvSpPr>
        <p:spPr>
          <a:xfrm>
            <a:off x="6420070" y="2382487"/>
            <a:ext cx="442749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ko-KR" sz="1000" u="none" cap="none" strike="noStrike">
                <a:solidFill>
                  <a:srgbClr val="BBBBBB"/>
                </a:solidFill>
                <a:latin typeface="Arial"/>
                <a:ea typeface="Arial"/>
                <a:cs typeface="Arial"/>
                <a:sym typeface="Arial"/>
              </a:rPr>
              <a:t>Illust</a:t>
            </a:r>
            <a:endParaRPr b="0" i="0" sz="1000" u="none" cap="none" strike="noStrike">
              <a:solidFill>
                <a:srgbClr val="BBBBB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106"/>
          <p:cNvSpPr txBox="1"/>
          <p:nvPr/>
        </p:nvSpPr>
        <p:spPr>
          <a:xfrm>
            <a:off x="7268283" y="2382487"/>
            <a:ext cx="1063112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ko-KR" sz="1000" u="none" cap="none" strike="noStrike">
                <a:solidFill>
                  <a:srgbClr val="BBBBBB"/>
                </a:solidFill>
                <a:latin typeface="Arial"/>
                <a:ea typeface="Arial"/>
                <a:cs typeface="Arial"/>
                <a:sym typeface="Arial"/>
              </a:rPr>
              <a:t>Finance/Invest</a:t>
            </a:r>
            <a:endParaRPr b="0" i="0" sz="1000" u="none" cap="none" strike="noStrike">
              <a:solidFill>
                <a:srgbClr val="BBBBB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106"/>
          <p:cNvSpPr txBox="1"/>
          <p:nvPr/>
        </p:nvSpPr>
        <p:spPr>
          <a:xfrm>
            <a:off x="8554872" y="2382487"/>
            <a:ext cx="872355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ko-KR" sz="1000" u="none" cap="none" strike="noStrike">
                <a:solidFill>
                  <a:srgbClr val="BBBBBB"/>
                </a:solidFill>
                <a:latin typeface="Arial"/>
                <a:ea typeface="Arial"/>
                <a:cs typeface="Arial"/>
                <a:sym typeface="Arial"/>
              </a:rPr>
              <a:t>MARKETING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106"/>
          <p:cNvSpPr txBox="1"/>
          <p:nvPr/>
        </p:nvSpPr>
        <p:spPr>
          <a:xfrm>
            <a:off x="9846914" y="2382487"/>
            <a:ext cx="494045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ko-KR" sz="1000" u="none" cap="none" strike="noStrike">
                <a:solidFill>
                  <a:srgbClr val="BBBBBB"/>
                </a:solidFill>
                <a:latin typeface="Arial"/>
                <a:ea typeface="Arial"/>
                <a:cs typeface="Arial"/>
                <a:sym typeface="Arial"/>
              </a:rPr>
              <a:t>Work</a:t>
            </a:r>
            <a:endParaRPr b="0" i="0" sz="1000" u="none" cap="none" strike="noStrike">
              <a:solidFill>
                <a:srgbClr val="BBBBB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106"/>
          <p:cNvSpPr txBox="1"/>
          <p:nvPr/>
        </p:nvSpPr>
        <p:spPr>
          <a:xfrm>
            <a:off x="10773018" y="2382487"/>
            <a:ext cx="928459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ko-KR" sz="1000" u="none" cap="none" strike="noStrike">
                <a:solidFill>
                  <a:srgbClr val="BBBBBB"/>
                </a:solidFill>
                <a:latin typeface="Arial"/>
                <a:ea typeface="Arial"/>
                <a:cs typeface="Arial"/>
                <a:sym typeface="Arial"/>
              </a:rPr>
              <a:t>Business/PM</a:t>
            </a:r>
            <a:endParaRPr b="0" i="0" sz="1000" u="none" cap="none" strike="noStrike">
              <a:solidFill>
                <a:srgbClr val="BBBBB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106"/>
          <p:cNvSpPr txBox="1"/>
          <p:nvPr/>
        </p:nvSpPr>
        <p:spPr>
          <a:xfrm>
            <a:off x="431150" y="3768072"/>
            <a:ext cx="1023037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ko-KR" sz="1000" u="none" cap="none" strike="noStrike">
                <a:solidFill>
                  <a:srgbClr val="BBBBBB"/>
                </a:solidFill>
                <a:latin typeface="Arial"/>
                <a:ea typeface="Arial"/>
                <a:cs typeface="Arial"/>
                <a:sym typeface="Arial"/>
              </a:rPr>
              <a:t>Web_desktop</a:t>
            </a:r>
            <a:endParaRPr b="0" i="0" sz="1000" u="none" cap="none" strike="noStrike">
              <a:solidFill>
                <a:srgbClr val="BBBBB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106"/>
          <p:cNvSpPr txBox="1"/>
          <p:nvPr/>
        </p:nvSpPr>
        <p:spPr>
          <a:xfrm>
            <a:off x="1629045" y="3768072"/>
            <a:ext cx="933269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ko-KR" sz="1000" u="none" cap="none" strike="noStrike">
                <a:solidFill>
                  <a:srgbClr val="BBBBBB"/>
                </a:solidFill>
                <a:latin typeface="Arial"/>
                <a:ea typeface="Arial"/>
                <a:cs typeface="Arial"/>
                <a:sym typeface="Arial"/>
              </a:rPr>
              <a:t>Web_laptop</a:t>
            </a:r>
            <a:endParaRPr b="0" i="0" sz="1000" u="none" cap="none" strike="noStrike">
              <a:solidFill>
                <a:srgbClr val="BBBBB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106"/>
          <p:cNvSpPr txBox="1"/>
          <p:nvPr/>
        </p:nvSpPr>
        <p:spPr>
          <a:xfrm>
            <a:off x="2805503" y="3768072"/>
            <a:ext cx="928460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ko-KR" sz="1000" u="none" cap="none" strike="noStrike">
                <a:solidFill>
                  <a:srgbClr val="BBBBBB"/>
                </a:solidFill>
                <a:latin typeface="Arial"/>
                <a:ea typeface="Arial"/>
                <a:cs typeface="Arial"/>
                <a:sym typeface="Arial"/>
              </a:rPr>
              <a:t>Web_screen</a:t>
            </a:r>
            <a:endParaRPr b="0" i="0" sz="1000" u="none" cap="none" strike="noStrike">
              <a:solidFill>
                <a:srgbClr val="BBBBB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106"/>
          <p:cNvSpPr txBox="1"/>
          <p:nvPr/>
        </p:nvSpPr>
        <p:spPr>
          <a:xfrm>
            <a:off x="3963222" y="3768072"/>
            <a:ext cx="841898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ko-KR" sz="1000" u="none" cap="none" strike="noStrike">
                <a:solidFill>
                  <a:srgbClr val="BBBBBB"/>
                </a:solidFill>
                <a:latin typeface="Arial"/>
                <a:ea typeface="Arial"/>
                <a:cs typeface="Arial"/>
                <a:sym typeface="Arial"/>
              </a:rPr>
              <a:t>Mobile_iOS</a:t>
            </a:r>
            <a:endParaRPr b="0" i="0" sz="1000" u="none" cap="none" strike="noStrike">
              <a:solidFill>
                <a:srgbClr val="BBBBB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106"/>
          <p:cNvSpPr txBox="1"/>
          <p:nvPr/>
        </p:nvSpPr>
        <p:spPr>
          <a:xfrm>
            <a:off x="4969476" y="3768072"/>
            <a:ext cx="1098378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ko-KR" sz="1000" u="none" cap="none" strike="noStrike">
                <a:solidFill>
                  <a:srgbClr val="BBBBBB"/>
                </a:solidFill>
                <a:latin typeface="Arial"/>
                <a:ea typeface="Arial"/>
                <a:cs typeface="Arial"/>
                <a:sym typeface="Arial"/>
              </a:rPr>
              <a:t>Mobile_Android</a:t>
            </a:r>
            <a:endParaRPr b="0" i="0" sz="1000" u="none" cap="none" strike="noStrike">
              <a:solidFill>
                <a:srgbClr val="BBBBB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106"/>
          <p:cNvSpPr txBox="1"/>
          <p:nvPr/>
        </p:nvSpPr>
        <p:spPr>
          <a:xfrm>
            <a:off x="6358354" y="3768072"/>
            <a:ext cx="566182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ko-KR" sz="1000" u="none" cap="none" strike="noStrike">
                <a:solidFill>
                  <a:srgbClr val="BBBBBB"/>
                </a:solidFill>
                <a:latin typeface="Arial"/>
                <a:ea typeface="Arial"/>
                <a:cs typeface="Arial"/>
                <a:sym typeface="Arial"/>
              </a:rPr>
              <a:t>Tablet</a:t>
            </a:r>
            <a:endParaRPr b="0" i="0" sz="1000" u="none" cap="none" strike="noStrike">
              <a:solidFill>
                <a:srgbClr val="BBBBB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106"/>
          <p:cNvSpPr txBox="1"/>
          <p:nvPr/>
        </p:nvSpPr>
        <p:spPr>
          <a:xfrm>
            <a:off x="7633768" y="3768072"/>
            <a:ext cx="332142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ko-KR" sz="1000" u="none" cap="none" strike="noStrike">
                <a:solidFill>
                  <a:srgbClr val="BBBBBB"/>
                </a:solidFill>
                <a:latin typeface="Arial"/>
                <a:ea typeface="Arial"/>
                <a:cs typeface="Arial"/>
                <a:sym typeface="Arial"/>
              </a:rPr>
              <a:t>TV</a:t>
            </a:r>
            <a:endParaRPr b="0" i="0" sz="1000" u="none" cap="none" strike="noStrike">
              <a:solidFill>
                <a:srgbClr val="BBBBB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106"/>
          <p:cNvSpPr txBox="1"/>
          <p:nvPr/>
        </p:nvSpPr>
        <p:spPr>
          <a:xfrm>
            <a:off x="8598153" y="3768072"/>
            <a:ext cx="785793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ko-KR" sz="1000" u="none" cap="none" strike="noStrike">
                <a:solidFill>
                  <a:srgbClr val="BBBBBB"/>
                </a:solidFill>
                <a:latin typeface="Arial"/>
                <a:ea typeface="Arial"/>
                <a:cs typeface="Arial"/>
                <a:sym typeface="Arial"/>
              </a:rPr>
              <a:t>Database</a:t>
            </a:r>
            <a:endParaRPr b="0" i="0" sz="1000" u="none" cap="none" strike="noStrike">
              <a:solidFill>
                <a:srgbClr val="BBBBB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106"/>
          <p:cNvSpPr txBox="1"/>
          <p:nvPr/>
        </p:nvSpPr>
        <p:spPr>
          <a:xfrm>
            <a:off x="9802831" y="3768072"/>
            <a:ext cx="582211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ko-KR" sz="1000" u="none" cap="none" strike="noStrike">
                <a:solidFill>
                  <a:srgbClr val="BBBBBB"/>
                </a:solidFill>
                <a:latin typeface="Arial"/>
                <a:ea typeface="Arial"/>
                <a:cs typeface="Arial"/>
                <a:sym typeface="Arial"/>
              </a:rPr>
              <a:t>Person</a:t>
            </a:r>
            <a:endParaRPr b="0" i="0" sz="1000" u="none" cap="none" strike="noStrike">
              <a:solidFill>
                <a:srgbClr val="BBBBB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106"/>
          <p:cNvSpPr txBox="1"/>
          <p:nvPr/>
        </p:nvSpPr>
        <p:spPr>
          <a:xfrm>
            <a:off x="10939730" y="3768072"/>
            <a:ext cx="595035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ko-KR" sz="1000" u="none" cap="none" strike="noStrike">
                <a:solidFill>
                  <a:srgbClr val="BBBBBB"/>
                </a:solidFill>
                <a:latin typeface="Arial"/>
                <a:ea typeface="Arial"/>
                <a:cs typeface="Arial"/>
                <a:sym typeface="Arial"/>
              </a:rPr>
              <a:t>People</a:t>
            </a:r>
            <a:endParaRPr b="0" i="0" sz="1000" u="none" cap="none" strike="noStrike">
              <a:solidFill>
                <a:srgbClr val="BBBBB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106"/>
          <p:cNvSpPr txBox="1"/>
          <p:nvPr/>
        </p:nvSpPr>
        <p:spPr>
          <a:xfrm>
            <a:off x="431150" y="5176081"/>
            <a:ext cx="1023037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ko-KR" sz="1000" u="none" cap="none" strike="noStrike">
                <a:solidFill>
                  <a:srgbClr val="BBBBBB"/>
                </a:solidFill>
                <a:latin typeface="Arial"/>
                <a:ea typeface="Arial"/>
                <a:cs typeface="Arial"/>
                <a:sym typeface="Arial"/>
              </a:rPr>
              <a:t>Emotion_smile</a:t>
            </a:r>
            <a:endParaRPr b="0" i="0" sz="1000" u="none" cap="none" strike="noStrike">
              <a:solidFill>
                <a:srgbClr val="BBBBB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106"/>
          <p:cNvSpPr txBox="1"/>
          <p:nvPr/>
        </p:nvSpPr>
        <p:spPr>
          <a:xfrm>
            <a:off x="1540078" y="5176081"/>
            <a:ext cx="1111203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ko-KR" sz="1000" u="none" cap="none" strike="noStrike">
                <a:solidFill>
                  <a:srgbClr val="BBBBBB"/>
                </a:solidFill>
                <a:latin typeface="Arial"/>
                <a:ea typeface="Arial"/>
                <a:cs typeface="Arial"/>
                <a:sym typeface="Arial"/>
              </a:rPr>
              <a:t>Emotion_happy</a:t>
            </a:r>
            <a:endParaRPr b="0" i="0" sz="1000" u="none" cap="none" strike="noStrike">
              <a:solidFill>
                <a:srgbClr val="BBBBB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p106"/>
          <p:cNvSpPr txBox="1"/>
          <p:nvPr/>
        </p:nvSpPr>
        <p:spPr>
          <a:xfrm>
            <a:off x="2684477" y="5176081"/>
            <a:ext cx="1170513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ko-KR" sz="1000" u="none" cap="none" strike="noStrike">
                <a:solidFill>
                  <a:srgbClr val="BBBBBB"/>
                </a:solidFill>
                <a:latin typeface="Arial"/>
                <a:ea typeface="Arial"/>
                <a:cs typeface="Arial"/>
                <a:sym typeface="Arial"/>
              </a:rPr>
              <a:t>Emotion_excited</a:t>
            </a:r>
            <a:endParaRPr b="0" i="0" sz="1000" u="none" cap="none" strike="noStrike">
              <a:solidFill>
                <a:srgbClr val="BBBBB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p106"/>
          <p:cNvSpPr txBox="1"/>
          <p:nvPr/>
        </p:nvSpPr>
        <p:spPr>
          <a:xfrm>
            <a:off x="3885477" y="5176081"/>
            <a:ext cx="997389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ko-KR" sz="1000" u="none" cap="none" strike="noStrike">
                <a:solidFill>
                  <a:srgbClr val="BBBBBB"/>
                </a:solidFill>
                <a:latin typeface="Arial"/>
                <a:ea typeface="Arial"/>
                <a:cs typeface="Arial"/>
                <a:sym typeface="Arial"/>
              </a:rPr>
              <a:t>Emotion_soso</a:t>
            </a:r>
            <a:endParaRPr b="0" i="0" sz="1000" u="none" cap="none" strike="noStrike">
              <a:solidFill>
                <a:srgbClr val="BBBBB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p106"/>
          <p:cNvSpPr txBox="1"/>
          <p:nvPr/>
        </p:nvSpPr>
        <p:spPr>
          <a:xfrm>
            <a:off x="4969476" y="5176081"/>
            <a:ext cx="1098378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ko-KR" sz="1000" u="none" cap="none" strike="noStrike">
                <a:solidFill>
                  <a:srgbClr val="BBBBBB"/>
                </a:solidFill>
                <a:latin typeface="Arial"/>
                <a:ea typeface="Arial"/>
                <a:cs typeface="Arial"/>
                <a:sym typeface="Arial"/>
              </a:rPr>
              <a:t>Emotion_humm</a:t>
            </a:r>
            <a:endParaRPr b="0" i="0" sz="1000" u="none" cap="none" strike="noStrike">
              <a:solidFill>
                <a:srgbClr val="BBBBB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106"/>
          <p:cNvSpPr txBox="1"/>
          <p:nvPr/>
        </p:nvSpPr>
        <p:spPr>
          <a:xfrm>
            <a:off x="6154773" y="5176081"/>
            <a:ext cx="973344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ko-KR" sz="1000" u="none" cap="none" strike="noStrike">
                <a:solidFill>
                  <a:srgbClr val="BBBBBB"/>
                </a:solidFill>
                <a:latin typeface="Arial"/>
                <a:ea typeface="Arial"/>
                <a:cs typeface="Arial"/>
                <a:sym typeface="Arial"/>
              </a:rPr>
              <a:t>Emotion_bad</a:t>
            </a:r>
            <a:endParaRPr b="0" i="0" sz="1000" u="none" cap="none" strike="noStrike">
              <a:solidFill>
                <a:srgbClr val="BBBBB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106"/>
          <p:cNvSpPr txBox="1"/>
          <p:nvPr/>
        </p:nvSpPr>
        <p:spPr>
          <a:xfrm>
            <a:off x="7325190" y="5176081"/>
            <a:ext cx="949299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ko-KR" sz="1000" u="none" cap="none" strike="noStrike">
                <a:solidFill>
                  <a:srgbClr val="BBBBBB"/>
                </a:solidFill>
                <a:latin typeface="Arial"/>
                <a:ea typeface="Arial"/>
                <a:cs typeface="Arial"/>
                <a:sym typeface="Arial"/>
              </a:rPr>
              <a:t>Emotion_sad</a:t>
            </a:r>
            <a:endParaRPr b="0" i="0" sz="1000" u="none" cap="none" strike="noStrike">
              <a:solidFill>
                <a:srgbClr val="BBBBB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106"/>
          <p:cNvSpPr txBox="1"/>
          <p:nvPr/>
        </p:nvSpPr>
        <p:spPr>
          <a:xfrm>
            <a:off x="8352894" y="5176081"/>
            <a:ext cx="1276311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ko-KR" sz="1000" u="none" cap="none" strike="noStrike">
                <a:solidFill>
                  <a:srgbClr val="BBBBBB"/>
                </a:solidFill>
                <a:latin typeface="Arial"/>
                <a:ea typeface="Arial"/>
                <a:cs typeface="Arial"/>
                <a:sym typeface="Arial"/>
              </a:rPr>
              <a:t>Emotion_Surprised</a:t>
            </a:r>
            <a:endParaRPr b="0" i="0" sz="1000" u="none" cap="none" strike="noStrike">
              <a:solidFill>
                <a:srgbClr val="BBBBB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106"/>
          <p:cNvSpPr txBox="1"/>
          <p:nvPr/>
        </p:nvSpPr>
        <p:spPr>
          <a:xfrm>
            <a:off x="9715468" y="5176081"/>
            <a:ext cx="756938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ko-KR" sz="1000" u="none" cap="none" strike="noStrike">
                <a:solidFill>
                  <a:srgbClr val="BBBBBB"/>
                </a:solidFill>
                <a:latin typeface="Arial"/>
                <a:ea typeface="Arial"/>
                <a:cs typeface="Arial"/>
                <a:sym typeface="Arial"/>
              </a:rPr>
              <a:t>Emotion_!</a:t>
            </a:r>
            <a:endParaRPr b="0" i="0" sz="1000" u="none" cap="none" strike="noStrike">
              <a:solidFill>
                <a:srgbClr val="BBBBB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p106"/>
          <p:cNvSpPr txBox="1"/>
          <p:nvPr/>
        </p:nvSpPr>
        <p:spPr>
          <a:xfrm>
            <a:off x="10838741" y="5176081"/>
            <a:ext cx="797014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ko-KR" sz="1000" u="none" cap="none" strike="noStrike">
                <a:solidFill>
                  <a:srgbClr val="BBBBBB"/>
                </a:solidFill>
                <a:latin typeface="Arial"/>
                <a:ea typeface="Arial"/>
                <a:cs typeface="Arial"/>
                <a:sym typeface="Arial"/>
              </a:rPr>
              <a:t>Emotion_?</a:t>
            </a:r>
            <a:endParaRPr b="0" i="0" sz="1000" u="none" cap="none" strike="noStrike">
              <a:solidFill>
                <a:srgbClr val="BBBBB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45" name="Google Shape;245;p106"/>
          <p:cNvCxnSpPr/>
          <p:nvPr/>
        </p:nvCxnSpPr>
        <p:spPr>
          <a:xfrm>
            <a:off x="512633" y="508950"/>
            <a:ext cx="11166734" cy="0"/>
          </a:xfrm>
          <a:prstGeom prst="straightConnector1">
            <a:avLst/>
          </a:prstGeom>
          <a:noFill/>
          <a:ln cap="flat" cmpd="sng" w="9525">
            <a:solidFill>
              <a:srgbClr val="B3B3B3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46" name="Google Shape;246;p106"/>
          <p:cNvCxnSpPr/>
          <p:nvPr/>
        </p:nvCxnSpPr>
        <p:spPr>
          <a:xfrm>
            <a:off x="512633" y="6344080"/>
            <a:ext cx="11166734" cy="0"/>
          </a:xfrm>
          <a:prstGeom prst="straightConnector1">
            <a:avLst/>
          </a:prstGeom>
          <a:noFill/>
          <a:ln cap="flat" cmpd="sng" w="9525">
            <a:solidFill>
              <a:srgbClr val="B3B3B3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47" name="Google Shape;247;p106"/>
          <p:cNvSpPr txBox="1"/>
          <p:nvPr>
            <p:ph idx="1" type="body"/>
          </p:nvPr>
        </p:nvSpPr>
        <p:spPr>
          <a:xfrm>
            <a:off x="417525" y="182918"/>
            <a:ext cx="5335912" cy="2605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id="248" name="Google Shape;248;p10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66271" y="6386235"/>
            <a:ext cx="1205565" cy="3701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06_아이콘2">
  <p:cSld name="2_06_아이콘2"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0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51" name="Google Shape;251;p107"/>
          <p:cNvCxnSpPr/>
          <p:nvPr/>
        </p:nvCxnSpPr>
        <p:spPr>
          <a:xfrm>
            <a:off x="512633" y="508950"/>
            <a:ext cx="11166734" cy="0"/>
          </a:xfrm>
          <a:prstGeom prst="straightConnector1">
            <a:avLst/>
          </a:prstGeom>
          <a:noFill/>
          <a:ln cap="flat" cmpd="sng" w="9525">
            <a:solidFill>
              <a:srgbClr val="B3B3B3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52" name="Google Shape;252;p107"/>
          <p:cNvCxnSpPr/>
          <p:nvPr/>
        </p:nvCxnSpPr>
        <p:spPr>
          <a:xfrm>
            <a:off x="512633" y="6344080"/>
            <a:ext cx="11166734" cy="0"/>
          </a:xfrm>
          <a:prstGeom prst="straightConnector1">
            <a:avLst/>
          </a:prstGeom>
          <a:noFill/>
          <a:ln cap="flat" cmpd="sng" w="9525">
            <a:solidFill>
              <a:srgbClr val="B3B3B3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53" name="Google Shape;253;p107"/>
          <p:cNvSpPr txBox="1"/>
          <p:nvPr>
            <p:ph idx="1" type="body"/>
          </p:nvPr>
        </p:nvSpPr>
        <p:spPr>
          <a:xfrm>
            <a:off x="417525" y="182918"/>
            <a:ext cx="5335912" cy="2605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54" name="Google Shape;254;p107"/>
          <p:cNvSpPr txBox="1"/>
          <p:nvPr/>
        </p:nvSpPr>
        <p:spPr>
          <a:xfrm>
            <a:off x="701256" y="2382487"/>
            <a:ext cx="482824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ko-KR" sz="1000" u="none" cap="none" strike="noStrike">
                <a:solidFill>
                  <a:srgbClr val="BBBBBB"/>
                </a:solidFill>
                <a:latin typeface="Arial"/>
                <a:ea typeface="Arial"/>
                <a:cs typeface="Arial"/>
                <a:sym typeface="Arial"/>
              </a:rPr>
              <a:t>Gear</a:t>
            </a:r>
            <a:endParaRPr b="0" i="0" sz="1000" u="none" cap="none" strike="noStrike">
              <a:solidFill>
                <a:srgbClr val="BBBBB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p107"/>
          <p:cNvSpPr txBox="1"/>
          <p:nvPr/>
        </p:nvSpPr>
        <p:spPr>
          <a:xfrm>
            <a:off x="1704386" y="2382487"/>
            <a:ext cx="782586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ko-KR" sz="1000" u="none" cap="none" strike="noStrike">
                <a:solidFill>
                  <a:srgbClr val="BBBBBB"/>
                </a:solidFill>
                <a:latin typeface="Arial"/>
                <a:ea typeface="Arial"/>
                <a:cs typeface="Arial"/>
                <a:sym typeface="Arial"/>
              </a:rPr>
              <a:t>Graph_up</a:t>
            </a:r>
            <a:endParaRPr b="0" i="0" sz="1000" u="none" cap="none" strike="noStrike">
              <a:solidFill>
                <a:srgbClr val="BBBBB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p107"/>
          <p:cNvSpPr txBox="1"/>
          <p:nvPr/>
        </p:nvSpPr>
        <p:spPr>
          <a:xfrm>
            <a:off x="2790275" y="2382487"/>
            <a:ext cx="958917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ko-KR" sz="1000" u="none" cap="none" strike="noStrike">
                <a:solidFill>
                  <a:srgbClr val="BBBBBB"/>
                </a:solidFill>
                <a:latin typeface="Arial"/>
                <a:ea typeface="Arial"/>
                <a:cs typeface="Arial"/>
                <a:sym typeface="Arial"/>
              </a:rPr>
              <a:t>Graph_down</a:t>
            </a:r>
            <a:endParaRPr b="0" i="0" sz="1000" u="none" cap="none" strike="noStrike">
              <a:solidFill>
                <a:srgbClr val="BBBBB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p107"/>
          <p:cNvSpPr txBox="1"/>
          <p:nvPr/>
        </p:nvSpPr>
        <p:spPr>
          <a:xfrm>
            <a:off x="4089058" y="2382487"/>
            <a:ext cx="590225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ko-KR" sz="1000" u="none" cap="none" strike="noStrike">
                <a:solidFill>
                  <a:srgbClr val="BBBBBB"/>
                </a:solidFill>
                <a:latin typeface="Arial"/>
                <a:ea typeface="Arial"/>
                <a:cs typeface="Arial"/>
                <a:sym typeface="Arial"/>
              </a:rPr>
              <a:t>saying</a:t>
            </a:r>
            <a:endParaRPr b="0" i="0" sz="1000" u="none" cap="none" strike="noStrike">
              <a:solidFill>
                <a:srgbClr val="BBBBB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p107"/>
          <p:cNvSpPr txBox="1"/>
          <p:nvPr/>
        </p:nvSpPr>
        <p:spPr>
          <a:xfrm>
            <a:off x="5134585" y="2382487"/>
            <a:ext cx="768159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ko-KR" sz="1000" u="none" cap="none" strike="noStrike">
                <a:solidFill>
                  <a:srgbClr val="BBBBBB"/>
                </a:solidFill>
                <a:latin typeface="Arial"/>
                <a:ea typeface="Arial"/>
                <a:cs typeface="Arial"/>
                <a:sym typeface="Arial"/>
              </a:rPr>
              <a:t>Light bulb</a:t>
            </a:r>
            <a:endParaRPr b="0" i="0" sz="1000" u="none" cap="none" strike="noStrike">
              <a:solidFill>
                <a:srgbClr val="BBBBB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" name="Google Shape;259;p107"/>
          <p:cNvSpPr txBox="1"/>
          <p:nvPr/>
        </p:nvSpPr>
        <p:spPr>
          <a:xfrm>
            <a:off x="6359156" y="2382487"/>
            <a:ext cx="564578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ko-KR" sz="1000" u="none" cap="none" strike="noStrike">
                <a:solidFill>
                  <a:srgbClr val="BBBBBB"/>
                </a:solidFill>
                <a:latin typeface="Arial"/>
                <a:ea typeface="Arial"/>
                <a:cs typeface="Arial"/>
                <a:sym typeface="Arial"/>
              </a:rPr>
              <a:t>Infinity</a:t>
            </a:r>
            <a:endParaRPr b="0" i="0" sz="1000" u="none" cap="none" strike="noStrike">
              <a:solidFill>
                <a:srgbClr val="BBBBB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p107"/>
          <p:cNvSpPr txBox="1"/>
          <p:nvPr/>
        </p:nvSpPr>
        <p:spPr>
          <a:xfrm>
            <a:off x="7540793" y="2382487"/>
            <a:ext cx="518091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ko-KR" sz="1000" u="none" cap="none" strike="noStrike">
                <a:solidFill>
                  <a:srgbClr val="BBBBBB"/>
                </a:solidFill>
                <a:latin typeface="Arial"/>
                <a:ea typeface="Arial"/>
                <a:cs typeface="Arial"/>
                <a:sym typeface="Arial"/>
              </a:rPr>
              <a:t>Cycle</a:t>
            </a:r>
            <a:endParaRPr b="0" i="0" sz="1000" u="none" cap="none" strike="noStrike">
              <a:solidFill>
                <a:srgbClr val="BBBBB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p107"/>
          <p:cNvSpPr txBox="1"/>
          <p:nvPr/>
        </p:nvSpPr>
        <p:spPr>
          <a:xfrm>
            <a:off x="8685708" y="2382487"/>
            <a:ext cx="562975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ko-KR" sz="1000" u="none" cap="none" strike="noStrike">
                <a:solidFill>
                  <a:srgbClr val="BBBBBB"/>
                </a:solidFill>
                <a:latin typeface="Arial"/>
                <a:ea typeface="Arial"/>
                <a:cs typeface="Arial"/>
                <a:sym typeface="Arial"/>
              </a:rPr>
              <a:t>Check</a:t>
            </a:r>
            <a:endParaRPr b="0" i="0" sz="1000" u="none" cap="none" strike="noStrike">
              <a:solidFill>
                <a:srgbClr val="BBBBB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p107"/>
          <p:cNvSpPr txBox="1"/>
          <p:nvPr/>
        </p:nvSpPr>
        <p:spPr>
          <a:xfrm>
            <a:off x="9883782" y="2382487"/>
            <a:ext cx="420308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ko-KR" sz="1000" u="none" cap="none" strike="noStrike">
                <a:solidFill>
                  <a:srgbClr val="BBBBBB"/>
                </a:solidFill>
                <a:latin typeface="Arial"/>
                <a:ea typeface="Arial"/>
                <a:cs typeface="Arial"/>
                <a:sym typeface="Arial"/>
              </a:rPr>
              <a:t>Mail</a:t>
            </a:r>
            <a:endParaRPr b="0" i="0" sz="1000" u="none" cap="none" strike="noStrike">
              <a:solidFill>
                <a:srgbClr val="BBBBB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p107"/>
          <p:cNvSpPr txBox="1"/>
          <p:nvPr/>
        </p:nvSpPr>
        <p:spPr>
          <a:xfrm>
            <a:off x="10978202" y="2382487"/>
            <a:ext cx="518091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ko-KR" sz="1000" u="none" cap="none" strike="noStrike">
                <a:solidFill>
                  <a:srgbClr val="BBBBBB"/>
                </a:solidFill>
                <a:latin typeface="Arial"/>
                <a:ea typeface="Arial"/>
                <a:cs typeface="Arial"/>
                <a:sym typeface="Arial"/>
              </a:rPr>
              <a:t>Clock</a:t>
            </a:r>
            <a:endParaRPr b="0" i="0" sz="1000" u="none" cap="none" strike="noStrike">
              <a:solidFill>
                <a:srgbClr val="BBBBB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p107"/>
          <p:cNvSpPr txBox="1"/>
          <p:nvPr/>
        </p:nvSpPr>
        <p:spPr>
          <a:xfrm>
            <a:off x="728507" y="3768072"/>
            <a:ext cx="428322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ko-KR" sz="1000" u="none" cap="none" strike="noStrike">
                <a:solidFill>
                  <a:srgbClr val="BBBBBB"/>
                </a:solidFill>
                <a:latin typeface="Arial"/>
                <a:ea typeface="Arial"/>
                <a:cs typeface="Arial"/>
                <a:sym typeface="Arial"/>
              </a:rPr>
              <a:t>Star</a:t>
            </a:r>
            <a:endParaRPr b="0" i="0" sz="1000" u="none" cap="none" strike="noStrike">
              <a:solidFill>
                <a:srgbClr val="BBBBB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p107"/>
          <p:cNvSpPr txBox="1"/>
          <p:nvPr/>
        </p:nvSpPr>
        <p:spPr>
          <a:xfrm>
            <a:off x="1649884" y="3768072"/>
            <a:ext cx="891590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ko-KR" sz="1000" u="none" cap="none" strike="noStrike">
                <a:solidFill>
                  <a:srgbClr val="BBBBBB"/>
                </a:solidFill>
                <a:latin typeface="Arial"/>
                <a:ea typeface="Arial"/>
                <a:cs typeface="Arial"/>
                <a:sym typeface="Arial"/>
              </a:rPr>
              <a:t>Hand_good</a:t>
            </a:r>
            <a:endParaRPr b="0" i="0" sz="1000" u="none" cap="none" strike="noStrike">
              <a:solidFill>
                <a:srgbClr val="BBBBB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p107"/>
          <p:cNvSpPr txBox="1"/>
          <p:nvPr/>
        </p:nvSpPr>
        <p:spPr>
          <a:xfrm>
            <a:off x="3040343" y="3768072"/>
            <a:ext cx="458779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ko-KR" sz="1000" u="none" cap="none" strike="noStrike">
                <a:solidFill>
                  <a:srgbClr val="BBBBBB"/>
                </a:solidFill>
                <a:latin typeface="Arial"/>
                <a:ea typeface="Arial"/>
                <a:cs typeface="Arial"/>
                <a:sym typeface="Arial"/>
              </a:rPr>
              <a:t>Lock</a:t>
            </a:r>
            <a:endParaRPr b="0" i="0" sz="1000" u="none" cap="none" strike="noStrike">
              <a:solidFill>
                <a:srgbClr val="BBBBB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p107"/>
          <p:cNvSpPr txBox="1"/>
          <p:nvPr/>
        </p:nvSpPr>
        <p:spPr>
          <a:xfrm>
            <a:off x="3963222" y="3768072"/>
            <a:ext cx="841898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ko-KR" sz="1000" u="none" cap="none" strike="noStrike">
                <a:solidFill>
                  <a:srgbClr val="BBBBBB"/>
                </a:solidFill>
                <a:latin typeface="Arial"/>
                <a:ea typeface="Arial"/>
                <a:cs typeface="Arial"/>
                <a:sym typeface="Arial"/>
              </a:rPr>
              <a:t>Play_video</a:t>
            </a:r>
            <a:endParaRPr b="0" i="0" sz="1000" u="none" cap="none" strike="noStrike">
              <a:solidFill>
                <a:srgbClr val="BBBBB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p107"/>
          <p:cNvSpPr txBox="1"/>
          <p:nvPr/>
        </p:nvSpPr>
        <p:spPr>
          <a:xfrm>
            <a:off x="5342976" y="3768072"/>
            <a:ext cx="351378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ko-KR" sz="1000" u="none" cap="none" strike="noStrike">
                <a:solidFill>
                  <a:srgbClr val="BBBBBB"/>
                </a:solidFill>
                <a:latin typeface="Arial"/>
                <a:ea typeface="Arial"/>
                <a:cs typeface="Arial"/>
                <a:sym typeface="Arial"/>
              </a:rPr>
              <a:t>Up</a:t>
            </a:r>
            <a:endParaRPr b="0" i="0" sz="1000" u="none" cap="none" strike="noStrike">
              <a:solidFill>
                <a:srgbClr val="BBBBB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p107"/>
          <p:cNvSpPr txBox="1"/>
          <p:nvPr/>
        </p:nvSpPr>
        <p:spPr>
          <a:xfrm>
            <a:off x="6421673" y="3768072"/>
            <a:ext cx="439543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ko-KR" sz="1000" u="none" cap="none" strike="noStrike">
                <a:solidFill>
                  <a:srgbClr val="BBBBBB"/>
                </a:solidFill>
                <a:latin typeface="Arial"/>
                <a:ea typeface="Arial"/>
                <a:cs typeface="Arial"/>
                <a:sym typeface="Arial"/>
              </a:rPr>
              <a:t>Flag</a:t>
            </a:r>
            <a:endParaRPr b="0" i="0" sz="1000" u="none" cap="none" strike="noStrike">
              <a:solidFill>
                <a:srgbClr val="BBBBB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p107"/>
          <p:cNvSpPr txBox="1"/>
          <p:nvPr/>
        </p:nvSpPr>
        <p:spPr>
          <a:xfrm>
            <a:off x="7558427" y="3768072"/>
            <a:ext cx="482824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ko-KR" sz="1000" u="none" cap="none" strike="noStrike">
                <a:solidFill>
                  <a:srgbClr val="BBBBBB"/>
                </a:solidFill>
                <a:latin typeface="Arial"/>
                <a:ea typeface="Arial"/>
                <a:cs typeface="Arial"/>
                <a:sym typeface="Arial"/>
              </a:rPr>
              <a:t>Book</a:t>
            </a:r>
            <a:endParaRPr b="0" i="0" sz="1000" u="none" cap="none" strike="noStrike">
              <a:solidFill>
                <a:srgbClr val="BBBBB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p107"/>
          <p:cNvSpPr txBox="1"/>
          <p:nvPr/>
        </p:nvSpPr>
        <p:spPr>
          <a:xfrm>
            <a:off x="8780350" y="3768072"/>
            <a:ext cx="357790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ko-KR" sz="1000" u="none" cap="none" strike="noStrike">
                <a:solidFill>
                  <a:srgbClr val="BBBBBB"/>
                </a:solidFill>
                <a:latin typeface="Arial"/>
                <a:ea typeface="Arial"/>
                <a:cs typeface="Arial"/>
                <a:sym typeface="Arial"/>
              </a:rPr>
              <a:t>Pin</a:t>
            </a:r>
            <a:endParaRPr b="0" i="0" sz="1000" u="none" cap="none" strike="noStrike">
              <a:solidFill>
                <a:srgbClr val="BBBBB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" name="Google Shape;272;p107"/>
          <p:cNvSpPr txBox="1"/>
          <p:nvPr/>
        </p:nvSpPr>
        <p:spPr>
          <a:xfrm>
            <a:off x="9897408" y="3768072"/>
            <a:ext cx="393056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ko-KR" sz="1000" u="none" cap="none" strike="noStrike">
                <a:solidFill>
                  <a:srgbClr val="BBBBBB"/>
                </a:solidFill>
                <a:latin typeface="Arial"/>
                <a:ea typeface="Arial"/>
                <a:cs typeface="Arial"/>
                <a:sym typeface="Arial"/>
              </a:rPr>
              <a:t>Eye</a:t>
            </a:r>
            <a:endParaRPr b="0" i="0" sz="1000" u="none" cap="none" strike="noStrike">
              <a:solidFill>
                <a:srgbClr val="BBBBB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p107"/>
          <p:cNvSpPr txBox="1"/>
          <p:nvPr/>
        </p:nvSpPr>
        <p:spPr>
          <a:xfrm>
            <a:off x="10979003" y="3768072"/>
            <a:ext cx="516488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ko-KR" sz="1000" u="none" cap="none" strike="noStrike">
                <a:solidFill>
                  <a:srgbClr val="BBBBBB"/>
                </a:solidFill>
                <a:latin typeface="Arial"/>
                <a:ea typeface="Arial"/>
                <a:cs typeface="Arial"/>
                <a:sym typeface="Arial"/>
              </a:rPr>
              <a:t>Heart</a:t>
            </a:r>
            <a:endParaRPr b="0" i="0" sz="1000" u="none" cap="none" strike="noStrike">
              <a:solidFill>
                <a:srgbClr val="BBBBB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p107"/>
          <p:cNvSpPr txBox="1"/>
          <p:nvPr/>
        </p:nvSpPr>
        <p:spPr>
          <a:xfrm>
            <a:off x="629121" y="5176081"/>
            <a:ext cx="627095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ko-KR" sz="1000" u="none" cap="none" strike="noStrike">
                <a:solidFill>
                  <a:srgbClr val="BBBBBB"/>
                </a:solidFill>
                <a:latin typeface="Arial"/>
                <a:ea typeface="Arial"/>
                <a:cs typeface="Arial"/>
                <a:sym typeface="Arial"/>
              </a:rPr>
              <a:t>Sparkle</a:t>
            </a:r>
            <a:endParaRPr b="0" i="0" sz="1000" u="none" cap="none" strike="noStrike">
              <a:solidFill>
                <a:srgbClr val="BBBBB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p107"/>
          <p:cNvSpPr txBox="1"/>
          <p:nvPr/>
        </p:nvSpPr>
        <p:spPr>
          <a:xfrm>
            <a:off x="1685952" y="5176081"/>
            <a:ext cx="819455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ko-KR" sz="1000" u="none" cap="none" strike="noStrike">
                <a:solidFill>
                  <a:srgbClr val="BBBBBB"/>
                </a:solidFill>
                <a:latin typeface="Arial"/>
                <a:ea typeface="Arial"/>
                <a:cs typeface="Arial"/>
                <a:sym typeface="Arial"/>
              </a:rPr>
              <a:t>Hand_bad</a:t>
            </a:r>
            <a:endParaRPr b="0" i="0" sz="1000" u="none" cap="none" strike="noStrike">
              <a:solidFill>
                <a:srgbClr val="BBBBB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p107"/>
          <p:cNvSpPr txBox="1"/>
          <p:nvPr/>
        </p:nvSpPr>
        <p:spPr>
          <a:xfrm>
            <a:off x="3069999" y="5176081"/>
            <a:ext cx="399468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ko-KR" sz="1000" u="none" cap="none" strike="noStrike">
                <a:solidFill>
                  <a:srgbClr val="BBBBBB"/>
                </a:solidFill>
                <a:latin typeface="Arial"/>
                <a:ea typeface="Arial"/>
                <a:cs typeface="Arial"/>
                <a:sym typeface="Arial"/>
              </a:rPr>
              <a:t>Key</a:t>
            </a:r>
            <a:endParaRPr b="0" i="0" sz="1000" u="none" cap="none" strike="noStrike">
              <a:solidFill>
                <a:srgbClr val="BBBBB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" name="Google Shape;277;p107"/>
          <p:cNvSpPr txBox="1"/>
          <p:nvPr/>
        </p:nvSpPr>
        <p:spPr>
          <a:xfrm>
            <a:off x="4195658" y="5176081"/>
            <a:ext cx="377026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ko-KR" sz="1000" u="none" cap="none" strike="noStrike">
                <a:solidFill>
                  <a:srgbClr val="BBBBBB"/>
                </a:solidFill>
                <a:latin typeface="Arial"/>
                <a:ea typeface="Arial"/>
                <a:cs typeface="Arial"/>
                <a:sym typeface="Arial"/>
              </a:rPr>
              <a:t>File</a:t>
            </a:r>
            <a:endParaRPr b="0" i="0" sz="1000" u="none" cap="none" strike="noStrike">
              <a:solidFill>
                <a:srgbClr val="BBBBB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p107"/>
          <p:cNvSpPr txBox="1"/>
          <p:nvPr/>
        </p:nvSpPr>
        <p:spPr>
          <a:xfrm>
            <a:off x="5255612" y="5176081"/>
            <a:ext cx="526105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ko-KR" sz="1000" u="none" cap="none" strike="noStrike">
                <a:solidFill>
                  <a:srgbClr val="BBBBBB"/>
                </a:solidFill>
                <a:latin typeface="Arial"/>
                <a:ea typeface="Arial"/>
                <a:cs typeface="Arial"/>
                <a:sym typeface="Arial"/>
              </a:rPr>
              <a:t>Down</a:t>
            </a:r>
            <a:endParaRPr b="0" i="0" sz="1000" u="none" cap="none" strike="noStrike">
              <a:solidFill>
                <a:srgbClr val="BBBBB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" name="Google Shape;279;p107"/>
          <p:cNvSpPr txBox="1"/>
          <p:nvPr/>
        </p:nvSpPr>
        <p:spPr>
          <a:xfrm>
            <a:off x="6414460" y="5176081"/>
            <a:ext cx="453970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ko-KR" sz="1000" u="none" cap="none" strike="noStrike">
                <a:solidFill>
                  <a:srgbClr val="BBBBBB"/>
                </a:solidFill>
                <a:latin typeface="Arial"/>
                <a:ea typeface="Arial"/>
                <a:cs typeface="Arial"/>
                <a:sym typeface="Arial"/>
              </a:rPr>
              <a:t>Stair</a:t>
            </a:r>
            <a:endParaRPr b="0" i="0" sz="1000" u="none" cap="none" strike="noStrike">
              <a:solidFill>
                <a:srgbClr val="BBBBB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" name="Google Shape;280;p107"/>
          <p:cNvSpPr txBox="1"/>
          <p:nvPr/>
        </p:nvSpPr>
        <p:spPr>
          <a:xfrm>
            <a:off x="7530374" y="5176081"/>
            <a:ext cx="538930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ko-KR" sz="1000" u="none" cap="none" strike="noStrike">
                <a:solidFill>
                  <a:srgbClr val="BBBBBB"/>
                </a:solidFill>
                <a:latin typeface="Arial"/>
                <a:ea typeface="Arial"/>
                <a:cs typeface="Arial"/>
                <a:sym typeface="Arial"/>
              </a:rPr>
              <a:t>Paper</a:t>
            </a:r>
            <a:endParaRPr b="0" i="0" sz="1000" u="none" cap="none" strike="noStrike">
              <a:solidFill>
                <a:srgbClr val="BBBBB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p107"/>
          <p:cNvSpPr txBox="1"/>
          <p:nvPr/>
        </p:nvSpPr>
        <p:spPr>
          <a:xfrm>
            <a:off x="8602161" y="5176081"/>
            <a:ext cx="777777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ko-KR" sz="1000" u="none" cap="none" strike="noStrike">
                <a:solidFill>
                  <a:srgbClr val="BBBBBB"/>
                </a:solidFill>
                <a:latin typeface="Arial"/>
                <a:ea typeface="Arial"/>
                <a:cs typeface="Arial"/>
                <a:sym typeface="Arial"/>
              </a:rPr>
              <a:t>Bookmark</a:t>
            </a:r>
            <a:endParaRPr b="0" i="0" sz="1000" u="none" cap="none" strike="noStrike">
              <a:solidFill>
                <a:srgbClr val="BBBBB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" name="Google Shape;282;p107"/>
          <p:cNvSpPr txBox="1"/>
          <p:nvPr/>
        </p:nvSpPr>
        <p:spPr>
          <a:xfrm>
            <a:off x="9813251" y="5176081"/>
            <a:ext cx="561371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ko-KR" sz="1000" u="none" cap="none" strike="noStrike">
                <a:solidFill>
                  <a:srgbClr val="BBBBBB"/>
                </a:solidFill>
                <a:latin typeface="Arial"/>
                <a:ea typeface="Arial"/>
                <a:cs typeface="Arial"/>
                <a:sym typeface="Arial"/>
              </a:rPr>
              <a:t>Image</a:t>
            </a:r>
            <a:endParaRPr b="0" i="0" sz="1000" u="none" cap="none" strike="noStrike">
              <a:solidFill>
                <a:srgbClr val="BBBBB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" name="Google Shape;283;p107"/>
          <p:cNvSpPr txBox="1"/>
          <p:nvPr/>
        </p:nvSpPr>
        <p:spPr>
          <a:xfrm>
            <a:off x="11011866" y="5176081"/>
            <a:ext cx="450764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ko-KR" sz="1000" u="none" cap="none" strike="noStrike">
                <a:solidFill>
                  <a:srgbClr val="BBBBBB"/>
                </a:solidFill>
                <a:latin typeface="Arial"/>
                <a:ea typeface="Arial"/>
                <a:cs typeface="Arial"/>
                <a:sym typeface="Arial"/>
              </a:rPr>
              <a:t>Cart</a:t>
            </a:r>
            <a:endParaRPr b="0" i="0" sz="1000" u="none" cap="none" strike="noStrike">
              <a:solidFill>
                <a:srgbClr val="BBBBB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p107"/>
          <p:cNvSpPr/>
          <p:nvPr/>
        </p:nvSpPr>
        <p:spPr>
          <a:xfrm>
            <a:off x="688684" y="1661080"/>
            <a:ext cx="532780" cy="532780"/>
          </a:xfrm>
          <a:custGeom>
            <a:rect b="b" l="l" r="r" t="t"/>
            <a:pathLst>
              <a:path extrusionOk="0" h="532780" w="532780">
                <a:moveTo>
                  <a:pt x="328631" y="513342"/>
                </a:moveTo>
                <a:cubicBezTo>
                  <a:pt x="328631" y="524078"/>
                  <a:pt x="319928" y="532781"/>
                  <a:pt x="309193" y="532781"/>
                </a:cubicBezTo>
                <a:lnTo>
                  <a:pt x="223581" y="532781"/>
                </a:lnTo>
                <a:cubicBezTo>
                  <a:pt x="212846" y="532781"/>
                  <a:pt x="204142" y="524078"/>
                  <a:pt x="204142" y="513342"/>
                </a:cubicBezTo>
                <a:lnTo>
                  <a:pt x="204142" y="479603"/>
                </a:lnTo>
                <a:cubicBezTo>
                  <a:pt x="188534" y="475055"/>
                  <a:pt x="173635" y="468838"/>
                  <a:pt x="159653" y="461160"/>
                </a:cubicBezTo>
                <a:lnTo>
                  <a:pt x="135783" y="485029"/>
                </a:lnTo>
                <a:cubicBezTo>
                  <a:pt x="128193" y="492621"/>
                  <a:pt x="115885" y="492621"/>
                  <a:pt x="108293" y="485029"/>
                </a:cubicBezTo>
                <a:lnTo>
                  <a:pt x="47757" y="424493"/>
                </a:lnTo>
                <a:cubicBezTo>
                  <a:pt x="40166" y="416902"/>
                  <a:pt x="40166" y="404594"/>
                  <a:pt x="47757" y="397003"/>
                </a:cubicBezTo>
                <a:lnTo>
                  <a:pt x="71618" y="373142"/>
                </a:lnTo>
                <a:cubicBezTo>
                  <a:pt x="63933" y="359154"/>
                  <a:pt x="57712" y="344249"/>
                  <a:pt x="53160" y="328632"/>
                </a:cubicBezTo>
                <a:lnTo>
                  <a:pt x="19439" y="328632"/>
                </a:lnTo>
                <a:cubicBezTo>
                  <a:pt x="8703" y="328632"/>
                  <a:pt x="0" y="319929"/>
                  <a:pt x="0" y="309194"/>
                </a:cubicBezTo>
                <a:lnTo>
                  <a:pt x="0" y="223582"/>
                </a:lnTo>
                <a:cubicBezTo>
                  <a:pt x="0" y="212847"/>
                  <a:pt x="8703" y="204143"/>
                  <a:pt x="19439" y="204143"/>
                </a:cubicBezTo>
                <a:lnTo>
                  <a:pt x="53149" y="204143"/>
                </a:lnTo>
                <a:cubicBezTo>
                  <a:pt x="57698" y="188526"/>
                  <a:pt x="63917" y="173620"/>
                  <a:pt x="71599" y="159631"/>
                </a:cubicBezTo>
                <a:lnTo>
                  <a:pt x="47755" y="135787"/>
                </a:lnTo>
                <a:cubicBezTo>
                  <a:pt x="40163" y="128196"/>
                  <a:pt x="40163" y="115888"/>
                  <a:pt x="47755" y="108297"/>
                </a:cubicBezTo>
                <a:lnTo>
                  <a:pt x="108291" y="47760"/>
                </a:lnTo>
                <a:cubicBezTo>
                  <a:pt x="115882" y="40169"/>
                  <a:pt x="128190" y="40169"/>
                  <a:pt x="135782" y="47760"/>
                </a:cubicBezTo>
                <a:lnTo>
                  <a:pt x="159619" y="71598"/>
                </a:lnTo>
                <a:cubicBezTo>
                  <a:pt x="173611" y="63911"/>
                  <a:pt x="188521" y="57688"/>
                  <a:pt x="204143" y="53136"/>
                </a:cubicBezTo>
                <a:lnTo>
                  <a:pt x="204143" y="19439"/>
                </a:lnTo>
                <a:cubicBezTo>
                  <a:pt x="204143" y="8703"/>
                  <a:pt x="212846" y="0"/>
                  <a:pt x="223582" y="0"/>
                </a:cubicBezTo>
                <a:lnTo>
                  <a:pt x="309193" y="0"/>
                </a:lnTo>
                <a:cubicBezTo>
                  <a:pt x="319929" y="0"/>
                  <a:pt x="328631" y="8703"/>
                  <a:pt x="328631" y="19439"/>
                </a:cubicBezTo>
                <a:lnTo>
                  <a:pt x="328631" y="53135"/>
                </a:lnTo>
                <a:cubicBezTo>
                  <a:pt x="344255" y="57688"/>
                  <a:pt x="359167" y="63911"/>
                  <a:pt x="373161" y="71599"/>
                </a:cubicBezTo>
                <a:lnTo>
                  <a:pt x="396999" y="47760"/>
                </a:lnTo>
                <a:cubicBezTo>
                  <a:pt x="404591" y="40169"/>
                  <a:pt x="416899" y="40169"/>
                  <a:pt x="424490" y="47760"/>
                </a:cubicBezTo>
                <a:lnTo>
                  <a:pt x="485026" y="108297"/>
                </a:lnTo>
                <a:cubicBezTo>
                  <a:pt x="492618" y="115888"/>
                  <a:pt x="492618" y="128196"/>
                  <a:pt x="485026" y="135787"/>
                </a:cubicBezTo>
                <a:lnTo>
                  <a:pt x="461179" y="159634"/>
                </a:lnTo>
                <a:cubicBezTo>
                  <a:pt x="468860" y="173622"/>
                  <a:pt x="475079" y="188528"/>
                  <a:pt x="479628" y="204143"/>
                </a:cubicBezTo>
                <a:lnTo>
                  <a:pt x="513342" y="204143"/>
                </a:lnTo>
                <a:cubicBezTo>
                  <a:pt x="524078" y="204143"/>
                  <a:pt x="532781" y="212847"/>
                  <a:pt x="532781" y="223582"/>
                </a:cubicBezTo>
                <a:lnTo>
                  <a:pt x="532781" y="309194"/>
                </a:lnTo>
                <a:cubicBezTo>
                  <a:pt x="532781" y="319929"/>
                  <a:pt x="524078" y="328632"/>
                  <a:pt x="513342" y="328632"/>
                </a:cubicBezTo>
                <a:lnTo>
                  <a:pt x="479617" y="328632"/>
                </a:lnTo>
                <a:cubicBezTo>
                  <a:pt x="475065" y="344248"/>
                  <a:pt x="468844" y="359152"/>
                  <a:pt x="461161" y="373139"/>
                </a:cubicBezTo>
                <a:lnTo>
                  <a:pt x="485024" y="397003"/>
                </a:lnTo>
                <a:cubicBezTo>
                  <a:pt x="492615" y="404594"/>
                  <a:pt x="492615" y="416902"/>
                  <a:pt x="485024" y="424493"/>
                </a:cubicBezTo>
                <a:lnTo>
                  <a:pt x="424488" y="485029"/>
                </a:lnTo>
                <a:cubicBezTo>
                  <a:pt x="416896" y="492621"/>
                  <a:pt x="404588" y="492621"/>
                  <a:pt x="396997" y="485029"/>
                </a:cubicBezTo>
                <a:lnTo>
                  <a:pt x="373127" y="461159"/>
                </a:lnTo>
                <a:cubicBezTo>
                  <a:pt x="359143" y="468838"/>
                  <a:pt x="344243" y="475055"/>
                  <a:pt x="328631" y="479604"/>
                </a:cubicBezTo>
                <a:lnTo>
                  <a:pt x="328631" y="513342"/>
                </a:lnTo>
                <a:close/>
                <a:moveTo>
                  <a:pt x="266390" y="351188"/>
                </a:moveTo>
                <a:cubicBezTo>
                  <a:pt x="313212" y="351188"/>
                  <a:pt x="351169" y="313232"/>
                  <a:pt x="351169" y="266410"/>
                </a:cubicBezTo>
                <a:cubicBezTo>
                  <a:pt x="351169" y="219587"/>
                  <a:pt x="313212" y="181631"/>
                  <a:pt x="266390" y="181631"/>
                </a:cubicBezTo>
                <a:cubicBezTo>
                  <a:pt x="219568" y="181631"/>
                  <a:pt x="181612" y="219587"/>
                  <a:pt x="181612" y="266410"/>
                </a:cubicBezTo>
                <a:cubicBezTo>
                  <a:pt x="181612" y="313232"/>
                  <a:pt x="219568" y="351188"/>
                  <a:pt x="266390" y="351188"/>
                </a:cubicBezTo>
                <a:close/>
              </a:path>
            </a:pathLst>
          </a:custGeom>
          <a:solidFill>
            <a:srgbClr val="FC1C4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107"/>
          <p:cNvSpPr/>
          <p:nvPr/>
        </p:nvSpPr>
        <p:spPr>
          <a:xfrm>
            <a:off x="1773040" y="1612016"/>
            <a:ext cx="595519" cy="619381"/>
          </a:xfrm>
          <a:custGeom>
            <a:rect b="b" l="l" r="r" t="t"/>
            <a:pathLst>
              <a:path extrusionOk="0" h="619381" w="595519">
                <a:moveTo>
                  <a:pt x="552478" y="229"/>
                </a:moveTo>
                <a:cubicBezTo>
                  <a:pt x="557281" y="-1068"/>
                  <a:pt x="561676" y="3359"/>
                  <a:pt x="560390" y="8196"/>
                </a:cubicBezTo>
                <a:lnTo>
                  <a:pt x="543041" y="73405"/>
                </a:lnTo>
                <a:cubicBezTo>
                  <a:pt x="541754" y="78243"/>
                  <a:pt x="535750" y="79863"/>
                  <a:pt x="532234" y="76322"/>
                </a:cubicBezTo>
                <a:lnTo>
                  <a:pt x="517959" y="61945"/>
                </a:lnTo>
                <a:lnTo>
                  <a:pt x="304924" y="276500"/>
                </a:lnTo>
                <a:cubicBezTo>
                  <a:pt x="299879" y="281581"/>
                  <a:pt x="291699" y="281581"/>
                  <a:pt x="286654" y="276500"/>
                </a:cubicBezTo>
                <a:lnTo>
                  <a:pt x="226283" y="215698"/>
                </a:lnTo>
                <a:lnTo>
                  <a:pt x="44556" y="398726"/>
                </a:lnTo>
                <a:cubicBezTo>
                  <a:pt x="39510" y="403808"/>
                  <a:pt x="31331" y="403808"/>
                  <a:pt x="26285" y="398727"/>
                </a:cubicBezTo>
                <a:cubicBezTo>
                  <a:pt x="21240" y="393645"/>
                  <a:pt x="21240" y="385407"/>
                  <a:pt x="26285" y="380325"/>
                </a:cubicBezTo>
                <a:lnTo>
                  <a:pt x="217147" y="188097"/>
                </a:lnTo>
                <a:cubicBezTo>
                  <a:pt x="219570" y="185656"/>
                  <a:pt x="222856" y="184286"/>
                  <a:pt x="226282" y="184286"/>
                </a:cubicBezTo>
                <a:cubicBezTo>
                  <a:pt x="229709" y="184286"/>
                  <a:pt x="232995" y="185656"/>
                  <a:pt x="235418" y="188097"/>
                </a:cubicBezTo>
                <a:lnTo>
                  <a:pt x="295789" y="248898"/>
                </a:lnTo>
                <a:lnTo>
                  <a:pt x="499688" y="43544"/>
                </a:lnTo>
                <a:lnTo>
                  <a:pt x="484836" y="28586"/>
                </a:lnTo>
                <a:cubicBezTo>
                  <a:pt x="481320" y="25044"/>
                  <a:pt x="482928" y="18997"/>
                  <a:pt x="487732" y="17701"/>
                </a:cubicBezTo>
                <a:lnTo>
                  <a:pt x="552478" y="229"/>
                </a:lnTo>
                <a:close/>
                <a:moveTo>
                  <a:pt x="440048" y="196070"/>
                </a:moveTo>
                <a:cubicBezTo>
                  <a:pt x="429346" y="196070"/>
                  <a:pt x="420670" y="204809"/>
                  <a:pt x="420670" y="215587"/>
                </a:cubicBezTo>
                <a:lnTo>
                  <a:pt x="420670" y="599864"/>
                </a:lnTo>
                <a:cubicBezTo>
                  <a:pt x="420670" y="610643"/>
                  <a:pt x="429346" y="619381"/>
                  <a:pt x="440048" y="619381"/>
                </a:cubicBezTo>
                <a:lnTo>
                  <a:pt x="576141" y="619381"/>
                </a:lnTo>
                <a:cubicBezTo>
                  <a:pt x="586843" y="619381"/>
                  <a:pt x="595519" y="610643"/>
                  <a:pt x="595519" y="599864"/>
                </a:cubicBezTo>
                <a:lnTo>
                  <a:pt x="595519" y="215587"/>
                </a:lnTo>
                <a:cubicBezTo>
                  <a:pt x="595519" y="204809"/>
                  <a:pt x="586843" y="196070"/>
                  <a:pt x="576141" y="196070"/>
                </a:cubicBezTo>
                <a:lnTo>
                  <a:pt x="440048" y="196070"/>
                </a:lnTo>
                <a:close/>
                <a:moveTo>
                  <a:pt x="210333" y="336364"/>
                </a:moveTo>
                <a:cubicBezTo>
                  <a:pt x="210333" y="325586"/>
                  <a:pt x="219009" y="316847"/>
                  <a:pt x="229712" y="316847"/>
                </a:cubicBezTo>
                <a:lnTo>
                  <a:pt x="365804" y="316847"/>
                </a:lnTo>
                <a:cubicBezTo>
                  <a:pt x="376506" y="316847"/>
                  <a:pt x="385183" y="325586"/>
                  <a:pt x="385183" y="336364"/>
                </a:cubicBezTo>
                <a:lnTo>
                  <a:pt x="385183" y="599864"/>
                </a:lnTo>
                <a:cubicBezTo>
                  <a:pt x="385183" y="610643"/>
                  <a:pt x="376506" y="619382"/>
                  <a:pt x="365804" y="619382"/>
                </a:cubicBezTo>
                <a:lnTo>
                  <a:pt x="229712" y="619382"/>
                </a:lnTo>
                <a:cubicBezTo>
                  <a:pt x="219009" y="619382"/>
                  <a:pt x="210333" y="610643"/>
                  <a:pt x="210333" y="599864"/>
                </a:cubicBezTo>
                <a:lnTo>
                  <a:pt x="210333" y="336364"/>
                </a:lnTo>
                <a:close/>
                <a:moveTo>
                  <a:pt x="0" y="458179"/>
                </a:moveTo>
                <a:cubicBezTo>
                  <a:pt x="0" y="447400"/>
                  <a:pt x="8676" y="438662"/>
                  <a:pt x="19379" y="438662"/>
                </a:cubicBezTo>
                <a:lnTo>
                  <a:pt x="155470" y="438662"/>
                </a:lnTo>
                <a:cubicBezTo>
                  <a:pt x="166173" y="438662"/>
                  <a:pt x="174850" y="447400"/>
                  <a:pt x="174850" y="458179"/>
                </a:cubicBezTo>
                <a:lnTo>
                  <a:pt x="174850" y="599864"/>
                </a:lnTo>
                <a:cubicBezTo>
                  <a:pt x="174850" y="610643"/>
                  <a:pt x="166173" y="619381"/>
                  <a:pt x="155471" y="619381"/>
                </a:cubicBezTo>
                <a:lnTo>
                  <a:pt x="19379" y="619381"/>
                </a:lnTo>
                <a:cubicBezTo>
                  <a:pt x="8676" y="619381"/>
                  <a:pt x="0" y="610643"/>
                  <a:pt x="0" y="599864"/>
                </a:cubicBezTo>
                <a:lnTo>
                  <a:pt x="0" y="458179"/>
                </a:lnTo>
                <a:close/>
              </a:path>
            </a:pathLst>
          </a:custGeom>
          <a:solidFill>
            <a:srgbClr val="FC1C4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107"/>
          <p:cNvSpPr/>
          <p:nvPr/>
        </p:nvSpPr>
        <p:spPr>
          <a:xfrm>
            <a:off x="2953872" y="1621799"/>
            <a:ext cx="589743" cy="596601"/>
          </a:xfrm>
          <a:custGeom>
            <a:rect b="b" l="l" r="r" t="t"/>
            <a:pathLst>
              <a:path extrusionOk="0" h="596601" w="589743">
                <a:moveTo>
                  <a:pt x="508075" y="305795"/>
                </a:moveTo>
                <a:lnTo>
                  <a:pt x="522800" y="291070"/>
                </a:lnTo>
                <a:cubicBezTo>
                  <a:pt x="526303" y="287566"/>
                  <a:pt x="532285" y="289169"/>
                  <a:pt x="533567" y="293955"/>
                </a:cubicBezTo>
                <a:lnTo>
                  <a:pt x="550713" y="357943"/>
                </a:lnTo>
                <a:cubicBezTo>
                  <a:pt x="551995" y="362729"/>
                  <a:pt x="547616" y="367107"/>
                  <a:pt x="542830" y="365825"/>
                </a:cubicBezTo>
                <a:lnTo>
                  <a:pt x="478842" y="348679"/>
                </a:lnTo>
                <a:cubicBezTo>
                  <a:pt x="474057" y="347397"/>
                  <a:pt x="472454" y="341415"/>
                  <a:pt x="475957" y="337912"/>
                </a:cubicBezTo>
                <a:lnTo>
                  <a:pt x="489872" y="323998"/>
                </a:lnTo>
                <a:lnTo>
                  <a:pt x="317134" y="151257"/>
                </a:lnTo>
                <a:lnTo>
                  <a:pt x="257403" y="210988"/>
                </a:lnTo>
                <a:cubicBezTo>
                  <a:pt x="254989" y="213402"/>
                  <a:pt x="251715" y="214758"/>
                  <a:pt x="248301" y="214758"/>
                </a:cubicBezTo>
                <a:cubicBezTo>
                  <a:pt x="244887" y="214757"/>
                  <a:pt x="241614" y="213402"/>
                  <a:pt x="239200" y="210988"/>
                </a:cubicBezTo>
                <a:lnTo>
                  <a:pt x="50189" y="21973"/>
                </a:lnTo>
                <a:cubicBezTo>
                  <a:pt x="45162" y="16946"/>
                  <a:pt x="45162" y="8797"/>
                  <a:pt x="50189" y="3770"/>
                </a:cubicBezTo>
                <a:cubicBezTo>
                  <a:pt x="55215" y="-1257"/>
                  <a:pt x="63365" y="-1257"/>
                  <a:pt x="68392" y="3770"/>
                </a:cubicBezTo>
                <a:lnTo>
                  <a:pt x="248301" y="183683"/>
                </a:lnTo>
                <a:lnTo>
                  <a:pt x="308032" y="123952"/>
                </a:lnTo>
                <a:cubicBezTo>
                  <a:pt x="310446" y="121538"/>
                  <a:pt x="313720" y="120183"/>
                  <a:pt x="317134" y="120183"/>
                </a:cubicBezTo>
                <a:cubicBezTo>
                  <a:pt x="320547" y="120183"/>
                  <a:pt x="323821" y="121539"/>
                  <a:pt x="326235" y="123952"/>
                </a:cubicBezTo>
                <a:lnTo>
                  <a:pt x="508075" y="305795"/>
                </a:lnTo>
                <a:close/>
                <a:moveTo>
                  <a:pt x="173154" y="199675"/>
                </a:moveTo>
                <a:cubicBezTo>
                  <a:pt x="173154" y="189012"/>
                  <a:pt x="164510" y="180368"/>
                  <a:pt x="153846" y="180368"/>
                </a:cubicBezTo>
                <a:lnTo>
                  <a:pt x="19307" y="180368"/>
                </a:lnTo>
                <a:cubicBezTo>
                  <a:pt x="8644" y="180368"/>
                  <a:pt x="0" y="189012"/>
                  <a:pt x="0" y="199675"/>
                </a:cubicBezTo>
                <a:lnTo>
                  <a:pt x="0" y="577293"/>
                </a:lnTo>
                <a:cubicBezTo>
                  <a:pt x="0" y="587957"/>
                  <a:pt x="8644" y="596601"/>
                  <a:pt x="19307" y="596601"/>
                </a:cubicBezTo>
                <a:lnTo>
                  <a:pt x="153846" y="596601"/>
                </a:lnTo>
                <a:cubicBezTo>
                  <a:pt x="164510" y="596601"/>
                  <a:pt x="173154" y="587957"/>
                  <a:pt x="173154" y="577293"/>
                </a:cubicBezTo>
                <a:lnTo>
                  <a:pt x="173154" y="199675"/>
                </a:lnTo>
                <a:close/>
                <a:moveTo>
                  <a:pt x="381449" y="318433"/>
                </a:moveTo>
                <a:cubicBezTo>
                  <a:pt x="381449" y="307770"/>
                  <a:pt x="372804" y="299126"/>
                  <a:pt x="362142" y="299126"/>
                </a:cubicBezTo>
                <a:lnTo>
                  <a:pt x="227602" y="299126"/>
                </a:lnTo>
                <a:cubicBezTo>
                  <a:pt x="216939" y="299126"/>
                  <a:pt x="208295" y="307770"/>
                  <a:pt x="208295" y="318433"/>
                </a:cubicBezTo>
                <a:lnTo>
                  <a:pt x="208295" y="577294"/>
                </a:lnTo>
                <a:cubicBezTo>
                  <a:pt x="208295" y="587957"/>
                  <a:pt x="216939" y="596601"/>
                  <a:pt x="227602" y="596601"/>
                </a:cubicBezTo>
                <a:lnTo>
                  <a:pt x="362142" y="596601"/>
                </a:lnTo>
                <a:cubicBezTo>
                  <a:pt x="372804" y="596601"/>
                  <a:pt x="381449" y="587957"/>
                  <a:pt x="381449" y="577294"/>
                </a:cubicBezTo>
                <a:lnTo>
                  <a:pt x="381449" y="318433"/>
                </a:lnTo>
                <a:close/>
                <a:moveTo>
                  <a:pt x="570436" y="418904"/>
                </a:moveTo>
                <a:cubicBezTo>
                  <a:pt x="581099" y="418904"/>
                  <a:pt x="589743" y="427547"/>
                  <a:pt x="589743" y="438211"/>
                </a:cubicBezTo>
                <a:lnTo>
                  <a:pt x="589743" y="577294"/>
                </a:lnTo>
                <a:cubicBezTo>
                  <a:pt x="589743" y="587957"/>
                  <a:pt x="581099" y="596601"/>
                  <a:pt x="570436" y="596601"/>
                </a:cubicBezTo>
                <a:lnTo>
                  <a:pt x="435897" y="596601"/>
                </a:lnTo>
                <a:cubicBezTo>
                  <a:pt x="425234" y="596601"/>
                  <a:pt x="416589" y="587957"/>
                  <a:pt x="416589" y="577294"/>
                </a:cubicBezTo>
                <a:lnTo>
                  <a:pt x="416589" y="438211"/>
                </a:lnTo>
                <a:cubicBezTo>
                  <a:pt x="416589" y="427547"/>
                  <a:pt x="425234" y="418904"/>
                  <a:pt x="435897" y="418904"/>
                </a:cubicBezTo>
                <a:lnTo>
                  <a:pt x="570436" y="418904"/>
                </a:lnTo>
                <a:close/>
              </a:path>
            </a:pathLst>
          </a:custGeom>
          <a:solidFill>
            <a:srgbClr val="FC1C4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107"/>
          <p:cNvSpPr/>
          <p:nvPr/>
        </p:nvSpPr>
        <p:spPr>
          <a:xfrm>
            <a:off x="4089526" y="1664513"/>
            <a:ext cx="611722" cy="514565"/>
          </a:xfrm>
          <a:custGeom>
            <a:rect b="b" l="l" r="r" t="t"/>
            <a:pathLst>
              <a:path extrusionOk="0" h="514565" w="611722">
                <a:moveTo>
                  <a:pt x="305862" y="0"/>
                </a:moveTo>
                <a:cubicBezTo>
                  <a:pt x="139930" y="0"/>
                  <a:pt x="0" y="107304"/>
                  <a:pt x="0" y="245639"/>
                </a:cubicBezTo>
                <a:cubicBezTo>
                  <a:pt x="0" y="314370"/>
                  <a:pt x="34982" y="375837"/>
                  <a:pt x="90137" y="419881"/>
                </a:cubicBezTo>
                <a:cubicBezTo>
                  <a:pt x="81074" y="444933"/>
                  <a:pt x="66019" y="470538"/>
                  <a:pt x="42560" y="491923"/>
                </a:cubicBezTo>
                <a:cubicBezTo>
                  <a:pt x="38502" y="495622"/>
                  <a:pt x="37201" y="501483"/>
                  <a:pt x="39311" y="506562"/>
                </a:cubicBezTo>
                <a:cubicBezTo>
                  <a:pt x="41421" y="511639"/>
                  <a:pt x="46486" y="514837"/>
                  <a:pt x="51961" y="514547"/>
                </a:cubicBezTo>
                <a:cubicBezTo>
                  <a:pt x="84121" y="512846"/>
                  <a:pt x="144955" y="502097"/>
                  <a:pt x="193062" y="474066"/>
                </a:cubicBezTo>
                <a:cubicBezTo>
                  <a:pt x="228002" y="485185"/>
                  <a:pt x="266070" y="491279"/>
                  <a:pt x="305862" y="491279"/>
                </a:cubicBezTo>
                <a:cubicBezTo>
                  <a:pt x="471793" y="491279"/>
                  <a:pt x="611723" y="383975"/>
                  <a:pt x="611723" y="245639"/>
                </a:cubicBezTo>
                <a:cubicBezTo>
                  <a:pt x="611723" y="107304"/>
                  <a:pt x="471793" y="0"/>
                  <a:pt x="305862" y="0"/>
                </a:cubicBezTo>
                <a:close/>
              </a:path>
            </a:pathLst>
          </a:custGeom>
          <a:solidFill>
            <a:srgbClr val="FC1C4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107"/>
          <p:cNvSpPr/>
          <p:nvPr/>
        </p:nvSpPr>
        <p:spPr>
          <a:xfrm>
            <a:off x="4261316" y="1882200"/>
            <a:ext cx="55685" cy="55881"/>
          </a:xfrm>
          <a:custGeom>
            <a:rect b="b" l="l" r="r" t="t"/>
            <a:pathLst>
              <a:path extrusionOk="0" h="55881" w="55685">
                <a:moveTo>
                  <a:pt x="55686" y="27941"/>
                </a:moveTo>
                <a:cubicBezTo>
                  <a:pt x="55686" y="43372"/>
                  <a:pt x="43220" y="55882"/>
                  <a:pt x="27843" y="55882"/>
                </a:cubicBezTo>
                <a:cubicBezTo>
                  <a:pt x="12466" y="55882"/>
                  <a:pt x="0" y="43372"/>
                  <a:pt x="0" y="27941"/>
                </a:cubicBezTo>
                <a:cubicBezTo>
                  <a:pt x="0" y="12510"/>
                  <a:pt x="12466" y="0"/>
                  <a:pt x="27843" y="0"/>
                </a:cubicBezTo>
                <a:cubicBezTo>
                  <a:pt x="43220" y="0"/>
                  <a:pt x="55686" y="12510"/>
                  <a:pt x="55686" y="2794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107"/>
          <p:cNvSpPr/>
          <p:nvPr/>
        </p:nvSpPr>
        <p:spPr>
          <a:xfrm>
            <a:off x="4367552" y="1882200"/>
            <a:ext cx="55685" cy="55881"/>
          </a:xfrm>
          <a:custGeom>
            <a:rect b="b" l="l" r="r" t="t"/>
            <a:pathLst>
              <a:path extrusionOk="0" h="55881" w="55685">
                <a:moveTo>
                  <a:pt x="55686" y="27941"/>
                </a:moveTo>
                <a:cubicBezTo>
                  <a:pt x="55686" y="43372"/>
                  <a:pt x="43220" y="55882"/>
                  <a:pt x="27843" y="55882"/>
                </a:cubicBezTo>
                <a:cubicBezTo>
                  <a:pt x="12466" y="55882"/>
                  <a:pt x="0" y="43372"/>
                  <a:pt x="0" y="27941"/>
                </a:cubicBezTo>
                <a:cubicBezTo>
                  <a:pt x="0" y="12510"/>
                  <a:pt x="12466" y="0"/>
                  <a:pt x="27843" y="0"/>
                </a:cubicBezTo>
                <a:cubicBezTo>
                  <a:pt x="43220" y="0"/>
                  <a:pt x="55686" y="12510"/>
                  <a:pt x="55686" y="2794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107"/>
          <p:cNvSpPr/>
          <p:nvPr/>
        </p:nvSpPr>
        <p:spPr>
          <a:xfrm>
            <a:off x="4473788" y="1882200"/>
            <a:ext cx="55685" cy="55881"/>
          </a:xfrm>
          <a:custGeom>
            <a:rect b="b" l="l" r="r" t="t"/>
            <a:pathLst>
              <a:path extrusionOk="0" h="55881" w="55685">
                <a:moveTo>
                  <a:pt x="55686" y="27941"/>
                </a:moveTo>
                <a:cubicBezTo>
                  <a:pt x="55686" y="43372"/>
                  <a:pt x="43220" y="55882"/>
                  <a:pt x="27843" y="55882"/>
                </a:cubicBezTo>
                <a:cubicBezTo>
                  <a:pt x="12466" y="55882"/>
                  <a:pt x="0" y="43372"/>
                  <a:pt x="0" y="27941"/>
                </a:cubicBezTo>
                <a:cubicBezTo>
                  <a:pt x="0" y="12510"/>
                  <a:pt x="12466" y="0"/>
                  <a:pt x="27843" y="0"/>
                </a:cubicBezTo>
                <a:cubicBezTo>
                  <a:pt x="43220" y="0"/>
                  <a:pt x="55686" y="12510"/>
                  <a:pt x="55686" y="2794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107"/>
          <p:cNvSpPr/>
          <p:nvPr/>
        </p:nvSpPr>
        <p:spPr>
          <a:xfrm>
            <a:off x="5309516" y="1615418"/>
            <a:ext cx="431620" cy="466435"/>
          </a:xfrm>
          <a:custGeom>
            <a:rect b="b" l="l" r="r" t="t"/>
            <a:pathLst>
              <a:path extrusionOk="0" h="466435" w="431620">
                <a:moveTo>
                  <a:pt x="215811" y="0"/>
                </a:moveTo>
                <a:cubicBezTo>
                  <a:pt x="96622" y="0"/>
                  <a:pt x="0" y="96282"/>
                  <a:pt x="0" y="215053"/>
                </a:cubicBezTo>
                <a:cubicBezTo>
                  <a:pt x="0" y="276240"/>
                  <a:pt x="25660" y="331475"/>
                  <a:pt x="66805" y="370620"/>
                </a:cubicBezTo>
                <a:cubicBezTo>
                  <a:pt x="80802" y="383937"/>
                  <a:pt x="89743" y="400414"/>
                  <a:pt x="89743" y="417371"/>
                </a:cubicBezTo>
                <a:lnTo>
                  <a:pt x="89743" y="434021"/>
                </a:lnTo>
                <a:cubicBezTo>
                  <a:pt x="89743" y="451923"/>
                  <a:pt x="104307" y="466435"/>
                  <a:pt x="122272" y="466435"/>
                </a:cubicBezTo>
                <a:lnTo>
                  <a:pt x="309349" y="466435"/>
                </a:lnTo>
                <a:cubicBezTo>
                  <a:pt x="327314" y="466435"/>
                  <a:pt x="341877" y="451923"/>
                  <a:pt x="341877" y="434021"/>
                </a:cubicBezTo>
                <a:lnTo>
                  <a:pt x="341877" y="417371"/>
                </a:lnTo>
                <a:cubicBezTo>
                  <a:pt x="341877" y="400414"/>
                  <a:pt x="350818" y="383937"/>
                  <a:pt x="364816" y="370620"/>
                </a:cubicBezTo>
                <a:cubicBezTo>
                  <a:pt x="405961" y="331475"/>
                  <a:pt x="431621" y="276240"/>
                  <a:pt x="431621" y="215053"/>
                </a:cubicBezTo>
                <a:cubicBezTo>
                  <a:pt x="431621" y="96282"/>
                  <a:pt x="334999" y="0"/>
                  <a:pt x="215811" y="0"/>
                </a:cubicBezTo>
                <a:close/>
              </a:path>
            </a:pathLst>
          </a:custGeom>
          <a:solidFill>
            <a:srgbClr val="FC1C4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107"/>
          <p:cNvSpPr/>
          <p:nvPr/>
        </p:nvSpPr>
        <p:spPr>
          <a:xfrm>
            <a:off x="5400405" y="2104064"/>
            <a:ext cx="249816" cy="117612"/>
          </a:xfrm>
          <a:custGeom>
            <a:rect b="b" l="l" r="r" t="t"/>
            <a:pathLst>
              <a:path extrusionOk="0" h="117612" w="249816">
                <a:moveTo>
                  <a:pt x="32528" y="0"/>
                </a:moveTo>
                <a:cubicBezTo>
                  <a:pt x="14564" y="0"/>
                  <a:pt x="0" y="14513"/>
                  <a:pt x="0" y="32414"/>
                </a:cubicBezTo>
                <a:lnTo>
                  <a:pt x="0" y="85198"/>
                </a:lnTo>
                <a:cubicBezTo>
                  <a:pt x="0" y="103100"/>
                  <a:pt x="14564" y="117612"/>
                  <a:pt x="32528" y="117612"/>
                </a:cubicBezTo>
                <a:lnTo>
                  <a:pt x="217288" y="117612"/>
                </a:lnTo>
                <a:cubicBezTo>
                  <a:pt x="235253" y="117612"/>
                  <a:pt x="249817" y="103100"/>
                  <a:pt x="249817" y="85198"/>
                </a:cubicBezTo>
                <a:lnTo>
                  <a:pt x="249817" y="32414"/>
                </a:lnTo>
                <a:cubicBezTo>
                  <a:pt x="249817" y="14513"/>
                  <a:pt x="235253" y="0"/>
                  <a:pt x="217288" y="0"/>
                </a:cubicBezTo>
                <a:lnTo>
                  <a:pt x="32528" y="0"/>
                </a:lnTo>
                <a:close/>
              </a:path>
            </a:pathLst>
          </a:custGeom>
          <a:solidFill>
            <a:srgbClr val="FC1C4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107"/>
          <p:cNvSpPr/>
          <p:nvPr/>
        </p:nvSpPr>
        <p:spPr>
          <a:xfrm>
            <a:off x="5435507" y="1842521"/>
            <a:ext cx="180079" cy="158470"/>
          </a:xfrm>
          <a:custGeom>
            <a:rect b="b" l="l" r="r" t="t"/>
            <a:pathLst>
              <a:path extrusionOk="0" h="158470" w="180079">
                <a:moveTo>
                  <a:pt x="6418" y="1788"/>
                </a:moveTo>
                <a:cubicBezTo>
                  <a:pt x="11305" y="-1074"/>
                  <a:pt x="17488" y="-455"/>
                  <a:pt x="21705" y="3319"/>
                </a:cubicBezTo>
                <a:lnTo>
                  <a:pt x="90040" y="64467"/>
                </a:lnTo>
                <a:lnTo>
                  <a:pt x="158374" y="3319"/>
                </a:lnTo>
                <a:cubicBezTo>
                  <a:pt x="162592" y="-455"/>
                  <a:pt x="168775" y="-1074"/>
                  <a:pt x="173662" y="1788"/>
                </a:cubicBezTo>
                <a:cubicBezTo>
                  <a:pt x="178548" y="4651"/>
                  <a:pt x="181013" y="10337"/>
                  <a:pt x="179754" y="15844"/>
                </a:cubicBezTo>
                <a:lnTo>
                  <a:pt x="149477" y="148380"/>
                </a:lnTo>
                <a:cubicBezTo>
                  <a:pt x="147882" y="155362"/>
                  <a:pt x="140909" y="159734"/>
                  <a:pt x="133902" y="158145"/>
                </a:cubicBezTo>
                <a:cubicBezTo>
                  <a:pt x="126895" y="156555"/>
                  <a:pt x="122508" y="149606"/>
                  <a:pt x="124103" y="142624"/>
                </a:cubicBezTo>
                <a:lnTo>
                  <a:pt x="145291" y="49878"/>
                </a:lnTo>
                <a:lnTo>
                  <a:pt x="98733" y="91540"/>
                </a:lnTo>
                <a:cubicBezTo>
                  <a:pt x="93788" y="95964"/>
                  <a:pt x="86292" y="95964"/>
                  <a:pt x="81347" y="91540"/>
                </a:cubicBezTo>
                <a:lnTo>
                  <a:pt x="34789" y="49878"/>
                </a:lnTo>
                <a:lnTo>
                  <a:pt x="55976" y="142624"/>
                </a:lnTo>
                <a:cubicBezTo>
                  <a:pt x="57571" y="149606"/>
                  <a:pt x="53184" y="156555"/>
                  <a:pt x="46178" y="158145"/>
                </a:cubicBezTo>
                <a:cubicBezTo>
                  <a:pt x="39171" y="159734"/>
                  <a:pt x="32198" y="155362"/>
                  <a:pt x="30602" y="148380"/>
                </a:cubicBezTo>
                <a:lnTo>
                  <a:pt x="326" y="15844"/>
                </a:lnTo>
                <a:cubicBezTo>
                  <a:pt x="-933" y="10337"/>
                  <a:pt x="1532" y="4651"/>
                  <a:pt x="6418" y="1788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107"/>
          <p:cNvSpPr/>
          <p:nvPr/>
        </p:nvSpPr>
        <p:spPr>
          <a:xfrm>
            <a:off x="7542700" y="1640711"/>
            <a:ext cx="534090" cy="540215"/>
          </a:xfrm>
          <a:custGeom>
            <a:rect b="b" l="l" r="r" t="t"/>
            <a:pathLst>
              <a:path extrusionOk="0" h="540215" w="534090">
                <a:moveTo>
                  <a:pt x="243" y="258502"/>
                </a:moveTo>
                <a:cubicBezTo>
                  <a:pt x="6239" y="114712"/>
                  <a:pt x="123397" y="0"/>
                  <a:pt x="267046" y="0"/>
                </a:cubicBezTo>
                <a:cubicBezTo>
                  <a:pt x="394796" y="0"/>
                  <a:pt x="501595" y="90724"/>
                  <a:pt x="527888" y="211942"/>
                </a:cubicBezTo>
                <a:lnTo>
                  <a:pt x="527873" y="211942"/>
                </a:lnTo>
                <a:lnTo>
                  <a:pt x="527880" y="211977"/>
                </a:lnTo>
                <a:lnTo>
                  <a:pt x="398383" y="211977"/>
                </a:lnTo>
                <a:lnTo>
                  <a:pt x="398377" y="211966"/>
                </a:lnTo>
                <a:lnTo>
                  <a:pt x="335771" y="211966"/>
                </a:lnTo>
                <a:lnTo>
                  <a:pt x="372684" y="172154"/>
                </a:lnTo>
                <a:cubicBezTo>
                  <a:pt x="346482" y="143278"/>
                  <a:pt x="308856" y="125176"/>
                  <a:pt x="267049" y="125176"/>
                </a:cubicBezTo>
                <a:cubicBezTo>
                  <a:pt x="187901" y="125176"/>
                  <a:pt x="123736" y="190054"/>
                  <a:pt x="123710" y="270095"/>
                </a:cubicBezTo>
                <a:lnTo>
                  <a:pt x="0" y="270095"/>
                </a:lnTo>
                <a:cubicBezTo>
                  <a:pt x="1" y="266211"/>
                  <a:pt x="82" y="262346"/>
                  <a:pt x="243" y="258502"/>
                </a:cubicBezTo>
                <a:close/>
                <a:moveTo>
                  <a:pt x="446893" y="270121"/>
                </a:moveTo>
                <a:lnTo>
                  <a:pt x="534090" y="270121"/>
                </a:lnTo>
                <a:cubicBezTo>
                  <a:pt x="534089" y="274072"/>
                  <a:pt x="534005" y="278003"/>
                  <a:pt x="533839" y="281913"/>
                </a:cubicBezTo>
                <a:cubicBezTo>
                  <a:pt x="527743" y="425610"/>
                  <a:pt x="410626" y="540216"/>
                  <a:pt x="267044" y="540216"/>
                </a:cubicBezTo>
                <a:cubicBezTo>
                  <a:pt x="139294" y="540216"/>
                  <a:pt x="32495" y="449492"/>
                  <a:pt x="6202" y="328273"/>
                </a:cubicBezTo>
                <a:lnTo>
                  <a:pt x="6217" y="328273"/>
                </a:lnTo>
                <a:lnTo>
                  <a:pt x="6210" y="328238"/>
                </a:lnTo>
                <a:lnTo>
                  <a:pt x="96592" y="328238"/>
                </a:lnTo>
                <a:lnTo>
                  <a:pt x="96594" y="328245"/>
                </a:lnTo>
                <a:lnTo>
                  <a:pt x="198317" y="328245"/>
                </a:lnTo>
                <a:lnTo>
                  <a:pt x="160333" y="366928"/>
                </a:lnTo>
                <a:cubicBezTo>
                  <a:pt x="186576" y="396505"/>
                  <a:pt x="224664" y="415110"/>
                  <a:pt x="267049" y="415110"/>
                </a:cubicBezTo>
                <a:cubicBezTo>
                  <a:pt x="346208" y="415110"/>
                  <a:pt x="410380" y="350213"/>
                  <a:pt x="410387" y="270156"/>
                </a:cubicBezTo>
                <a:lnTo>
                  <a:pt x="446893" y="270156"/>
                </a:lnTo>
                <a:lnTo>
                  <a:pt x="446893" y="270121"/>
                </a:lnTo>
                <a:close/>
              </a:path>
            </a:pathLst>
          </a:custGeom>
          <a:solidFill>
            <a:srgbClr val="FC1C4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107"/>
          <p:cNvSpPr/>
          <p:nvPr/>
        </p:nvSpPr>
        <p:spPr>
          <a:xfrm>
            <a:off x="7529835" y="1627700"/>
            <a:ext cx="559820" cy="566238"/>
          </a:xfrm>
          <a:custGeom>
            <a:rect b="b" l="l" r="r" t="t"/>
            <a:pathLst>
              <a:path extrusionOk="0" h="566238" w="559820">
                <a:moveTo>
                  <a:pt x="255" y="270965"/>
                </a:moveTo>
                <a:cubicBezTo>
                  <a:pt x="6540" y="120238"/>
                  <a:pt x="129338" y="0"/>
                  <a:pt x="279911" y="0"/>
                </a:cubicBezTo>
                <a:cubicBezTo>
                  <a:pt x="413832" y="0"/>
                  <a:pt x="525759" y="95104"/>
                  <a:pt x="553320" y="222165"/>
                </a:cubicBezTo>
                <a:cubicBezTo>
                  <a:pt x="553728" y="224048"/>
                  <a:pt x="553713" y="225973"/>
                  <a:pt x="553306" y="227807"/>
                </a:cubicBezTo>
                <a:cubicBezTo>
                  <a:pt x="552882" y="229739"/>
                  <a:pt x="552022" y="231571"/>
                  <a:pt x="550765" y="233151"/>
                </a:cubicBezTo>
                <a:cubicBezTo>
                  <a:pt x="548322" y="236217"/>
                  <a:pt x="544638" y="238000"/>
                  <a:pt x="540745" y="238000"/>
                </a:cubicBezTo>
                <a:lnTo>
                  <a:pt x="411248" y="238000"/>
                </a:lnTo>
                <a:cubicBezTo>
                  <a:pt x="411068" y="238000"/>
                  <a:pt x="410890" y="237996"/>
                  <a:pt x="410712" y="237989"/>
                </a:cubicBezTo>
                <a:lnTo>
                  <a:pt x="348637" y="237989"/>
                </a:lnTo>
                <a:cubicBezTo>
                  <a:pt x="343509" y="237989"/>
                  <a:pt x="338870" y="234908"/>
                  <a:pt x="336832" y="230149"/>
                </a:cubicBezTo>
                <a:cubicBezTo>
                  <a:pt x="334793" y="225390"/>
                  <a:pt x="335744" y="219860"/>
                  <a:pt x="339252" y="216077"/>
                </a:cubicBezTo>
                <a:lnTo>
                  <a:pt x="367632" y="185469"/>
                </a:lnTo>
                <a:cubicBezTo>
                  <a:pt x="344452" y="164164"/>
                  <a:pt x="313688" y="151199"/>
                  <a:pt x="279914" y="151199"/>
                </a:cubicBezTo>
                <a:cubicBezTo>
                  <a:pt x="207870" y="151199"/>
                  <a:pt x="149465" y="210253"/>
                  <a:pt x="149441" y="283110"/>
                </a:cubicBezTo>
                <a:cubicBezTo>
                  <a:pt x="149439" y="290294"/>
                  <a:pt x="143679" y="296118"/>
                  <a:pt x="136575" y="296118"/>
                </a:cubicBezTo>
                <a:lnTo>
                  <a:pt x="12865" y="296118"/>
                </a:lnTo>
                <a:cubicBezTo>
                  <a:pt x="9453" y="296118"/>
                  <a:pt x="6180" y="294746"/>
                  <a:pt x="3767" y="292306"/>
                </a:cubicBezTo>
                <a:cubicBezTo>
                  <a:pt x="1355" y="289865"/>
                  <a:pt x="-1" y="286555"/>
                  <a:pt x="0" y="283104"/>
                </a:cubicBezTo>
                <a:cubicBezTo>
                  <a:pt x="1" y="279037"/>
                  <a:pt x="86" y="274989"/>
                  <a:pt x="255" y="270965"/>
                </a:cubicBezTo>
                <a:close/>
                <a:moveTo>
                  <a:pt x="12865" y="271503"/>
                </a:moveTo>
                <a:lnTo>
                  <a:pt x="255" y="270965"/>
                </a:lnTo>
                <a:lnTo>
                  <a:pt x="12865" y="271503"/>
                </a:lnTo>
                <a:close/>
                <a:moveTo>
                  <a:pt x="26052" y="270095"/>
                </a:moveTo>
                <a:lnTo>
                  <a:pt x="124236" y="270095"/>
                </a:lnTo>
                <a:cubicBezTo>
                  <a:pt x="130802" y="188955"/>
                  <a:pt x="197993" y="125176"/>
                  <a:pt x="279914" y="125176"/>
                </a:cubicBezTo>
                <a:cubicBezTo>
                  <a:pt x="325474" y="125176"/>
                  <a:pt x="366492" y="144919"/>
                  <a:pt x="395028" y="176368"/>
                </a:cubicBezTo>
                <a:cubicBezTo>
                  <a:pt x="399579" y="181384"/>
                  <a:pt x="399538" y="189099"/>
                  <a:pt x="394934" y="194065"/>
                </a:cubicBezTo>
                <a:lnTo>
                  <a:pt x="378337" y="211966"/>
                </a:lnTo>
                <a:lnTo>
                  <a:pt x="411243" y="211966"/>
                </a:lnTo>
                <a:cubicBezTo>
                  <a:pt x="411422" y="211966"/>
                  <a:pt x="411600" y="211970"/>
                  <a:pt x="411779" y="211977"/>
                </a:cubicBezTo>
                <a:lnTo>
                  <a:pt x="524243" y="211977"/>
                </a:lnTo>
                <a:cubicBezTo>
                  <a:pt x="493745" y="104590"/>
                  <a:pt x="395887" y="26023"/>
                  <a:pt x="279911" y="26023"/>
                </a:cubicBezTo>
                <a:cubicBezTo>
                  <a:pt x="143842" y="26023"/>
                  <a:pt x="32739" y="134163"/>
                  <a:pt x="26052" y="270095"/>
                </a:cubicBezTo>
                <a:close/>
                <a:moveTo>
                  <a:pt x="399461" y="230204"/>
                </a:moveTo>
                <a:cubicBezTo>
                  <a:pt x="399461" y="230205"/>
                  <a:pt x="399462" y="230206"/>
                  <a:pt x="399462" y="230206"/>
                </a:cubicBezTo>
                <a:lnTo>
                  <a:pt x="399461" y="230204"/>
                </a:lnTo>
                <a:close/>
                <a:moveTo>
                  <a:pt x="458809" y="270156"/>
                </a:moveTo>
                <a:lnTo>
                  <a:pt x="423252" y="270156"/>
                </a:lnTo>
                <a:cubicBezTo>
                  <a:pt x="416148" y="270156"/>
                  <a:pt x="410387" y="275981"/>
                  <a:pt x="410387" y="283166"/>
                </a:cubicBezTo>
                <a:cubicBezTo>
                  <a:pt x="410381" y="356038"/>
                  <a:pt x="351968" y="415110"/>
                  <a:pt x="279914" y="415110"/>
                </a:cubicBezTo>
                <a:cubicBezTo>
                  <a:pt x="245694" y="415110"/>
                  <a:pt x="214562" y="401800"/>
                  <a:pt x="191280" y="379990"/>
                </a:cubicBezTo>
                <a:lnTo>
                  <a:pt x="220311" y="350425"/>
                </a:lnTo>
                <a:cubicBezTo>
                  <a:pt x="223971" y="346697"/>
                  <a:pt x="225056" y="341108"/>
                  <a:pt x="223059" y="336257"/>
                </a:cubicBezTo>
                <a:cubicBezTo>
                  <a:pt x="221063" y="331406"/>
                  <a:pt x="216378" y="328245"/>
                  <a:pt x="211182" y="328245"/>
                </a:cubicBezTo>
                <a:lnTo>
                  <a:pt x="109881" y="328245"/>
                </a:lnTo>
                <a:cubicBezTo>
                  <a:pt x="109741" y="328241"/>
                  <a:pt x="109599" y="328238"/>
                  <a:pt x="109457" y="328238"/>
                </a:cubicBezTo>
                <a:lnTo>
                  <a:pt x="19075" y="328238"/>
                </a:lnTo>
                <a:cubicBezTo>
                  <a:pt x="15179" y="328238"/>
                  <a:pt x="11493" y="330024"/>
                  <a:pt x="9051" y="333094"/>
                </a:cubicBezTo>
                <a:cubicBezTo>
                  <a:pt x="7796" y="334672"/>
                  <a:pt x="6940" y="336501"/>
                  <a:pt x="6516" y="338428"/>
                </a:cubicBezTo>
                <a:cubicBezTo>
                  <a:pt x="6108" y="340263"/>
                  <a:pt x="6092" y="342189"/>
                  <a:pt x="6501" y="344073"/>
                </a:cubicBezTo>
                <a:cubicBezTo>
                  <a:pt x="34061" y="471134"/>
                  <a:pt x="145988" y="566238"/>
                  <a:pt x="279909" y="566238"/>
                </a:cubicBezTo>
                <a:cubicBezTo>
                  <a:pt x="430412" y="566238"/>
                  <a:pt x="553166" y="446113"/>
                  <a:pt x="559557" y="295485"/>
                </a:cubicBezTo>
                <a:cubicBezTo>
                  <a:pt x="559732" y="291389"/>
                  <a:pt x="559820" y="287272"/>
                  <a:pt x="559820" y="283134"/>
                </a:cubicBezTo>
                <a:cubicBezTo>
                  <a:pt x="559821" y="279683"/>
                  <a:pt x="558466" y="276374"/>
                  <a:pt x="556053" y="273933"/>
                </a:cubicBezTo>
                <a:cubicBezTo>
                  <a:pt x="553640" y="271492"/>
                  <a:pt x="550368" y="270121"/>
                  <a:pt x="546955" y="270121"/>
                </a:cubicBezTo>
                <a:lnTo>
                  <a:pt x="459758" y="270121"/>
                </a:lnTo>
                <a:cubicBezTo>
                  <a:pt x="459439" y="270121"/>
                  <a:pt x="459122" y="270133"/>
                  <a:pt x="458809" y="270156"/>
                </a:cubicBezTo>
                <a:close/>
                <a:moveTo>
                  <a:pt x="533769" y="296144"/>
                </a:moveTo>
                <a:lnTo>
                  <a:pt x="460707" y="296144"/>
                </a:lnTo>
                <a:cubicBezTo>
                  <a:pt x="460394" y="296167"/>
                  <a:pt x="460077" y="296179"/>
                  <a:pt x="459758" y="296179"/>
                </a:cubicBezTo>
                <a:lnTo>
                  <a:pt x="435594" y="296179"/>
                </a:lnTo>
                <a:cubicBezTo>
                  <a:pt x="429046" y="377335"/>
                  <a:pt x="361847" y="441133"/>
                  <a:pt x="279914" y="441133"/>
                </a:cubicBezTo>
                <a:cubicBezTo>
                  <a:pt x="233723" y="441133"/>
                  <a:pt x="192203" y="420840"/>
                  <a:pt x="163623" y="388629"/>
                </a:cubicBezTo>
                <a:cubicBezTo>
                  <a:pt x="159070" y="383497"/>
                  <a:pt x="159266" y="375664"/>
                  <a:pt x="164070" y="370771"/>
                </a:cubicBezTo>
                <a:lnTo>
                  <a:pt x="180274" y="354268"/>
                </a:lnTo>
                <a:lnTo>
                  <a:pt x="109459" y="354268"/>
                </a:lnTo>
                <a:cubicBezTo>
                  <a:pt x="109317" y="354268"/>
                  <a:pt x="109176" y="354266"/>
                  <a:pt x="109035" y="354261"/>
                </a:cubicBezTo>
                <a:lnTo>
                  <a:pt x="35578" y="354261"/>
                </a:lnTo>
                <a:cubicBezTo>
                  <a:pt x="66075" y="461649"/>
                  <a:pt x="163933" y="540216"/>
                  <a:pt x="279909" y="540216"/>
                </a:cubicBezTo>
                <a:cubicBezTo>
                  <a:pt x="415979" y="540216"/>
                  <a:pt x="527082" y="432075"/>
                  <a:pt x="533769" y="296144"/>
                </a:cubicBezTo>
                <a:close/>
              </a:path>
            </a:pathLst>
          </a:custGeom>
          <a:solidFill>
            <a:srgbClr val="FC1C4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107"/>
          <p:cNvSpPr/>
          <p:nvPr/>
        </p:nvSpPr>
        <p:spPr>
          <a:xfrm>
            <a:off x="7914632" y="1709680"/>
            <a:ext cx="96253" cy="100664"/>
          </a:xfrm>
          <a:custGeom>
            <a:rect b="b" l="l" r="r" t="t"/>
            <a:pathLst>
              <a:path extrusionOk="0" h="100664" w="96253">
                <a:moveTo>
                  <a:pt x="1743" y="6477"/>
                </a:moveTo>
                <a:cubicBezTo>
                  <a:pt x="5313" y="264"/>
                  <a:pt x="13187" y="-1847"/>
                  <a:pt x="19331" y="1763"/>
                </a:cubicBezTo>
                <a:cubicBezTo>
                  <a:pt x="34624" y="10750"/>
                  <a:pt x="51700" y="26675"/>
                  <a:pt x="65428" y="41730"/>
                </a:cubicBezTo>
                <a:cubicBezTo>
                  <a:pt x="72397" y="49374"/>
                  <a:pt x="78749" y="57063"/>
                  <a:pt x="83831" y="63942"/>
                </a:cubicBezTo>
                <a:cubicBezTo>
                  <a:pt x="88725" y="70568"/>
                  <a:pt x="93035" y="77231"/>
                  <a:pt x="95264" y="82655"/>
                </a:cubicBezTo>
                <a:cubicBezTo>
                  <a:pt x="97993" y="89290"/>
                  <a:pt x="94886" y="96906"/>
                  <a:pt x="88325" y="99664"/>
                </a:cubicBezTo>
                <a:cubicBezTo>
                  <a:pt x="81764" y="102423"/>
                  <a:pt x="74234" y="99281"/>
                  <a:pt x="71506" y="92645"/>
                </a:cubicBezTo>
                <a:cubicBezTo>
                  <a:pt x="70563" y="90353"/>
                  <a:pt x="67880" y="85829"/>
                  <a:pt x="63217" y="79517"/>
                </a:cubicBezTo>
                <a:cubicBezTo>
                  <a:pt x="58741" y="73457"/>
                  <a:pt x="52972" y="66457"/>
                  <a:pt x="46512" y="59372"/>
                </a:cubicBezTo>
                <a:cubicBezTo>
                  <a:pt x="33383" y="44973"/>
                  <a:pt x="18373" y="31296"/>
                  <a:pt x="6404" y="24264"/>
                </a:cubicBezTo>
                <a:cubicBezTo>
                  <a:pt x="261" y="20654"/>
                  <a:pt x="-1826" y="12690"/>
                  <a:pt x="1743" y="6477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107"/>
          <p:cNvSpPr/>
          <p:nvPr/>
        </p:nvSpPr>
        <p:spPr>
          <a:xfrm>
            <a:off x="8672182" y="1651388"/>
            <a:ext cx="544795" cy="538385"/>
          </a:xfrm>
          <a:custGeom>
            <a:rect b="b" l="l" r="r" t="t"/>
            <a:pathLst>
              <a:path extrusionOk="0" h="538385" w="544795">
                <a:moveTo>
                  <a:pt x="272398" y="538386"/>
                </a:moveTo>
                <a:cubicBezTo>
                  <a:pt x="422839" y="538386"/>
                  <a:pt x="544795" y="417864"/>
                  <a:pt x="544795" y="269193"/>
                </a:cubicBezTo>
                <a:cubicBezTo>
                  <a:pt x="544795" y="120522"/>
                  <a:pt x="422839" y="0"/>
                  <a:pt x="272398" y="0"/>
                </a:cubicBezTo>
                <a:cubicBezTo>
                  <a:pt x="121957" y="0"/>
                  <a:pt x="0" y="120522"/>
                  <a:pt x="0" y="269193"/>
                </a:cubicBezTo>
                <a:cubicBezTo>
                  <a:pt x="0" y="417864"/>
                  <a:pt x="121957" y="538386"/>
                  <a:pt x="272398" y="538386"/>
                </a:cubicBezTo>
                <a:close/>
              </a:path>
            </a:pathLst>
          </a:custGeom>
          <a:solidFill>
            <a:srgbClr val="FC1C4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107"/>
          <p:cNvSpPr/>
          <p:nvPr/>
        </p:nvSpPr>
        <p:spPr>
          <a:xfrm>
            <a:off x="8816797" y="1829095"/>
            <a:ext cx="258854" cy="188680"/>
          </a:xfrm>
          <a:custGeom>
            <a:rect b="b" l="l" r="r" t="t"/>
            <a:pathLst>
              <a:path extrusionOk="0" h="188680" w="258854">
                <a:moveTo>
                  <a:pt x="253691" y="4325"/>
                </a:moveTo>
                <a:cubicBezTo>
                  <a:pt x="260256" y="10383"/>
                  <a:pt x="260608" y="20554"/>
                  <a:pt x="254478" y="27043"/>
                </a:cubicBezTo>
                <a:lnTo>
                  <a:pt x="106572" y="183577"/>
                </a:lnTo>
                <a:cubicBezTo>
                  <a:pt x="103496" y="186833"/>
                  <a:pt x="99191" y="188681"/>
                  <a:pt x="94684" y="188681"/>
                </a:cubicBezTo>
                <a:cubicBezTo>
                  <a:pt x="90178" y="188681"/>
                  <a:pt x="85873" y="186832"/>
                  <a:pt x="82797" y="183577"/>
                </a:cubicBezTo>
                <a:lnTo>
                  <a:pt x="4377" y="100583"/>
                </a:lnTo>
                <a:cubicBezTo>
                  <a:pt x="-1754" y="94094"/>
                  <a:pt x="-1401" y="83923"/>
                  <a:pt x="5164" y="77865"/>
                </a:cubicBezTo>
                <a:cubicBezTo>
                  <a:pt x="11730" y="71807"/>
                  <a:pt x="22021" y="72155"/>
                  <a:pt x="28152" y="78643"/>
                </a:cubicBezTo>
                <a:lnTo>
                  <a:pt x="94684" y="149057"/>
                </a:lnTo>
                <a:lnTo>
                  <a:pt x="230703" y="5103"/>
                </a:lnTo>
                <a:cubicBezTo>
                  <a:pt x="236833" y="-1385"/>
                  <a:pt x="247125" y="-1733"/>
                  <a:pt x="253691" y="4325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107"/>
          <p:cNvSpPr/>
          <p:nvPr/>
        </p:nvSpPr>
        <p:spPr>
          <a:xfrm>
            <a:off x="9829094" y="1732330"/>
            <a:ext cx="554326" cy="384629"/>
          </a:xfrm>
          <a:custGeom>
            <a:rect b="b" l="l" r="r" t="t"/>
            <a:pathLst>
              <a:path extrusionOk="0" h="384629" w="554326">
                <a:moveTo>
                  <a:pt x="32276" y="0"/>
                </a:moveTo>
                <a:cubicBezTo>
                  <a:pt x="14451" y="0"/>
                  <a:pt x="0" y="14325"/>
                  <a:pt x="0" y="31995"/>
                </a:cubicBezTo>
                <a:lnTo>
                  <a:pt x="0" y="352634"/>
                </a:lnTo>
                <a:cubicBezTo>
                  <a:pt x="0" y="370305"/>
                  <a:pt x="14451" y="384629"/>
                  <a:pt x="32276" y="384629"/>
                </a:cubicBezTo>
                <a:lnTo>
                  <a:pt x="522051" y="384629"/>
                </a:lnTo>
                <a:cubicBezTo>
                  <a:pt x="539877" y="384629"/>
                  <a:pt x="554327" y="370305"/>
                  <a:pt x="554327" y="352634"/>
                </a:cubicBezTo>
                <a:lnTo>
                  <a:pt x="554327" y="31995"/>
                </a:lnTo>
                <a:cubicBezTo>
                  <a:pt x="554327" y="14325"/>
                  <a:pt x="539877" y="0"/>
                  <a:pt x="522051" y="0"/>
                </a:cubicBezTo>
                <a:lnTo>
                  <a:pt x="32276" y="0"/>
                </a:lnTo>
                <a:close/>
              </a:path>
            </a:pathLst>
          </a:custGeom>
          <a:solidFill>
            <a:srgbClr val="FC1C4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07"/>
          <p:cNvSpPr/>
          <p:nvPr/>
        </p:nvSpPr>
        <p:spPr>
          <a:xfrm>
            <a:off x="9880175" y="1791022"/>
            <a:ext cx="450609" cy="269210"/>
          </a:xfrm>
          <a:custGeom>
            <a:rect b="b" l="l" r="r" t="t"/>
            <a:pathLst>
              <a:path extrusionOk="0" h="269210" w="450609">
                <a:moveTo>
                  <a:pt x="22073" y="3781"/>
                </a:moveTo>
                <a:cubicBezTo>
                  <a:pt x="17049" y="-1235"/>
                  <a:pt x="8875" y="-1264"/>
                  <a:pt x="3814" y="3716"/>
                </a:cubicBezTo>
                <a:cubicBezTo>
                  <a:pt x="-1246" y="8695"/>
                  <a:pt x="-1275" y="16799"/>
                  <a:pt x="3748" y="21815"/>
                </a:cubicBezTo>
                <a:lnTo>
                  <a:pt x="117118" y="135013"/>
                </a:lnTo>
                <a:lnTo>
                  <a:pt x="3781" y="247362"/>
                </a:lnTo>
                <a:cubicBezTo>
                  <a:pt x="-1260" y="252360"/>
                  <a:pt x="-1260" y="260463"/>
                  <a:pt x="3781" y="265462"/>
                </a:cubicBezTo>
                <a:cubicBezTo>
                  <a:pt x="8823" y="270459"/>
                  <a:pt x="16998" y="270459"/>
                  <a:pt x="22040" y="265462"/>
                </a:cubicBezTo>
                <a:lnTo>
                  <a:pt x="135310" y="153178"/>
                </a:lnTo>
                <a:lnTo>
                  <a:pt x="216139" y="233884"/>
                </a:lnTo>
                <a:cubicBezTo>
                  <a:pt x="218563" y="236304"/>
                  <a:pt x="221861" y="237665"/>
                  <a:pt x="225301" y="237665"/>
                </a:cubicBezTo>
                <a:cubicBezTo>
                  <a:pt x="228741" y="237665"/>
                  <a:pt x="232039" y="236304"/>
                  <a:pt x="234463" y="233884"/>
                </a:cubicBezTo>
                <a:lnTo>
                  <a:pt x="315297" y="153175"/>
                </a:lnTo>
                <a:lnTo>
                  <a:pt x="428570" y="265462"/>
                </a:lnTo>
                <a:cubicBezTo>
                  <a:pt x="433612" y="270459"/>
                  <a:pt x="441787" y="270459"/>
                  <a:pt x="446828" y="265462"/>
                </a:cubicBezTo>
                <a:cubicBezTo>
                  <a:pt x="451870" y="260463"/>
                  <a:pt x="451870" y="252360"/>
                  <a:pt x="446828" y="247362"/>
                </a:cubicBezTo>
                <a:lnTo>
                  <a:pt x="333490" y="135011"/>
                </a:lnTo>
                <a:lnTo>
                  <a:pt x="446861" y="21815"/>
                </a:lnTo>
                <a:cubicBezTo>
                  <a:pt x="451884" y="16799"/>
                  <a:pt x="451855" y="8696"/>
                  <a:pt x="446795" y="3716"/>
                </a:cubicBezTo>
                <a:cubicBezTo>
                  <a:pt x="441735" y="-1264"/>
                  <a:pt x="433561" y="-1235"/>
                  <a:pt x="428537" y="3781"/>
                </a:cubicBezTo>
                <a:lnTo>
                  <a:pt x="225301" y="206702"/>
                </a:lnTo>
                <a:lnTo>
                  <a:pt x="22073" y="378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107"/>
          <p:cNvSpPr/>
          <p:nvPr/>
        </p:nvSpPr>
        <p:spPr>
          <a:xfrm>
            <a:off x="10939619" y="1667647"/>
            <a:ext cx="591759" cy="538702"/>
          </a:xfrm>
          <a:custGeom>
            <a:rect b="b" l="l" r="r" t="t"/>
            <a:pathLst>
              <a:path extrusionOk="0" h="538702" w="591759">
                <a:moveTo>
                  <a:pt x="30887" y="30523"/>
                </a:moveTo>
                <a:cubicBezTo>
                  <a:pt x="-6973" y="67937"/>
                  <a:pt x="-9890" y="127222"/>
                  <a:pt x="21378" y="170496"/>
                </a:cubicBezTo>
                <a:cubicBezTo>
                  <a:pt x="27641" y="179165"/>
                  <a:pt x="40167" y="179091"/>
                  <a:pt x="47789" y="171560"/>
                </a:cubicBezTo>
                <a:lnTo>
                  <a:pt x="173602" y="47227"/>
                </a:lnTo>
                <a:cubicBezTo>
                  <a:pt x="181224" y="39694"/>
                  <a:pt x="181298" y="27316"/>
                  <a:pt x="172525" y="21126"/>
                </a:cubicBezTo>
                <a:cubicBezTo>
                  <a:pt x="128737" y="-9773"/>
                  <a:pt x="68746" y="-6891"/>
                  <a:pt x="30887" y="30523"/>
                </a:cubicBezTo>
                <a:close/>
                <a:moveTo>
                  <a:pt x="570381" y="170496"/>
                </a:moveTo>
                <a:cubicBezTo>
                  <a:pt x="601649" y="127222"/>
                  <a:pt x="598732" y="67937"/>
                  <a:pt x="560872" y="30523"/>
                </a:cubicBezTo>
                <a:cubicBezTo>
                  <a:pt x="523012" y="-6891"/>
                  <a:pt x="463022" y="-9773"/>
                  <a:pt x="419233" y="21126"/>
                </a:cubicBezTo>
                <a:cubicBezTo>
                  <a:pt x="410461" y="27316"/>
                  <a:pt x="410535" y="39694"/>
                  <a:pt x="418157" y="47227"/>
                </a:cubicBezTo>
                <a:lnTo>
                  <a:pt x="543970" y="171560"/>
                </a:lnTo>
                <a:cubicBezTo>
                  <a:pt x="551592" y="179091"/>
                  <a:pt x="564117" y="179165"/>
                  <a:pt x="570381" y="170496"/>
                </a:cubicBezTo>
                <a:close/>
                <a:moveTo>
                  <a:pt x="536680" y="300735"/>
                </a:moveTo>
                <a:cubicBezTo>
                  <a:pt x="536680" y="432161"/>
                  <a:pt x="428870" y="538702"/>
                  <a:pt x="295880" y="538702"/>
                </a:cubicBezTo>
                <a:cubicBezTo>
                  <a:pt x="162890" y="538702"/>
                  <a:pt x="55079" y="432161"/>
                  <a:pt x="55079" y="300735"/>
                </a:cubicBezTo>
                <a:cubicBezTo>
                  <a:pt x="55079" y="169309"/>
                  <a:pt x="162890" y="62768"/>
                  <a:pt x="295880" y="62768"/>
                </a:cubicBezTo>
                <a:cubicBezTo>
                  <a:pt x="428870" y="62768"/>
                  <a:pt x="536680" y="169309"/>
                  <a:pt x="536680" y="300735"/>
                </a:cubicBezTo>
                <a:close/>
              </a:path>
            </a:pathLst>
          </a:custGeom>
          <a:solidFill>
            <a:srgbClr val="FC1C4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107"/>
          <p:cNvSpPr/>
          <p:nvPr/>
        </p:nvSpPr>
        <p:spPr>
          <a:xfrm>
            <a:off x="11224003" y="1820305"/>
            <a:ext cx="124193" cy="161636"/>
          </a:xfrm>
          <a:custGeom>
            <a:rect b="b" l="l" r="r" t="t"/>
            <a:pathLst>
              <a:path extrusionOk="0" h="161636" w="124193">
                <a:moveTo>
                  <a:pt x="13011" y="0"/>
                </a:moveTo>
                <a:cubicBezTo>
                  <a:pt x="20198" y="0"/>
                  <a:pt x="26023" y="5757"/>
                  <a:pt x="26023" y="12858"/>
                </a:cubicBezTo>
                <a:lnTo>
                  <a:pt x="26023" y="135920"/>
                </a:lnTo>
                <a:lnTo>
                  <a:pt x="111183" y="135920"/>
                </a:lnTo>
                <a:cubicBezTo>
                  <a:pt x="118369" y="135920"/>
                  <a:pt x="124194" y="141676"/>
                  <a:pt x="124194" y="148778"/>
                </a:cubicBezTo>
                <a:cubicBezTo>
                  <a:pt x="124194" y="155879"/>
                  <a:pt x="118369" y="161636"/>
                  <a:pt x="111183" y="161636"/>
                </a:cubicBezTo>
                <a:lnTo>
                  <a:pt x="13011" y="161636"/>
                </a:lnTo>
                <a:cubicBezTo>
                  <a:pt x="5826" y="161636"/>
                  <a:pt x="0" y="155879"/>
                  <a:pt x="0" y="148778"/>
                </a:cubicBezTo>
                <a:lnTo>
                  <a:pt x="0" y="12858"/>
                </a:lnTo>
                <a:cubicBezTo>
                  <a:pt x="0" y="5757"/>
                  <a:pt x="5826" y="0"/>
                  <a:pt x="13011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107"/>
          <p:cNvSpPr/>
          <p:nvPr/>
        </p:nvSpPr>
        <p:spPr>
          <a:xfrm>
            <a:off x="10981179" y="3074233"/>
            <a:ext cx="515862" cy="468423"/>
          </a:xfrm>
          <a:custGeom>
            <a:rect b="b" l="l" r="r" t="t"/>
            <a:pathLst>
              <a:path extrusionOk="0" h="468423" w="515862">
                <a:moveTo>
                  <a:pt x="147645" y="0"/>
                </a:moveTo>
                <a:cubicBezTo>
                  <a:pt x="66092" y="0"/>
                  <a:pt x="0" y="66315"/>
                  <a:pt x="0" y="148144"/>
                </a:cubicBezTo>
                <a:cubicBezTo>
                  <a:pt x="0" y="185628"/>
                  <a:pt x="16861" y="224286"/>
                  <a:pt x="40398" y="260302"/>
                </a:cubicBezTo>
                <a:cubicBezTo>
                  <a:pt x="64080" y="296539"/>
                  <a:pt x="95429" y="331469"/>
                  <a:pt x="126420" y="361788"/>
                </a:cubicBezTo>
                <a:cubicBezTo>
                  <a:pt x="157462" y="392156"/>
                  <a:pt x="188455" y="418196"/>
                  <a:pt x="211661" y="436629"/>
                </a:cubicBezTo>
                <a:cubicBezTo>
                  <a:pt x="223273" y="445854"/>
                  <a:pt x="232961" y="453193"/>
                  <a:pt x="239761" y="458237"/>
                </a:cubicBezTo>
                <a:cubicBezTo>
                  <a:pt x="243161" y="460759"/>
                  <a:pt x="245841" y="462709"/>
                  <a:pt x="247681" y="464035"/>
                </a:cubicBezTo>
                <a:cubicBezTo>
                  <a:pt x="248601" y="464699"/>
                  <a:pt x="249311" y="465205"/>
                  <a:pt x="249796" y="465550"/>
                </a:cubicBezTo>
                <a:lnTo>
                  <a:pt x="250353" y="465946"/>
                </a:lnTo>
                <a:lnTo>
                  <a:pt x="250543" y="466079"/>
                </a:lnTo>
                <a:lnTo>
                  <a:pt x="250555" y="466088"/>
                </a:lnTo>
                <a:cubicBezTo>
                  <a:pt x="250559" y="466091"/>
                  <a:pt x="250561" y="466093"/>
                  <a:pt x="257931" y="455529"/>
                </a:cubicBezTo>
                <a:lnTo>
                  <a:pt x="250561" y="466093"/>
                </a:lnTo>
                <a:cubicBezTo>
                  <a:pt x="254986" y="469200"/>
                  <a:pt x="260875" y="469200"/>
                  <a:pt x="265300" y="466093"/>
                </a:cubicBezTo>
                <a:lnTo>
                  <a:pt x="257931" y="455529"/>
                </a:lnTo>
                <a:cubicBezTo>
                  <a:pt x="265300" y="466093"/>
                  <a:pt x="265303" y="466091"/>
                  <a:pt x="265307" y="466088"/>
                </a:cubicBezTo>
                <a:lnTo>
                  <a:pt x="265319" y="466079"/>
                </a:lnTo>
                <a:lnTo>
                  <a:pt x="265509" y="465946"/>
                </a:lnTo>
                <a:lnTo>
                  <a:pt x="266066" y="465550"/>
                </a:lnTo>
                <a:cubicBezTo>
                  <a:pt x="266551" y="465205"/>
                  <a:pt x="267261" y="464699"/>
                  <a:pt x="268180" y="464035"/>
                </a:cubicBezTo>
                <a:cubicBezTo>
                  <a:pt x="270021" y="462709"/>
                  <a:pt x="272701" y="460759"/>
                  <a:pt x="276101" y="458237"/>
                </a:cubicBezTo>
                <a:cubicBezTo>
                  <a:pt x="282902" y="453193"/>
                  <a:pt x="292588" y="445854"/>
                  <a:pt x="304201" y="436629"/>
                </a:cubicBezTo>
                <a:cubicBezTo>
                  <a:pt x="327407" y="418196"/>
                  <a:pt x="358400" y="392156"/>
                  <a:pt x="389442" y="361788"/>
                </a:cubicBezTo>
                <a:cubicBezTo>
                  <a:pt x="420432" y="331469"/>
                  <a:pt x="451782" y="296539"/>
                  <a:pt x="475464" y="260302"/>
                </a:cubicBezTo>
                <a:cubicBezTo>
                  <a:pt x="499001" y="224286"/>
                  <a:pt x="515862" y="185628"/>
                  <a:pt x="515862" y="148144"/>
                </a:cubicBezTo>
                <a:cubicBezTo>
                  <a:pt x="515862" y="66315"/>
                  <a:pt x="449769" y="0"/>
                  <a:pt x="368217" y="0"/>
                </a:cubicBezTo>
                <a:cubicBezTo>
                  <a:pt x="329515" y="0"/>
                  <a:pt x="299456" y="14042"/>
                  <a:pt x="279208" y="27952"/>
                </a:cubicBezTo>
                <a:cubicBezTo>
                  <a:pt x="270208" y="34135"/>
                  <a:pt x="263090" y="40327"/>
                  <a:pt x="257931" y="45333"/>
                </a:cubicBezTo>
                <a:cubicBezTo>
                  <a:pt x="252772" y="40327"/>
                  <a:pt x="245654" y="34135"/>
                  <a:pt x="236654" y="27952"/>
                </a:cubicBezTo>
                <a:cubicBezTo>
                  <a:pt x="216406" y="14042"/>
                  <a:pt x="186347" y="0"/>
                  <a:pt x="147645" y="0"/>
                </a:cubicBezTo>
                <a:close/>
              </a:path>
            </a:pathLst>
          </a:custGeom>
          <a:solidFill>
            <a:srgbClr val="FC1C4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107"/>
          <p:cNvSpPr/>
          <p:nvPr/>
        </p:nvSpPr>
        <p:spPr>
          <a:xfrm>
            <a:off x="11051502" y="3135496"/>
            <a:ext cx="110933" cy="103899"/>
          </a:xfrm>
          <a:custGeom>
            <a:rect b="b" l="l" r="r" t="t"/>
            <a:pathLst>
              <a:path extrusionOk="0" h="103899" w="110933">
                <a:moveTo>
                  <a:pt x="252" y="91970"/>
                </a:moveTo>
                <a:cubicBezTo>
                  <a:pt x="-3982" y="35350"/>
                  <a:pt x="45888" y="-7364"/>
                  <a:pt x="100049" y="1063"/>
                </a:cubicBezTo>
                <a:cubicBezTo>
                  <a:pt x="107063" y="2154"/>
                  <a:pt x="111867" y="8744"/>
                  <a:pt x="110780" y="15781"/>
                </a:cubicBezTo>
                <a:cubicBezTo>
                  <a:pt x="109692" y="22818"/>
                  <a:pt x="103124" y="27638"/>
                  <a:pt x="96111" y="26547"/>
                </a:cubicBezTo>
                <a:cubicBezTo>
                  <a:pt x="57337" y="20514"/>
                  <a:pt x="22958" y="50944"/>
                  <a:pt x="25881" y="90040"/>
                </a:cubicBezTo>
                <a:cubicBezTo>
                  <a:pt x="26412" y="97141"/>
                  <a:pt x="21106" y="103330"/>
                  <a:pt x="14028" y="103863"/>
                </a:cubicBezTo>
                <a:cubicBezTo>
                  <a:pt x="6951" y="104395"/>
                  <a:pt x="783" y="99071"/>
                  <a:pt x="252" y="9197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107"/>
          <p:cNvSpPr/>
          <p:nvPr/>
        </p:nvSpPr>
        <p:spPr>
          <a:xfrm>
            <a:off x="9843235" y="3091243"/>
            <a:ext cx="538019" cy="438983"/>
          </a:xfrm>
          <a:custGeom>
            <a:rect b="b" l="l" r="r" t="t"/>
            <a:pathLst>
              <a:path extrusionOk="0" h="438983" w="538019">
                <a:moveTo>
                  <a:pt x="141011" y="0"/>
                </a:moveTo>
                <a:cubicBezTo>
                  <a:pt x="99438" y="0"/>
                  <a:pt x="63887" y="27036"/>
                  <a:pt x="39409" y="66381"/>
                </a:cubicBezTo>
                <a:cubicBezTo>
                  <a:pt x="14798" y="105941"/>
                  <a:pt x="0" y="159779"/>
                  <a:pt x="0" y="218567"/>
                </a:cubicBezTo>
                <a:cubicBezTo>
                  <a:pt x="0" y="277356"/>
                  <a:pt x="14798" y="331194"/>
                  <a:pt x="39409" y="370753"/>
                </a:cubicBezTo>
                <a:cubicBezTo>
                  <a:pt x="63887" y="410098"/>
                  <a:pt x="99438" y="437134"/>
                  <a:pt x="141011" y="437134"/>
                </a:cubicBezTo>
                <a:cubicBezTo>
                  <a:pt x="182584" y="437134"/>
                  <a:pt x="218135" y="410098"/>
                  <a:pt x="242613" y="370753"/>
                </a:cubicBezTo>
                <a:cubicBezTo>
                  <a:pt x="253310" y="353558"/>
                  <a:pt x="262154" y="333666"/>
                  <a:pt x="268734" y="311841"/>
                </a:cubicBezTo>
                <a:cubicBezTo>
                  <a:pt x="275369" y="334392"/>
                  <a:pt x="284407" y="354922"/>
                  <a:pt x="295406" y="372602"/>
                </a:cubicBezTo>
                <a:cubicBezTo>
                  <a:pt x="319884" y="411947"/>
                  <a:pt x="355435" y="438983"/>
                  <a:pt x="397008" y="438983"/>
                </a:cubicBezTo>
                <a:cubicBezTo>
                  <a:pt x="438581" y="438983"/>
                  <a:pt x="474132" y="411947"/>
                  <a:pt x="498610" y="372602"/>
                </a:cubicBezTo>
                <a:cubicBezTo>
                  <a:pt x="523221" y="333042"/>
                  <a:pt x="538020" y="279204"/>
                  <a:pt x="538020" y="220416"/>
                </a:cubicBezTo>
                <a:cubicBezTo>
                  <a:pt x="538020" y="161627"/>
                  <a:pt x="523221" y="107790"/>
                  <a:pt x="498610" y="68231"/>
                </a:cubicBezTo>
                <a:cubicBezTo>
                  <a:pt x="474132" y="28885"/>
                  <a:pt x="438581" y="1849"/>
                  <a:pt x="397008" y="1849"/>
                </a:cubicBezTo>
                <a:cubicBezTo>
                  <a:pt x="355435" y="1849"/>
                  <a:pt x="319884" y="28885"/>
                  <a:pt x="295406" y="68231"/>
                </a:cubicBezTo>
                <a:cubicBezTo>
                  <a:pt x="284709" y="85425"/>
                  <a:pt x="275865" y="105317"/>
                  <a:pt x="269285" y="127142"/>
                </a:cubicBezTo>
                <a:cubicBezTo>
                  <a:pt x="262651" y="104592"/>
                  <a:pt x="253612" y="84061"/>
                  <a:pt x="242613" y="66381"/>
                </a:cubicBezTo>
                <a:cubicBezTo>
                  <a:pt x="218135" y="27036"/>
                  <a:pt x="182584" y="0"/>
                  <a:pt x="141011" y="0"/>
                </a:cubicBezTo>
                <a:close/>
              </a:path>
            </a:pathLst>
          </a:custGeom>
          <a:solidFill>
            <a:srgbClr val="FC1C4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107"/>
          <p:cNvSpPr/>
          <p:nvPr/>
        </p:nvSpPr>
        <p:spPr>
          <a:xfrm>
            <a:off x="9896097" y="3263405"/>
            <a:ext cx="353923" cy="96504"/>
          </a:xfrm>
          <a:custGeom>
            <a:rect b="b" l="l" r="r" t="t"/>
            <a:pathLst>
              <a:path extrusionOk="0" h="96504" w="353923">
                <a:moveTo>
                  <a:pt x="48962" y="0"/>
                </a:moveTo>
                <a:cubicBezTo>
                  <a:pt x="21921" y="0"/>
                  <a:pt x="0" y="21603"/>
                  <a:pt x="0" y="48252"/>
                </a:cubicBezTo>
                <a:cubicBezTo>
                  <a:pt x="0" y="74901"/>
                  <a:pt x="21921" y="96504"/>
                  <a:pt x="48962" y="96504"/>
                </a:cubicBezTo>
                <a:cubicBezTo>
                  <a:pt x="76003" y="96504"/>
                  <a:pt x="97924" y="74901"/>
                  <a:pt x="97924" y="48252"/>
                </a:cubicBezTo>
                <a:cubicBezTo>
                  <a:pt x="97924" y="21603"/>
                  <a:pt x="76003" y="0"/>
                  <a:pt x="48962" y="0"/>
                </a:cubicBezTo>
                <a:close/>
                <a:moveTo>
                  <a:pt x="304962" y="0"/>
                </a:moveTo>
                <a:cubicBezTo>
                  <a:pt x="277921" y="0"/>
                  <a:pt x="256000" y="21603"/>
                  <a:pt x="256000" y="48252"/>
                </a:cubicBezTo>
                <a:cubicBezTo>
                  <a:pt x="256000" y="74901"/>
                  <a:pt x="277921" y="96504"/>
                  <a:pt x="304962" y="96504"/>
                </a:cubicBezTo>
                <a:cubicBezTo>
                  <a:pt x="332003" y="96504"/>
                  <a:pt x="353924" y="74901"/>
                  <a:pt x="353924" y="48252"/>
                </a:cubicBezTo>
                <a:cubicBezTo>
                  <a:pt x="353924" y="21603"/>
                  <a:pt x="332003" y="0"/>
                  <a:pt x="304962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107"/>
          <p:cNvSpPr/>
          <p:nvPr/>
        </p:nvSpPr>
        <p:spPr>
          <a:xfrm>
            <a:off x="7542636" y="3035390"/>
            <a:ext cx="548861" cy="557836"/>
          </a:xfrm>
          <a:custGeom>
            <a:rect b="b" l="l" r="r" t="t"/>
            <a:pathLst>
              <a:path extrusionOk="0" h="557836" w="548861">
                <a:moveTo>
                  <a:pt x="28731" y="448265"/>
                </a:moveTo>
                <a:cubicBezTo>
                  <a:pt x="89209" y="456841"/>
                  <a:pt x="198085" y="486696"/>
                  <a:pt x="265126" y="553862"/>
                </a:cubicBezTo>
                <a:cubicBezTo>
                  <a:pt x="266301" y="555088"/>
                  <a:pt x="267725" y="556091"/>
                  <a:pt x="269344" y="556788"/>
                </a:cubicBezTo>
                <a:cubicBezTo>
                  <a:pt x="270810" y="557418"/>
                  <a:pt x="272349" y="557760"/>
                  <a:pt x="273885" y="557825"/>
                </a:cubicBezTo>
                <a:cubicBezTo>
                  <a:pt x="274214" y="557838"/>
                  <a:pt x="274542" y="557840"/>
                  <a:pt x="274870" y="557829"/>
                </a:cubicBezTo>
                <a:cubicBezTo>
                  <a:pt x="275694" y="557800"/>
                  <a:pt x="276521" y="557693"/>
                  <a:pt x="277340" y="557503"/>
                </a:cubicBezTo>
                <a:cubicBezTo>
                  <a:pt x="279810" y="556930"/>
                  <a:pt x="282017" y="555651"/>
                  <a:pt x="283726" y="553872"/>
                </a:cubicBezTo>
                <a:cubicBezTo>
                  <a:pt x="350766" y="486699"/>
                  <a:pt x="459650" y="456842"/>
                  <a:pt x="520131" y="448265"/>
                </a:cubicBezTo>
                <a:cubicBezTo>
                  <a:pt x="536059" y="446007"/>
                  <a:pt x="548861" y="432481"/>
                  <a:pt x="548861" y="415553"/>
                </a:cubicBezTo>
                <a:lnTo>
                  <a:pt x="548861" y="32012"/>
                </a:lnTo>
                <a:cubicBezTo>
                  <a:pt x="548861" y="14229"/>
                  <a:pt x="534345" y="-752"/>
                  <a:pt x="515998" y="29"/>
                </a:cubicBezTo>
                <a:cubicBezTo>
                  <a:pt x="386957" y="5522"/>
                  <a:pt x="307901" y="63632"/>
                  <a:pt x="274431" y="105225"/>
                </a:cubicBezTo>
                <a:cubicBezTo>
                  <a:pt x="240961" y="63632"/>
                  <a:pt x="161905" y="5522"/>
                  <a:pt x="32864" y="29"/>
                </a:cubicBezTo>
                <a:cubicBezTo>
                  <a:pt x="14517" y="-752"/>
                  <a:pt x="0" y="14229"/>
                  <a:pt x="0" y="32012"/>
                </a:cubicBezTo>
                <a:lnTo>
                  <a:pt x="0" y="415553"/>
                </a:lnTo>
                <a:cubicBezTo>
                  <a:pt x="0" y="432481"/>
                  <a:pt x="12802" y="446007"/>
                  <a:pt x="28731" y="448265"/>
                </a:cubicBezTo>
                <a:close/>
              </a:path>
            </a:pathLst>
          </a:custGeom>
          <a:solidFill>
            <a:srgbClr val="FC1C4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107"/>
          <p:cNvSpPr/>
          <p:nvPr/>
        </p:nvSpPr>
        <p:spPr>
          <a:xfrm>
            <a:off x="7805511" y="3228523"/>
            <a:ext cx="25821" cy="241915"/>
          </a:xfrm>
          <a:custGeom>
            <a:rect b="b" l="l" r="r" t="t"/>
            <a:pathLst>
              <a:path extrusionOk="0" h="241915" w="25821">
                <a:moveTo>
                  <a:pt x="12911" y="241915"/>
                </a:moveTo>
                <a:cubicBezTo>
                  <a:pt x="5780" y="241915"/>
                  <a:pt x="0" y="236112"/>
                  <a:pt x="0" y="228954"/>
                </a:cubicBezTo>
                <a:lnTo>
                  <a:pt x="0" y="12962"/>
                </a:lnTo>
                <a:cubicBezTo>
                  <a:pt x="0" y="5803"/>
                  <a:pt x="5780" y="0"/>
                  <a:pt x="12911" y="0"/>
                </a:cubicBezTo>
                <a:cubicBezTo>
                  <a:pt x="20041" y="0"/>
                  <a:pt x="25821" y="5803"/>
                  <a:pt x="25821" y="12962"/>
                </a:cubicBezTo>
                <a:lnTo>
                  <a:pt x="25821" y="228954"/>
                </a:lnTo>
                <a:cubicBezTo>
                  <a:pt x="25821" y="236112"/>
                  <a:pt x="20041" y="241915"/>
                  <a:pt x="12911" y="241915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09" name="Google Shape;309;p107"/>
          <p:cNvGrpSpPr/>
          <p:nvPr/>
        </p:nvGrpSpPr>
        <p:grpSpPr>
          <a:xfrm>
            <a:off x="6440344" y="3029737"/>
            <a:ext cx="440185" cy="561086"/>
            <a:chOff x="6440344" y="3029737"/>
            <a:chExt cx="440185" cy="561086"/>
          </a:xfrm>
        </p:grpSpPr>
        <p:sp>
          <p:nvSpPr>
            <p:cNvPr id="310" name="Google Shape;310;p107"/>
            <p:cNvSpPr/>
            <p:nvPr/>
          </p:nvSpPr>
          <p:spPr>
            <a:xfrm>
              <a:off x="6440344" y="3029737"/>
              <a:ext cx="440185" cy="561086"/>
            </a:xfrm>
            <a:custGeom>
              <a:rect b="b" l="l" r="r" t="t"/>
              <a:pathLst>
                <a:path extrusionOk="0" h="561086" w="440185">
                  <a:moveTo>
                    <a:pt x="249712" y="1066"/>
                  </a:moveTo>
                  <a:cubicBezTo>
                    <a:pt x="266223" y="-3792"/>
                    <a:pt x="282773" y="8563"/>
                    <a:pt x="282773" y="25747"/>
                  </a:cubicBezTo>
                  <a:lnTo>
                    <a:pt x="282773" y="67215"/>
                  </a:lnTo>
                  <a:lnTo>
                    <a:pt x="407494" y="32532"/>
                  </a:lnTo>
                  <a:cubicBezTo>
                    <a:pt x="423922" y="27964"/>
                    <a:pt x="440185" y="40295"/>
                    <a:pt x="440185" y="57319"/>
                  </a:cubicBezTo>
                  <a:lnTo>
                    <a:pt x="440185" y="343345"/>
                  </a:lnTo>
                  <a:cubicBezTo>
                    <a:pt x="440185" y="354562"/>
                    <a:pt x="432905" y="364487"/>
                    <a:pt x="422193" y="367874"/>
                  </a:cubicBezTo>
                  <a:lnTo>
                    <a:pt x="278062" y="413444"/>
                  </a:lnTo>
                  <a:cubicBezTo>
                    <a:pt x="261445" y="418697"/>
                    <a:pt x="244505" y="406314"/>
                    <a:pt x="244505" y="388914"/>
                  </a:cubicBezTo>
                  <a:lnTo>
                    <a:pt x="244505" y="351150"/>
                  </a:lnTo>
                  <a:lnTo>
                    <a:pt x="33122" y="413899"/>
                  </a:lnTo>
                  <a:lnTo>
                    <a:pt x="33122" y="413898"/>
                  </a:lnTo>
                  <a:lnTo>
                    <a:pt x="33121" y="413898"/>
                  </a:lnTo>
                  <a:lnTo>
                    <a:pt x="33122" y="413899"/>
                  </a:lnTo>
                  <a:lnTo>
                    <a:pt x="33101" y="413905"/>
                  </a:lnTo>
                  <a:lnTo>
                    <a:pt x="25775" y="416518"/>
                  </a:lnTo>
                  <a:lnTo>
                    <a:pt x="25775" y="548222"/>
                  </a:lnTo>
                  <a:cubicBezTo>
                    <a:pt x="25775" y="555326"/>
                    <a:pt x="20005" y="561087"/>
                    <a:pt x="12888" y="561087"/>
                  </a:cubicBezTo>
                  <a:cubicBezTo>
                    <a:pt x="5770" y="561087"/>
                    <a:pt x="0" y="555326"/>
                    <a:pt x="0" y="548222"/>
                  </a:cubicBezTo>
                  <a:lnTo>
                    <a:pt x="0" y="389236"/>
                  </a:lnTo>
                  <a:lnTo>
                    <a:pt x="0" y="373895"/>
                  </a:lnTo>
                  <a:lnTo>
                    <a:pt x="0" y="93775"/>
                  </a:lnTo>
                  <a:cubicBezTo>
                    <a:pt x="0" y="82366"/>
                    <a:pt x="7526" y="72319"/>
                    <a:pt x="18489" y="69093"/>
                  </a:cubicBezTo>
                  <a:lnTo>
                    <a:pt x="249712" y="1066"/>
                  </a:lnTo>
                  <a:close/>
                  <a:moveTo>
                    <a:pt x="249712" y="1066"/>
                  </a:moveTo>
                  <a:lnTo>
                    <a:pt x="249660" y="1160"/>
                  </a:lnTo>
                  <a:lnTo>
                    <a:pt x="249663" y="1158"/>
                  </a:lnTo>
                  <a:lnTo>
                    <a:pt x="249712" y="1066"/>
                  </a:lnTo>
                  <a:close/>
                </a:path>
              </a:pathLst>
            </a:custGeom>
            <a:solidFill>
              <a:srgbClr val="FC1C4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1" name="Google Shape;311;p107"/>
            <p:cNvSpPr/>
            <p:nvPr/>
          </p:nvSpPr>
          <p:spPr>
            <a:xfrm>
              <a:off x="6696734" y="3159921"/>
              <a:ext cx="25774" cy="154684"/>
            </a:xfrm>
            <a:custGeom>
              <a:rect b="b" l="l" r="r" t="t"/>
              <a:pathLst>
                <a:path extrusionOk="0" h="154684" w="25774">
                  <a:moveTo>
                    <a:pt x="12887" y="154684"/>
                  </a:moveTo>
                  <a:cubicBezTo>
                    <a:pt x="5770" y="154684"/>
                    <a:pt x="0" y="148925"/>
                    <a:pt x="0" y="141819"/>
                  </a:cubicBezTo>
                  <a:lnTo>
                    <a:pt x="0" y="12865"/>
                  </a:lnTo>
                  <a:cubicBezTo>
                    <a:pt x="0" y="5760"/>
                    <a:pt x="5770" y="0"/>
                    <a:pt x="12887" y="0"/>
                  </a:cubicBezTo>
                  <a:cubicBezTo>
                    <a:pt x="20005" y="0"/>
                    <a:pt x="25775" y="5760"/>
                    <a:pt x="25775" y="12865"/>
                  </a:cubicBezTo>
                  <a:lnTo>
                    <a:pt x="25775" y="141819"/>
                  </a:lnTo>
                  <a:cubicBezTo>
                    <a:pt x="25775" y="148925"/>
                    <a:pt x="20005" y="154684"/>
                    <a:pt x="12887" y="15468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12" name="Google Shape;312;p107"/>
          <p:cNvSpPr/>
          <p:nvPr/>
        </p:nvSpPr>
        <p:spPr>
          <a:xfrm>
            <a:off x="5277568" y="3028029"/>
            <a:ext cx="495077" cy="550329"/>
          </a:xfrm>
          <a:custGeom>
            <a:rect b="b" l="l" r="r" t="t"/>
            <a:pathLst>
              <a:path extrusionOk="0" h="550329" w="495077">
                <a:moveTo>
                  <a:pt x="282399" y="16470"/>
                </a:moveTo>
                <a:cubicBezTo>
                  <a:pt x="264338" y="-5490"/>
                  <a:pt x="230740" y="-5490"/>
                  <a:pt x="212678" y="16470"/>
                </a:cubicBezTo>
                <a:lnTo>
                  <a:pt x="7412" y="266043"/>
                </a:lnTo>
                <a:cubicBezTo>
                  <a:pt x="-9907" y="287101"/>
                  <a:pt x="5060" y="318832"/>
                  <a:pt x="32312" y="318832"/>
                </a:cubicBezTo>
                <a:lnTo>
                  <a:pt x="103196" y="318832"/>
                </a:lnTo>
                <a:lnTo>
                  <a:pt x="103196" y="505142"/>
                </a:lnTo>
                <a:cubicBezTo>
                  <a:pt x="103196" y="530098"/>
                  <a:pt x="123410" y="550329"/>
                  <a:pt x="148346" y="550329"/>
                </a:cubicBezTo>
                <a:lnTo>
                  <a:pt x="346752" y="550329"/>
                </a:lnTo>
                <a:cubicBezTo>
                  <a:pt x="371688" y="550329"/>
                  <a:pt x="391903" y="530098"/>
                  <a:pt x="391903" y="505142"/>
                </a:cubicBezTo>
                <a:lnTo>
                  <a:pt x="391903" y="318832"/>
                </a:lnTo>
                <a:lnTo>
                  <a:pt x="462766" y="318832"/>
                </a:lnTo>
                <a:cubicBezTo>
                  <a:pt x="490017" y="318832"/>
                  <a:pt x="504985" y="287101"/>
                  <a:pt x="487666" y="266043"/>
                </a:cubicBezTo>
                <a:lnTo>
                  <a:pt x="282399" y="16470"/>
                </a:lnTo>
                <a:close/>
              </a:path>
            </a:pathLst>
          </a:custGeom>
          <a:solidFill>
            <a:srgbClr val="FC1C4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107"/>
          <p:cNvSpPr/>
          <p:nvPr/>
        </p:nvSpPr>
        <p:spPr>
          <a:xfrm>
            <a:off x="5398746" y="3125589"/>
            <a:ext cx="126289" cy="150666"/>
          </a:xfrm>
          <a:custGeom>
            <a:rect b="b" l="l" r="r" t="t"/>
            <a:pathLst>
              <a:path extrusionOk="0" h="150666" w="126289">
                <a:moveTo>
                  <a:pt x="121481" y="2857"/>
                </a:moveTo>
                <a:cubicBezTo>
                  <a:pt x="127030" y="7330"/>
                  <a:pt x="127904" y="15457"/>
                  <a:pt x="123435" y="21010"/>
                </a:cubicBezTo>
                <a:lnTo>
                  <a:pt x="22947" y="145854"/>
                </a:lnTo>
                <a:cubicBezTo>
                  <a:pt x="18477" y="151407"/>
                  <a:pt x="10356" y="152282"/>
                  <a:pt x="4808" y="147809"/>
                </a:cubicBezTo>
                <a:cubicBezTo>
                  <a:pt x="-740" y="143336"/>
                  <a:pt x="-1615" y="135208"/>
                  <a:pt x="2854" y="129656"/>
                </a:cubicBezTo>
                <a:lnTo>
                  <a:pt x="103343" y="4812"/>
                </a:lnTo>
                <a:cubicBezTo>
                  <a:pt x="107812" y="-741"/>
                  <a:pt x="115933" y="-1616"/>
                  <a:pt x="121481" y="2857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107"/>
          <p:cNvSpPr/>
          <p:nvPr/>
        </p:nvSpPr>
        <p:spPr>
          <a:xfrm>
            <a:off x="4078495" y="3105591"/>
            <a:ext cx="632786" cy="439452"/>
          </a:xfrm>
          <a:custGeom>
            <a:rect b="b" l="l" r="r" t="t"/>
            <a:pathLst>
              <a:path extrusionOk="0" h="439452" w="632786">
                <a:moveTo>
                  <a:pt x="32307" y="0"/>
                </a:moveTo>
                <a:cubicBezTo>
                  <a:pt x="14464" y="0"/>
                  <a:pt x="0" y="14352"/>
                  <a:pt x="0" y="32057"/>
                </a:cubicBezTo>
                <a:lnTo>
                  <a:pt x="0" y="407396"/>
                </a:lnTo>
                <a:cubicBezTo>
                  <a:pt x="0" y="425100"/>
                  <a:pt x="14464" y="439453"/>
                  <a:pt x="32307" y="439453"/>
                </a:cubicBezTo>
                <a:lnTo>
                  <a:pt x="600479" y="439453"/>
                </a:lnTo>
                <a:cubicBezTo>
                  <a:pt x="618322" y="439453"/>
                  <a:pt x="632787" y="425101"/>
                  <a:pt x="632787" y="407396"/>
                </a:cubicBezTo>
                <a:lnTo>
                  <a:pt x="632787" y="32057"/>
                </a:lnTo>
                <a:cubicBezTo>
                  <a:pt x="632787" y="14352"/>
                  <a:pt x="618322" y="0"/>
                  <a:pt x="600479" y="0"/>
                </a:cubicBezTo>
                <a:lnTo>
                  <a:pt x="32307" y="0"/>
                </a:lnTo>
                <a:close/>
                <a:moveTo>
                  <a:pt x="374827" y="234274"/>
                </a:moveTo>
                <a:cubicBezTo>
                  <a:pt x="387750" y="226870"/>
                  <a:pt x="387750" y="208363"/>
                  <a:pt x="374827" y="200959"/>
                </a:cubicBezTo>
                <a:lnTo>
                  <a:pt x="281124" y="147279"/>
                </a:lnTo>
                <a:cubicBezTo>
                  <a:pt x="268201" y="139875"/>
                  <a:pt x="252048" y="149130"/>
                  <a:pt x="252048" y="163936"/>
                </a:cubicBezTo>
                <a:lnTo>
                  <a:pt x="252048" y="271297"/>
                </a:lnTo>
                <a:cubicBezTo>
                  <a:pt x="252048" y="286104"/>
                  <a:pt x="268201" y="295358"/>
                  <a:pt x="281124" y="287955"/>
                </a:cubicBezTo>
                <a:lnTo>
                  <a:pt x="374827" y="234274"/>
                </a:lnTo>
                <a:close/>
              </a:path>
            </a:pathLst>
          </a:custGeom>
          <a:solidFill>
            <a:srgbClr val="FC1C4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107"/>
          <p:cNvSpPr/>
          <p:nvPr/>
        </p:nvSpPr>
        <p:spPr>
          <a:xfrm>
            <a:off x="3016078" y="3024683"/>
            <a:ext cx="432491" cy="557669"/>
          </a:xfrm>
          <a:custGeom>
            <a:rect b="b" l="l" r="r" t="t"/>
            <a:pathLst>
              <a:path extrusionOk="0" h="557669" w="432491">
                <a:moveTo>
                  <a:pt x="126391" y="115434"/>
                </a:moveTo>
                <a:cubicBezTo>
                  <a:pt x="126391" y="65999"/>
                  <a:pt x="166620" y="25923"/>
                  <a:pt x="216246" y="25923"/>
                </a:cubicBezTo>
                <a:cubicBezTo>
                  <a:pt x="265872" y="25923"/>
                  <a:pt x="306101" y="65999"/>
                  <a:pt x="306101" y="115434"/>
                </a:cubicBezTo>
                <a:lnTo>
                  <a:pt x="306101" y="169060"/>
                </a:lnTo>
                <a:lnTo>
                  <a:pt x="332124" y="169060"/>
                </a:lnTo>
                <a:lnTo>
                  <a:pt x="332124" y="115434"/>
                </a:lnTo>
                <a:cubicBezTo>
                  <a:pt x="332124" y="51682"/>
                  <a:pt x="280244" y="0"/>
                  <a:pt x="216246" y="0"/>
                </a:cubicBezTo>
                <a:cubicBezTo>
                  <a:pt x="152249" y="0"/>
                  <a:pt x="100368" y="51682"/>
                  <a:pt x="100368" y="115434"/>
                </a:cubicBezTo>
                <a:lnTo>
                  <a:pt x="100368" y="169060"/>
                </a:lnTo>
                <a:lnTo>
                  <a:pt x="126391" y="169060"/>
                </a:lnTo>
                <a:lnTo>
                  <a:pt x="126391" y="115434"/>
                </a:lnTo>
                <a:close/>
                <a:moveTo>
                  <a:pt x="0" y="201476"/>
                </a:moveTo>
                <a:cubicBezTo>
                  <a:pt x="0" y="183579"/>
                  <a:pt x="14564" y="169072"/>
                  <a:pt x="32528" y="169072"/>
                </a:cubicBezTo>
                <a:lnTo>
                  <a:pt x="399963" y="169072"/>
                </a:lnTo>
                <a:cubicBezTo>
                  <a:pt x="417928" y="169072"/>
                  <a:pt x="432492" y="183579"/>
                  <a:pt x="432492" y="201476"/>
                </a:cubicBezTo>
                <a:lnTo>
                  <a:pt x="432492" y="525266"/>
                </a:lnTo>
                <a:cubicBezTo>
                  <a:pt x="432492" y="543163"/>
                  <a:pt x="417928" y="557670"/>
                  <a:pt x="399963" y="557670"/>
                </a:cubicBezTo>
                <a:lnTo>
                  <a:pt x="32528" y="557670"/>
                </a:lnTo>
                <a:cubicBezTo>
                  <a:pt x="14564" y="557670"/>
                  <a:pt x="0" y="543163"/>
                  <a:pt x="0" y="525266"/>
                </a:cubicBezTo>
                <a:lnTo>
                  <a:pt x="0" y="201476"/>
                </a:lnTo>
                <a:close/>
              </a:path>
            </a:pathLst>
          </a:custGeom>
          <a:solidFill>
            <a:srgbClr val="FC1C4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107"/>
          <p:cNvSpPr/>
          <p:nvPr/>
        </p:nvSpPr>
        <p:spPr>
          <a:xfrm>
            <a:off x="3187999" y="3302672"/>
            <a:ext cx="88642" cy="161202"/>
          </a:xfrm>
          <a:custGeom>
            <a:rect b="b" l="l" r="r" t="t"/>
            <a:pathLst>
              <a:path extrusionOk="0" h="161202" w="88642">
                <a:moveTo>
                  <a:pt x="70693" y="79640"/>
                </a:moveTo>
                <a:cubicBezTo>
                  <a:pt x="81584" y="71596"/>
                  <a:pt x="88642" y="58695"/>
                  <a:pt x="88642" y="44152"/>
                </a:cubicBezTo>
                <a:cubicBezTo>
                  <a:pt x="88642" y="19768"/>
                  <a:pt x="68799" y="0"/>
                  <a:pt x="44321" y="0"/>
                </a:cubicBezTo>
                <a:cubicBezTo>
                  <a:pt x="19843" y="0"/>
                  <a:pt x="0" y="19768"/>
                  <a:pt x="0" y="44152"/>
                </a:cubicBezTo>
                <a:cubicBezTo>
                  <a:pt x="0" y="58695"/>
                  <a:pt x="7059" y="71596"/>
                  <a:pt x="17949" y="79640"/>
                </a:cubicBezTo>
                <a:lnTo>
                  <a:pt x="6901" y="152159"/>
                </a:lnTo>
                <a:cubicBezTo>
                  <a:pt x="6177" y="156918"/>
                  <a:pt x="9875" y="161203"/>
                  <a:pt x="14707" y="161203"/>
                </a:cubicBezTo>
                <a:lnTo>
                  <a:pt x="73935" y="161203"/>
                </a:lnTo>
                <a:cubicBezTo>
                  <a:pt x="78767" y="161203"/>
                  <a:pt x="82465" y="156918"/>
                  <a:pt x="81741" y="152159"/>
                </a:cubicBezTo>
                <a:lnTo>
                  <a:pt x="70693" y="7964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107"/>
          <p:cNvSpPr/>
          <p:nvPr/>
        </p:nvSpPr>
        <p:spPr>
          <a:xfrm>
            <a:off x="1852744" y="3068786"/>
            <a:ext cx="488541" cy="485155"/>
          </a:xfrm>
          <a:custGeom>
            <a:rect b="b" l="l" r="r" t="t"/>
            <a:pathLst>
              <a:path extrusionOk="0" h="485155" w="488541">
                <a:moveTo>
                  <a:pt x="190748" y="16257"/>
                </a:moveTo>
                <a:cubicBezTo>
                  <a:pt x="197971" y="6060"/>
                  <a:pt x="209691" y="0"/>
                  <a:pt x="222187" y="0"/>
                </a:cubicBezTo>
                <a:lnTo>
                  <a:pt x="246896" y="0"/>
                </a:lnTo>
                <a:cubicBezTo>
                  <a:pt x="268175" y="0"/>
                  <a:pt x="285423" y="17249"/>
                  <a:pt x="285423" y="38527"/>
                </a:cubicBezTo>
                <a:lnTo>
                  <a:pt x="285423" y="140196"/>
                </a:lnTo>
                <a:lnTo>
                  <a:pt x="443577" y="140196"/>
                </a:lnTo>
                <a:cubicBezTo>
                  <a:pt x="472035" y="140196"/>
                  <a:pt x="493330" y="166307"/>
                  <a:pt x="487608" y="194183"/>
                </a:cubicBezTo>
                <a:lnTo>
                  <a:pt x="435251" y="449243"/>
                </a:lnTo>
                <a:cubicBezTo>
                  <a:pt x="430960" y="470147"/>
                  <a:pt x="412561" y="485153"/>
                  <a:pt x="391221" y="485153"/>
                </a:cubicBezTo>
                <a:lnTo>
                  <a:pt x="120047" y="485153"/>
                </a:lnTo>
                <a:cubicBezTo>
                  <a:pt x="95222" y="485153"/>
                  <a:pt x="75098" y="465029"/>
                  <a:pt x="75098" y="440205"/>
                </a:cubicBezTo>
                <a:lnTo>
                  <a:pt x="75098" y="195869"/>
                </a:lnTo>
                <a:cubicBezTo>
                  <a:pt x="75098" y="185231"/>
                  <a:pt x="78401" y="174855"/>
                  <a:pt x="84550" y="166175"/>
                </a:cubicBezTo>
                <a:lnTo>
                  <a:pt x="190748" y="16257"/>
                </a:lnTo>
                <a:close/>
                <a:moveTo>
                  <a:pt x="25685" y="190605"/>
                </a:moveTo>
                <a:cubicBezTo>
                  <a:pt x="25685" y="183512"/>
                  <a:pt x="19935" y="177762"/>
                  <a:pt x="12842" y="177762"/>
                </a:cubicBezTo>
                <a:cubicBezTo>
                  <a:pt x="5750" y="177762"/>
                  <a:pt x="0" y="183512"/>
                  <a:pt x="0" y="190605"/>
                </a:cubicBezTo>
                <a:lnTo>
                  <a:pt x="0" y="472313"/>
                </a:lnTo>
                <a:cubicBezTo>
                  <a:pt x="0" y="479405"/>
                  <a:pt x="5750" y="485155"/>
                  <a:pt x="12842" y="485155"/>
                </a:cubicBezTo>
                <a:cubicBezTo>
                  <a:pt x="19935" y="485155"/>
                  <a:pt x="25685" y="479405"/>
                  <a:pt x="25685" y="472313"/>
                </a:cubicBezTo>
                <a:lnTo>
                  <a:pt x="25685" y="190605"/>
                </a:lnTo>
                <a:close/>
              </a:path>
            </a:pathLst>
          </a:custGeom>
          <a:solidFill>
            <a:srgbClr val="FC1C4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18" name="Google Shape;318;p107"/>
          <p:cNvGrpSpPr/>
          <p:nvPr/>
        </p:nvGrpSpPr>
        <p:grpSpPr>
          <a:xfrm>
            <a:off x="666809" y="3048591"/>
            <a:ext cx="580332" cy="553452"/>
            <a:chOff x="666809" y="3048591"/>
            <a:chExt cx="580332" cy="553452"/>
          </a:xfrm>
        </p:grpSpPr>
        <p:sp>
          <p:nvSpPr>
            <p:cNvPr id="319" name="Google Shape;319;p107"/>
            <p:cNvSpPr/>
            <p:nvPr/>
          </p:nvSpPr>
          <p:spPr>
            <a:xfrm>
              <a:off x="666809" y="3048591"/>
              <a:ext cx="580332" cy="553452"/>
            </a:xfrm>
            <a:custGeom>
              <a:rect b="b" l="l" r="r" t="t"/>
              <a:pathLst>
                <a:path extrusionOk="0" h="553452" w="580332">
                  <a:moveTo>
                    <a:pt x="323801" y="19286"/>
                  </a:moveTo>
                  <a:cubicBezTo>
                    <a:pt x="308811" y="-6429"/>
                    <a:pt x="271522" y="-6429"/>
                    <a:pt x="256532" y="19286"/>
                  </a:cubicBezTo>
                  <a:lnTo>
                    <a:pt x="182802" y="145767"/>
                  </a:lnTo>
                  <a:cubicBezTo>
                    <a:pt x="180968" y="148912"/>
                    <a:pt x="177887" y="151142"/>
                    <a:pt x="174316" y="151906"/>
                  </a:cubicBezTo>
                  <a:lnTo>
                    <a:pt x="30746" y="182655"/>
                  </a:lnTo>
                  <a:cubicBezTo>
                    <a:pt x="1558" y="188907"/>
                    <a:pt x="-9965" y="224225"/>
                    <a:pt x="9959" y="246369"/>
                  </a:cubicBezTo>
                  <a:lnTo>
                    <a:pt x="107961" y="355287"/>
                  </a:lnTo>
                  <a:cubicBezTo>
                    <a:pt x="110399" y="357996"/>
                    <a:pt x="111576" y="361604"/>
                    <a:pt x="111202" y="365222"/>
                  </a:cubicBezTo>
                  <a:lnTo>
                    <a:pt x="96201" y="510707"/>
                  </a:lnTo>
                  <a:cubicBezTo>
                    <a:pt x="93152" y="540284"/>
                    <a:pt x="123319" y="562112"/>
                    <a:pt x="150623" y="550084"/>
                  </a:cubicBezTo>
                  <a:lnTo>
                    <a:pt x="284922" y="490918"/>
                  </a:lnTo>
                  <a:cubicBezTo>
                    <a:pt x="288262" y="489446"/>
                    <a:pt x="292071" y="489446"/>
                    <a:pt x="295411" y="490918"/>
                  </a:cubicBezTo>
                  <a:lnTo>
                    <a:pt x="429709" y="550084"/>
                  </a:lnTo>
                  <a:cubicBezTo>
                    <a:pt x="457013" y="562113"/>
                    <a:pt x="487181" y="540284"/>
                    <a:pt x="484131" y="510707"/>
                  </a:cubicBezTo>
                  <a:lnTo>
                    <a:pt x="469129" y="365222"/>
                  </a:lnTo>
                  <a:cubicBezTo>
                    <a:pt x="468757" y="361604"/>
                    <a:pt x="469934" y="357996"/>
                    <a:pt x="472371" y="355287"/>
                  </a:cubicBezTo>
                  <a:lnTo>
                    <a:pt x="570373" y="246369"/>
                  </a:lnTo>
                  <a:cubicBezTo>
                    <a:pt x="590297" y="224225"/>
                    <a:pt x="578775" y="188907"/>
                    <a:pt x="549586" y="182655"/>
                  </a:cubicBezTo>
                  <a:lnTo>
                    <a:pt x="406016" y="151906"/>
                  </a:lnTo>
                  <a:cubicBezTo>
                    <a:pt x="402445" y="151142"/>
                    <a:pt x="399364" y="148912"/>
                    <a:pt x="397531" y="145767"/>
                  </a:cubicBezTo>
                  <a:lnTo>
                    <a:pt x="323801" y="19286"/>
                  </a:lnTo>
                  <a:close/>
                </a:path>
              </a:pathLst>
            </a:custGeom>
            <a:solidFill>
              <a:srgbClr val="FC1C4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0" name="Google Shape;320;p107"/>
            <p:cNvSpPr/>
            <p:nvPr/>
          </p:nvSpPr>
          <p:spPr>
            <a:xfrm>
              <a:off x="812088" y="3149144"/>
              <a:ext cx="150718" cy="142998"/>
            </a:xfrm>
            <a:custGeom>
              <a:rect b="b" l="l" r="r" t="t"/>
              <a:pathLst>
                <a:path extrusionOk="0" h="142998" w="150718">
                  <a:moveTo>
                    <a:pt x="144216" y="1721"/>
                  </a:moveTo>
                  <a:cubicBezTo>
                    <a:pt x="150422" y="5276"/>
                    <a:pt x="152559" y="13169"/>
                    <a:pt x="148990" y="19350"/>
                  </a:cubicBezTo>
                  <a:lnTo>
                    <a:pt x="96831" y="109659"/>
                  </a:lnTo>
                  <a:cubicBezTo>
                    <a:pt x="91635" y="118654"/>
                    <a:pt x="83032" y="125197"/>
                    <a:pt x="72950" y="127820"/>
                  </a:cubicBezTo>
                  <a:lnTo>
                    <a:pt x="16244" y="142576"/>
                  </a:lnTo>
                  <a:cubicBezTo>
                    <a:pt x="9317" y="144378"/>
                    <a:pt x="2234" y="140247"/>
                    <a:pt x="424" y="133348"/>
                  </a:cubicBezTo>
                  <a:cubicBezTo>
                    <a:pt x="-1386" y="126449"/>
                    <a:pt x="2763" y="119396"/>
                    <a:pt x="9690" y="117593"/>
                  </a:cubicBezTo>
                  <a:lnTo>
                    <a:pt x="66395" y="102838"/>
                  </a:lnTo>
                  <a:cubicBezTo>
                    <a:pt x="69756" y="101964"/>
                    <a:pt x="72624" y="99783"/>
                    <a:pt x="74356" y="96784"/>
                  </a:cubicBezTo>
                  <a:lnTo>
                    <a:pt x="126515" y="6476"/>
                  </a:lnTo>
                  <a:cubicBezTo>
                    <a:pt x="130084" y="295"/>
                    <a:pt x="138010" y="-1834"/>
                    <a:pt x="144216" y="172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21" name="Google Shape;321;p107"/>
          <p:cNvSpPr/>
          <p:nvPr/>
        </p:nvSpPr>
        <p:spPr>
          <a:xfrm>
            <a:off x="680304" y="4414514"/>
            <a:ext cx="552730" cy="554914"/>
          </a:xfrm>
          <a:custGeom>
            <a:rect b="b" l="l" r="r" t="t"/>
            <a:pathLst>
              <a:path extrusionOk="0" h="554914" w="552730">
                <a:moveTo>
                  <a:pt x="291666" y="10894"/>
                </a:moveTo>
                <a:cubicBezTo>
                  <a:pt x="286595" y="-3631"/>
                  <a:pt x="266135" y="-3631"/>
                  <a:pt x="261064" y="10894"/>
                </a:cubicBezTo>
                <a:cubicBezTo>
                  <a:pt x="220026" y="128457"/>
                  <a:pt x="127951" y="220895"/>
                  <a:pt x="10851" y="262096"/>
                </a:cubicBezTo>
                <a:cubicBezTo>
                  <a:pt x="-3617" y="267186"/>
                  <a:pt x="-3617" y="287728"/>
                  <a:pt x="10851" y="292818"/>
                </a:cubicBezTo>
                <a:cubicBezTo>
                  <a:pt x="127951" y="334019"/>
                  <a:pt x="220026" y="426458"/>
                  <a:pt x="261064" y="544021"/>
                </a:cubicBezTo>
                <a:cubicBezTo>
                  <a:pt x="266135" y="558546"/>
                  <a:pt x="286596" y="558546"/>
                  <a:pt x="291666" y="544021"/>
                </a:cubicBezTo>
                <a:cubicBezTo>
                  <a:pt x="332704" y="426458"/>
                  <a:pt x="424779" y="334019"/>
                  <a:pt x="541879" y="292818"/>
                </a:cubicBezTo>
                <a:cubicBezTo>
                  <a:pt x="556347" y="287728"/>
                  <a:pt x="556347" y="267186"/>
                  <a:pt x="541879" y="262096"/>
                </a:cubicBezTo>
                <a:cubicBezTo>
                  <a:pt x="424779" y="220895"/>
                  <a:pt x="332704" y="128457"/>
                  <a:pt x="291666" y="10894"/>
                </a:cubicBezTo>
                <a:close/>
              </a:path>
            </a:pathLst>
          </a:custGeom>
          <a:solidFill>
            <a:srgbClr val="FC1C4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107"/>
          <p:cNvSpPr/>
          <p:nvPr/>
        </p:nvSpPr>
        <p:spPr>
          <a:xfrm>
            <a:off x="943286" y="4676687"/>
            <a:ext cx="153740" cy="158028"/>
          </a:xfrm>
          <a:custGeom>
            <a:rect b="b" l="l" r="r" t="t"/>
            <a:pathLst>
              <a:path extrusionOk="0" h="158028" w="153740">
                <a:moveTo>
                  <a:pt x="152471" y="7368"/>
                </a:moveTo>
                <a:cubicBezTo>
                  <a:pt x="155551" y="13824"/>
                  <a:pt x="152833" y="21564"/>
                  <a:pt x="146402" y="24655"/>
                </a:cubicBezTo>
                <a:cubicBezTo>
                  <a:pt x="93722" y="49978"/>
                  <a:pt x="51425" y="92865"/>
                  <a:pt x="26725" y="146001"/>
                </a:cubicBezTo>
                <a:lnTo>
                  <a:pt x="24613" y="150545"/>
                </a:lnTo>
                <a:cubicBezTo>
                  <a:pt x="21597" y="157032"/>
                  <a:pt x="13915" y="159837"/>
                  <a:pt x="7454" y="156809"/>
                </a:cubicBezTo>
                <a:cubicBezTo>
                  <a:pt x="993" y="153782"/>
                  <a:pt x="-1801" y="146069"/>
                  <a:pt x="1214" y="139582"/>
                </a:cubicBezTo>
                <a:lnTo>
                  <a:pt x="3327" y="135038"/>
                </a:lnTo>
                <a:cubicBezTo>
                  <a:pt x="30554" y="76464"/>
                  <a:pt x="77180" y="29188"/>
                  <a:pt x="135251" y="1274"/>
                </a:cubicBezTo>
                <a:cubicBezTo>
                  <a:pt x="141683" y="-1817"/>
                  <a:pt x="149392" y="911"/>
                  <a:pt x="152471" y="7368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107"/>
          <p:cNvSpPr/>
          <p:nvPr/>
        </p:nvSpPr>
        <p:spPr>
          <a:xfrm>
            <a:off x="1863851" y="4452639"/>
            <a:ext cx="488541" cy="491614"/>
          </a:xfrm>
          <a:custGeom>
            <a:rect b="b" l="l" r="r" t="t"/>
            <a:pathLst>
              <a:path extrusionOk="0" h="491614" w="488541">
                <a:moveTo>
                  <a:pt x="25685" y="298426"/>
                </a:moveTo>
                <a:cubicBezTo>
                  <a:pt x="25685" y="305612"/>
                  <a:pt x="19935" y="311437"/>
                  <a:pt x="12842" y="311437"/>
                </a:cubicBezTo>
                <a:cubicBezTo>
                  <a:pt x="5750" y="311437"/>
                  <a:pt x="0" y="305612"/>
                  <a:pt x="0" y="298426"/>
                </a:cubicBezTo>
                <a:lnTo>
                  <a:pt x="0" y="13011"/>
                </a:lnTo>
                <a:cubicBezTo>
                  <a:pt x="0" y="5825"/>
                  <a:pt x="5750" y="0"/>
                  <a:pt x="12842" y="0"/>
                </a:cubicBezTo>
                <a:cubicBezTo>
                  <a:pt x="19935" y="0"/>
                  <a:pt x="25685" y="5825"/>
                  <a:pt x="25685" y="13011"/>
                </a:cubicBezTo>
                <a:lnTo>
                  <a:pt x="25685" y="298426"/>
                </a:lnTo>
                <a:close/>
                <a:moveTo>
                  <a:pt x="190748" y="475144"/>
                </a:moveTo>
                <a:cubicBezTo>
                  <a:pt x="197971" y="485475"/>
                  <a:pt x="209691" y="491615"/>
                  <a:pt x="222187" y="491615"/>
                </a:cubicBezTo>
                <a:lnTo>
                  <a:pt x="246896" y="491615"/>
                </a:lnTo>
                <a:cubicBezTo>
                  <a:pt x="268175" y="491615"/>
                  <a:pt x="285423" y="474138"/>
                  <a:pt x="285423" y="452581"/>
                </a:cubicBezTo>
                <a:lnTo>
                  <a:pt x="285423" y="349574"/>
                </a:lnTo>
                <a:lnTo>
                  <a:pt x="443577" y="349574"/>
                </a:lnTo>
                <a:cubicBezTo>
                  <a:pt x="472035" y="349574"/>
                  <a:pt x="493330" y="323119"/>
                  <a:pt x="487608" y="294876"/>
                </a:cubicBezTo>
                <a:lnTo>
                  <a:pt x="435251" y="36461"/>
                </a:lnTo>
                <a:cubicBezTo>
                  <a:pt x="430960" y="15281"/>
                  <a:pt x="412561" y="78"/>
                  <a:pt x="391221" y="78"/>
                </a:cubicBezTo>
                <a:lnTo>
                  <a:pt x="120047" y="78"/>
                </a:lnTo>
                <a:cubicBezTo>
                  <a:pt x="95222" y="78"/>
                  <a:pt x="75098" y="20467"/>
                  <a:pt x="75098" y="45618"/>
                </a:cubicBezTo>
                <a:lnTo>
                  <a:pt x="75098" y="293168"/>
                </a:lnTo>
                <a:cubicBezTo>
                  <a:pt x="75098" y="303946"/>
                  <a:pt x="78401" y="314458"/>
                  <a:pt x="84550" y="323253"/>
                </a:cubicBezTo>
                <a:lnTo>
                  <a:pt x="190748" y="475144"/>
                </a:lnTo>
                <a:close/>
              </a:path>
            </a:pathLst>
          </a:custGeom>
          <a:solidFill>
            <a:srgbClr val="FC1C4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107"/>
          <p:cNvSpPr/>
          <p:nvPr/>
        </p:nvSpPr>
        <p:spPr>
          <a:xfrm>
            <a:off x="3061391" y="4377139"/>
            <a:ext cx="339168" cy="643960"/>
          </a:xfrm>
          <a:custGeom>
            <a:rect b="b" l="l" r="r" t="t"/>
            <a:pathLst>
              <a:path extrusionOk="0" h="643960" w="339168">
                <a:moveTo>
                  <a:pt x="169584" y="0"/>
                </a:moveTo>
                <a:cubicBezTo>
                  <a:pt x="75925" y="0"/>
                  <a:pt x="0" y="76874"/>
                  <a:pt x="0" y="171704"/>
                </a:cubicBezTo>
                <a:cubicBezTo>
                  <a:pt x="0" y="243135"/>
                  <a:pt x="43074" y="304350"/>
                  <a:pt x="104322" y="330229"/>
                </a:cubicBezTo>
                <a:lnTo>
                  <a:pt x="104322" y="581656"/>
                </a:lnTo>
                <a:cubicBezTo>
                  <a:pt x="104322" y="616066"/>
                  <a:pt x="131872" y="643960"/>
                  <a:pt x="165857" y="643960"/>
                </a:cubicBezTo>
                <a:cubicBezTo>
                  <a:pt x="199841" y="643960"/>
                  <a:pt x="227392" y="616066"/>
                  <a:pt x="227392" y="581656"/>
                </a:cubicBezTo>
                <a:lnTo>
                  <a:pt x="227392" y="577597"/>
                </a:lnTo>
                <a:lnTo>
                  <a:pt x="247736" y="577597"/>
                </a:lnTo>
                <a:cubicBezTo>
                  <a:pt x="273873" y="577597"/>
                  <a:pt x="297748" y="558237"/>
                  <a:pt x="297748" y="531192"/>
                </a:cubicBezTo>
                <a:lnTo>
                  <a:pt x="297748" y="430191"/>
                </a:lnTo>
                <a:cubicBezTo>
                  <a:pt x="297748" y="403146"/>
                  <a:pt x="273873" y="383786"/>
                  <a:pt x="247736" y="383786"/>
                </a:cubicBezTo>
                <a:lnTo>
                  <a:pt x="227392" y="383786"/>
                </a:lnTo>
                <a:lnTo>
                  <a:pt x="227392" y="333170"/>
                </a:lnTo>
                <a:cubicBezTo>
                  <a:pt x="292579" y="309239"/>
                  <a:pt x="339169" y="245996"/>
                  <a:pt x="339169" y="171704"/>
                </a:cubicBezTo>
                <a:cubicBezTo>
                  <a:pt x="339169" y="76874"/>
                  <a:pt x="263243" y="0"/>
                  <a:pt x="169584" y="0"/>
                </a:cubicBezTo>
                <a:close/>
              </a:path>
            </a:pathLst>
          </a:custGeom>
          <a:solidFill>
            <a:srgbClr val="FC1C4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107"/>
          <p:cNvSpPr/>
          <p:nvPr/>
        </p:nvSpPr>
        <p:spPr>
          <a:xfrm>
            <a:off x="3170924" y="4459143"/>
            <a:ext cx="120086" cy="55971"/>
          </a:xfrm>
          <a:custGeom>
            <a:rect b="b" l="l" r="r" t="t"/>
            <a:pathLst>
              <a:path extrusionOk="0" h="55971" w="120086">
                <a:moveTo>
                  <a:pt x="60043" y="0"/>
                </a:moveTo>
                <a:cubicBezTo>
                  <a:pt x="29055" y="0"/>
                  <a:pt x="3516" y="21626"/>
                  <a:pt x="45" y="49480"/>
                </a:cubicBezTo>
                <a:cubicBezTo>
                  <a:pt x="-399" y="53044"/>
                  <a:pt x="2520" y="55972"/>
                  <a:pt x="6069" y="55972"/>
                </a:cubicBezTo>
                <a:lnTo>
                  <a:pt x="114018" y="55972"/>
                </a:lnTo>
                <a:cubicBezTo>
                  <a:pt x="117566" y="55972"/>
                  <a:pt x="120485" y="53044"/>
                  <a:pt x="120042" y="49480"/>
                </a:cubicBezTo>
                <a:cubicBezTo>
                  <a:pt x="116570" y="21626"/>
                  <a:pt x="91032" y="0"/>
                  <a:pt x="60043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26" name="Google Shape;326;p107"/>
          <p:cNvGrpSpPr/>
          <p:nvPr/>
        </p:nvGrpSpPr>
        <p:grpSpPr>
          <a:xfrm>
            <a:off x="4055145" y="4413698"/>
            <a:ext cx="632904" cy="515658"/>
            <a:chOff x="4055145" y="4413698"/>
            <a:chExt cx="632904" cy="515658"/>
          </a:xfrm>
        </p:grpSpPr>
        <p:sp>
          <p:nvSpPr>
            <p:cNvPr id="327" name="Google Shape;327;p107"/>
            <p:cNvSpPr/>
            <p:nvPr/>
          </p:nvSpPr>
          <p:spPr>
            <a:xfrm>
              <a:off x="4055145" y="4413698"/>
              <a:ext cx="632904" cy="515658"/>
            </a:xfrm>
            <a:custGeom>
              <a:rect b="b" l="l" r="r" t="t"/>
              <a:pathLst>
                <a:path extrusionOk="0" h="515658" w="632904">
                  <a:moveTo>
                    <a:pt x="32307" y="0"/>
                  </a:moveTo>
                  <a:cubicBezTo>
                    <a:pt x="14464" y="0"/>
                    <a:pt x="0" y="14384"/>
                    <a:pt x="0" y="32127"/>
                  </a:cubicBezTo>
                  <a:lnTo>
                    <a:pt x="0" y="483532"/>
                  </a:lnTo>
                  <a:cubicBezTo>
                    <a:pt x="0" y="501275"/>
                    <a:pt x="14464" y="515658"/>
                    <a:pt x="32307" y="515658"/>
                  </a:cubicBezTo>
                  <a:lnTo>
                    <a:pt x="600597" y="515658"/>
                  </a:lnTo>
                  <a:cubicBezTo>
                    <a:pt x="618440" y="515658"/>
                    <a:pt x="632904" y="501275"/>
                    <a:pt x="632904" y="483532"/>
                  </a:cubicBezTo>
                  <a:lnTo>
                    <a:pt x="632904" y="109493"/>
                  </a:lnTo>
                  <a:cubicBezTo>
                    <a:pt x="632904" y="91750"/>
                    <a:pt x="618440" y="77366"/>
                    <a:pt x="600597" y="77366"/>
                  </a:cubicBezTo>
                  <a:lnTo>
                    <a:pt x="292397" y="77366"/>
                  </a:lnTo>
                  <a:cubicBezTo>
                    <a:pt x="288590" y="77366"/>
                    <a:pt x="284978" y="75698"/>
                    <a:pt x="282522" y="72806"/>
                  </a:cubicBezTo>
                  <a:lnTo>
                    <a:pt x="230391" y="11402"/>
                  </a:lnTo>
                  <a:cubicBezTo>
                    <a:pt x="224252" y="4172"/>
                    <a:pt x="215221" y="0"/>
                    <a:pt x="205705" y="0"/>
                  </a:cubicBezTo>
                  <a:lnTo>
                    <a:pt x="32307" y="0"/>
                  </a:lnTo>
                  <a:close/>
                </a:path>
              </a:pathLst>
            </a:custGeom>
            <a:solidFill>
              <a:srgbClr val="FC1C4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8" name="Google Shape;328;p107"/>
            <p:cNvSpPr/>
            <p:nvPr/>
          </p:nvSpPr>
          <p:spPr>
            <a:xfrm>
              <a:off x="4130738" y="4568238"/>
              <a:ext cx="484986" cy="25701"/>
            </a:xfrm>
            <a:custGeom>
              <a:rect b="b" l="l" r="r" t="t"/>
              <a:pathLst>
                <a:path extrusionOk="0" h="25701" w="484986">
                  <a:moveTo>
                    <a:pt x="0" y="12851"/>
                  </a:moveTo>
                  <a:cubicBezTo>
                    <a:pt x="0" y="5753"/>
                    <a:pt x="5786" y="0"/>
                    <a:pt x="12923" y="0"/>
                  </a:cubicBezTo>
                  <a:lnTo>
                    <a:pt x="472064" y="0"/>
                  </a:lnTo>
                  <a:cubicBezTo>
                    <a:pt x="479200" y="0"/>
                    <a:pt x="484987" y="5753"/>
                    <a:pt x="484987" y="12851"/>
                  </a:cubicBezTo>
                  <a:cubicBezTo>
                    <a:pt x="484987" y="19948"/>
                    <a:pt x="479200" y="25702"/>
                    <a:pt x="472064" y="25702"/>
                  </a:cubicBezTo>
                  <a:lnTo>
                    <a:pt x="12923" y="25702"/>
                  </a:lnTo>
                  <a:cubicBezTo>
                    <a:pt x="5786" y="25702"/>
                    <a:pt x="0" y="19948"/>
                    <a:pt x="0" y="1285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29" name="Google Shape;329;p107"/>
          <p:cNvSpPr/>
          <p:nvPr/>
        </p:nvSpPr>
        <p:spPr>
          <a:xfrm>
            <a:off x="5277568" y="4403987"/>
            <a:ext cx="495077" cy="550329"/>
          </a:xfrm>
          <a:custGeom>
            <a:rect b="b" l="l" r="r" t="t"/>
            <a:pathLst>
              <a:path extrusionOk="0" h="550329" w="495077">
                <a:moveTo>
                  <a:pt x="212679" y="533860"/>
                </a:moveTo>
                <a:cubicBezTo>
                  <a:pt x="230740" y="555819"/>
                  <a:pt x="264338" y="555819"/>
                  <a:pt x="282399" y="533860"/>
                </a:cubicBezTo>
                <a:lnTo>
                  <a:pt x="487666" y="284286"/>
                </a:lnTo>
                <a:cubicBezTo>
                  <a:pt x="504985" y="263229"/>
                  <a:pt x="490017" y="231497"/>
                  <a:pt x="462766" y="231497"/>
                </a:cubicBezTo>
                <a:lnTo>
                  <a:pt x="391882" y="231497"/>
                </a:lnTo>
                <a:lnTo>
                  <a:pt x="391882" y="45187"/>
                </a:lnTo>
                <a:cubicBezTo>
                  <a:pt x="391882" y="20231"/>
                  <a:pt x="371667" y="0"/>
                  <a:pt x="346731" y="0"/>
                </a:cubicBezTo>
                <a:lnTo>
                  <a:pt x="148325" y="0"/>
                </a:lnTo>
                <a:cubicBezTo>
                  <a:pt x="123389" y="0"/>
                  <a:pt x="103175" y="20231"/>
                  <a:pt x="103175" y="45187"/>
                </a:cubicBezTo>
                <a:lnTo>
                  <a:pt x="103175" y="231497"/>
                </a:lnTo>
                <a:lnTo>
                  <a:pt x="32312" y="231497"/>
                </a:lnTo>
                <a:cubicBezTo>
                  <a:pt x="5060" y="231497"/>
                  <a:pt x="-9907" y="263229"/>
                  <a:pt x="7412" y="284286"/>
                </a:cubicBezTo>
                <a:lnTo>
                  <a:pt x="212679" y="533860"/>
                </a:lnTo>
                <a:close/>
              </a:path>
            </a:pathLst>
          </a:custGeom>
          <a:solidFill>
            <a:srgbClr val="FC1C4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107"/>
          <p:cNvSpPr/>
          <p:nvPr/>
        </p:nvSpPr>
        <p:spPr>
          <a:xfrm>
            <a:off x="5525176" y="4706015"/>
            <a:ext cx="126289" cy="150665"/>
          </a:xfrm>
          <a:custGeom>
            <a:rect b="b" l="l" r="r" t="t"/>
            <a:pathLst>
              <a:path extrusionOk="0" h="150665" w="126289">
                <a:moveTo>
                  <a:pt x="4808" y="147809"/>
                </a:moveTo>
                <a:cubicBezTo>
                  <a:pt x="-740" y="143336"/>
                  <a:pt x="-1615" y="135208"/>
                  <a:pt x="2854" y="129656"/>
                </a:cubicBezTo>
                <a:lnTo>
                  <a:pt x="103343" y="4812"/>
                </a:lnTo>
                <a:cubicBezTo>
                  <a:pt x="107812" y="-741"/>
                  <a:pt x="115933" y="-1616"/>
                  <a:pt x="121481" y="2857"/>
                </a:cubicBezTo>
                <a:cubicBezTo>
                  <a:pt x="127030" y="7330"/>
                  <a:pt x="127904" y="15457"/>
                  <a:pt x="123435" y="21010"/>
                </a:cubicBezTo>
                <a:lnTo>
                  <a:pt x="22947" y="145854"/>
                </a:lnTo>
                <a:cubicBezTo>
                  <a:pt x="18477" y="151407"/>
                  <a:pt x="10356" y="152282"/>
                  <a:pt x="4808" y="147809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107"/>
          <p:cNvSpPr/>
          <p:nvPr/>
        </p:nvSpPr>
        <p:spPr>
          <a:xfrm>
            <a:off x="6404432" y="4414344"/>
            <a:ext cx="533352" cy="514936"/>
          </a:xfrm>
          <a:custGeom>
            <a:rect b="b" l="l" r="r" t="t"/>
            <a:pathLst>
              <a:path extrusionOk="0" h="514936" w="533352">
                <a:moveTo>
                  <a:pt x="280929" y="0"/>
                </a:moveTo>
                <a:cubicBezTo>
                  <a:pt x="273772" y="0"/>
                  <a:pt x="267970" y="5825"/>
                  <a:pt x="267970" y="13011"/>
                </a:cubicBezTo>
                <a:lnTo>
                  <a:pt x="267970" y="151230"/>
                </a:lnTo>
                <a:lnTo>
                  <a:pt x="149313" y="151230"/>
                </a:lnTo>
                <a:cubicBezTo>
                  <a:pt x="142156" y="151230"/>
                  <a:pt x="136354" y="157056"/>
                  <a:pt x="136354" y="164242"/>
                </a:cubicBezTo>
                <a:lnTo>
                  <a:pt x="136354" y="312025"/>
                </a:lnTo>
                <a:lnTo>
                  <a:pt x="12959" y="312025"/>
                </a:lnTo>
                <a:cubicBezTo>
                  <a:pt x="5802" y="312025"/>
                  <a:pt x="0" y="317850"/>
                  <a:pt x="0" y="325036"/>
                </a:cubicBezTo>
                <a:lnTo>
                  <a:pt x="0" y="501925"/>
                </a:lnTo>
                <a:cubicBezTo>
                  <a:pt x="0" y="509111"/>
                  <a:pt x="5802" y="514936"/>
                  <a:pt x="12959" y="514936"/>
                </a:cubicBezTo>
                <a:lnTo>
                  <a:pt x="520386" y="514936"/>
                </a:lnTo>
                <a:cubicBezTo>
                  <a:pt x="520613" y="514936"/>
                  <a:pt x="520841" y="514930"/>
                  <a:pt x="521067" y="514919"/>
                </a:cubicBezTo>
                <a:lnTo>
                  <a:pt x="521070" y="514918"/>
                </a:lnTo>
                <a:cubicBezTo>
                  <a:pt x="527953" y="514554"/>
                  <a:pt x="533348" y="508845"/>
                  <a:pt x="533348" y="501925"/>
                </a:cubicBezTo>
                <a:lnTo>
                  <a:pt x="533348" y="352705"/>
                </a:lnTo>
                <a:cubicBezTo>
                  <a:pt x="533351" y="352599"/>
                  <a:pt x="533352" y="352493"/>
                  <a:pt x="533352" y="352386"/>
                </a:cubicBezTo>
                <a:lnTo>
                  <a:pt x="533352" y="164242"/>
                </a:lnTo>
                <a:cubicBezTo>
                  <a:pt x="533352" y="164135"/>
                  <a:pt x="533351" y="164029"/>
                  <a:pt x="533348" y="163924"/>
                </a:cubicBezTo>
                <a:lnTo>
                  <a:pt x="533348" y="13011"/>
                </a:lnTo>
                <a:cubicBezTo>
                  <a:pt x="533348" y="5825"/>
                  <a:pt x="527546" y="0"/>
                  <a:pt x="520389" y="0"/>
                </a:cubicBezTo>
                <a:lnTo>
                  <a:pt x="280929" y="0"/>
                </a:lnTo>
                <a:close/>
              </a:path>
            </a:pathLst>
          </a:custGeom>
          <a:solidFill>
            <a:srgbClr val="FC1C4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107"/>
          <p:cNvSpPr/>
          <p:nvPr/>
        </p:nvSpPr>
        <p:spPr>
          <a:xfrm>
            <a:off x="6601944" y="4726444"/>
            <a:ext cx="173228" cy="26022"/>
          </a:xfrm>
          <a:custGeom>
            <a:rect b="b" l="l" r="r" t="t"/>
            <a:pathLst>
              <a:path extrusionOk="0" h="26022" w="173228">
                <a:moveTo>
                  <a:pt x="173228" y="13011"/>
                </a:moveTo>
                <a:cubicBezTo>
                  <a:pt x="173228" y="20197"/>
                  <a:pt x="167426" y="26023"/>
                  <a:pt x="160269" y="26023"/>
                </a:cubicBezTo>
                <a:lnTo>
                  <a:pt x="12959" y="26023"/>
                </a:lnTo>
                <a:cubicBezTo>
                  <a:pt x="5802" y="26023"/>
                  <a:pt x="0" y="20197"/>
                  <a:pt x="0" y="13011"/>
                </a:cubicBezTo>
                <a:cubicBezTo>
                  <a:pt x="0" y="5825"/>
                  <a:pt x="5802" y="0"/>
                  <a:pt x="12959" y="0"/>
                </a:cubicBezTo>
                <a:lnTo>
                  <a:pt x="160269" y="0"/>
                </a:lnTo>
                <a:cubicBezTo>
                  <a:pt x="167426" y="0"/>
                  <a:pt x="173228" y="5825"/>
                  <a:pt x="173228" y="1301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33" name="Google Shape;333;p107"/>
          <p:cNvGrpSpPr/>
          <p:nvPr/>
        </p:nvGrpSpPr>
        <p:grpSpPr>
          <a:xfrm>
            <a:off x="7594892" y="4402050"/>
            <a:ext cx="440598" cy="581537"/>
            <a:chOff x="7594892" y="4402050"/>
            <a:chExt cx="440598" cy="581537"/>
          </a:xfrm>
        </p:grpSpPr>
        <p:sp>
          <p:nvSpPr>
            <p:cNvPr id="334" name="Google Shape;334;p107"/>
            <p:cNvSpPr/>
            <p:nvPr/>
          </p:nvSpPr>
          <p:spPr>
            <a:xfrm>
              <a:off x="7594892" y="4402050"/>
              <a:ext cx="440598" cy="581537"/>
            </a:xfrm>
            <a:custGeom>
              <a:rect b="b" l="l" r="r" t="t"/>
              <a:pathLst>
                <a:path extrusionOk="0" h="581537" w="440598">
                  <a:moveTo>
                    <a:pt x="440599" y="32409"/>
                  </a:moveTo>
                  <a:cubicBezTo>
                    <a:pt x="440599" y="14510"/>
                    <a:pt x="426174" y="0"/>
                    <a:pt x="408380" y="0"/>
                  </a:cubicBezTo>
                  <a:lnTo>
                    <a:pt x="32219" y="0"/>
                  </a:lnTo>
                  <a:cubicBezTo>
                    <a:pt x="14425" y="0"/>
                    <a:pt x="0" y="14510"/>
                    <a:pt x="0" y="32409"/>
                  </a:cubicBezTo>
                  <a:lnTo>
                    <a:pt x="0" y="549129"/>
                  </a:lnTo>
                  <a:cubicBezTo>
                    <a:pt x="0" y="567028"/>
                    <a:pt x="14425" y="581538"/>
                    <a:pt x="32219" y="581538"/>
                  </a:cubicBezTo>
                  <a:lnTo>
                    <a:pt x="294410" y="581538"/>
                  </a:lnTo>
                  <a:cubicBezTo>
                    <a:pt x="302999" y="581538"/>
                    <a:pt x="311233" y="578088"/>
                    <a:pt x="317281" y="571955"/>
                  </a:cubicBezTo>
                  <a:lnTo>
                    <a:pt x="431251" y="456404"/>
                  </a:lnTo>
                  <a:cubicBezTo>
                    <a:pt x="437239" y="450334"/>
                    <a:pt x="440599" y="442129"/>
                    <a:pt x="440599" y="433578"/>
                  </a:cubicBezTo>
                  <a:lnTo>
                    <a:pt x="440599" y="32409"/>
                  </a:lnTo>
                  <a:close/>
                </a:path>
              </a:pathLst>
            </a:custGeom>
            <a:solidFill>
              <a:srgbClr val="FC1C4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5" name="Google Shape;335;p107"/>
            <p:cNvSpPr/>
            <p:nvPr/>
          </p:nvSpPr>
          <p:spPr>
            <a:xfrm>
              <a:off x="7859524" y="4798752"/>
              <a:ext cx="121721" cy="125289"/>
            </a:xfrm>
            <a:custGeom>
              <a:rect b="b" l="l" r="r" t="t"/>
              <a:pathLst>
                <a:path extrusionOk="0" h="125289" w="121721">
                  <a:moveTo>
                    <a:pt x="12887" y="125290"/>
                  </a:moveTo>
                  <a:cubicBezTo>
                    <a:pt x="5770" y="125290"/>
                    <a:pt x="0" y="119486"/>
                    <a:pt x="0" y="112326"/>
                  </a:cubicBezTo>
                  <a:lnTo>
                    <a:pt x="0" y="12964"/>
                  </a:lnTo>
                  <a:cubicBezTo>
                    <a:pt x="0" y="5804"/>
                    <a:pt x="5770" y="0"/>
                    <a:pt x="12887" y="0"/>
                  </a:cubicBezTo>
                  <a:lnTo>
                    <a:pt x="108834" y="0"/>
                  </a:lnTo>
                  <a:cubicBezTo>
                    <a:pt x="115952" y="0"/>
                    <a:pt x="121722" y="5804"/>
                    <a:pt x="121722" y="12964"/>
                  </a:cubicBezTo>
                  <a:cubicBezTo>
                    <a:pt x="121722" y="20123"/>
                    <a:pt x="115952" y="25927"/>
                    <a:pt x="108834" y="25927"/>
                  </a:cubicBezTo>
                  <a:lnTo>
                    <a:pt x="25775" y="25927"/>
                  </a:lnTo>
                  <a:lnTo>
                    <a:pt x="25775" y="112326"/>
                  </a:lnTo>
                  <a:cubicBezTo>
                    <a:pt x="25775" y="119486"/>
                    <a:pt x="20005" y="125290"/>
                    <a:pt x="12887" y="12529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36" name="Google Shape;336;p107"/>
          <p:cNvSpPr/>
          <p:nvPr/>
        </p:nvSpPr>
        <p:spPr>
          <a:xfrm>
            <a:off x="8749419" y="4414852"/>
            <a:ext cx="393578" cy="562602"/>
          </a:xfrm>
          <a:custGeom>
            <a:rect b="b" l="l" r="r" t="t"/>
            <a:pathLst>
              <a:path extrusionOk="0" h="562602" w="393578">
                <a:moveTo>
                  <a:pt x="38614" y="0"/>
                </a:moveTo>
                <a:cubicBezTo>
                  <a:pt x="17288" y="0"/>
                  <a:pt x="0" y="17476"/>
                  <a:pt x="0" y="39034"/>
                </a:cubicBezTo>
                <a:lnTo>
                  <a:pt x="0" y="536537"/>
                </a:lnTo>
                <a:cubicBezTo>
                  <a:pt x="0" y="557205"/>
                  <a:pt x="22689" y="569625"/>
                  <a:pt x="39812" y="558329"/>
                </a:cubicBezTo>
                <a:lnTo>
                  <a:pt x="196789" y="454770"/>
                </a:lnTo>
                <a:lnTo>
                  <a:pt x="353766" y="558329"/>
                </a:lnTo>
                <a:cubicBezTo>
                  <a:pt x="370889" y="569625"/>
                  <a:pt x="393578" y="557205"/>
                  <a:pt x="393578" y="536537"/>
                </a:cubicBezTo>
                <a:lnTo>
                  <a:pt x="393578" y="39034"/>
                </a:lnTo>
                <a:cubicBezTo>
                  <a:pt x="393578" y="17476"/>
                  <a:pt x="376290" y="0"/>
                  <a:pt x="354964" y="0"/>
                </a:cubicBezTo>
                <a:lnTo>
                  <a:pt x="38614" y="0"/>
                </a:lnTo>
                <a:close/>
              </a:path>
            </a:pathLst>
          </a:custGeom>
          <a:solidFill>
            <a:srgbClr val="FC1C4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107"/>
          <p:cNvSpPr/>
          <p:nvPr/>
        </p:nvSpPr>
        <p:spPr>
          <a:xfrm>
            <a:off x="8813776" y="4479909"/>
            <a:ext cx="106586" cy="107744"/>
          </a:xfrm>
          <a:custGeom>
            <a:rect b="b" l="l" r="r" t="t"/>
            <a:pathLst>
              <a:path extrusionOk="0" h="107744" w="106586">
                <a:moveTo>
                  <a:pt x="0" y="13011"/>
                </a:moveTo>
                <a:cubicBezTo>
                  <a:pt x="0" y="5825"/>
                  <a:pt x="5763" y="0"/>
                  <a:pt x="12871" y="0"/>
                </a:cubicBezTo>
                <a:lnTo>
                  <a:pt x="93715" y="0"/>
                </a:lnTo>
                <a:cubicBezTo>
                  <a:pt x="100824" y="0"/>
                  <a:pt x="106586" y="5825"/>
                  <a:pt x="106586" y="13011"/>
                </a:cubicBezTo>
                <a:cubicBezTo>
                  <a:pt x="106586" y="20198"/>
                  <a:pt x="100824" y="26023"/>
                  <a:pt x="93715" y="26023"/>
                </a:cubicBezTo>
                <a:lnTo>
                  <a:pt x="25743" y="26023"/>
                </a:lnTo>
                <a:lnTo>
                  <a:pt x="25743" y="94733"/>
                </a:lnTo>
                <a:cubicBezTo>
                  <a:pt x="25743" y="101920"/>
                  <a:pt x="19980" y="107745"/>
                  <a:pt x="12871" y="107745"/>
                </a:cubicBezTo>
                <a:cubicBezTo>
                  <a:pt x="5763" y="107745"/>
                  <a:pt x="0" y="101920"/>
                  <a:pt x="0" y="94733"/>
                </a:cubicBezTo>
                <a:lnTo>
                  <a:pt x="0" y="1301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107"/>
          <p:cNvSpPr/>
          <p:nvPr/>
        </p:nvSpPr>
        <p:spPr>
          <a:xfrm>
            <a:off x="9787387" y="4484849"/>
            <a:ext cx="594381" cy="412089"/>
          </a:xfrm>
          <a:custGeom>
            <a:rect b="b" l="l" r="r" t="t"/>
            <a:pathLst>
              <a:path extrusionOk="0" h="412089" w="594381">
                <a:moveTo>
                  <a:pt x="0" y="32529"/>
                </a:moveTo>
                <a:cubicBezTo>
                  <a:pt x="0" y="14564"/>
                  <a:pt x="14563" y="0"/>
                  <a:pt x="32529" y="0"/>
                </a:cubicBezTo>
                <a:lnTo>
                  <a:pt x="561853" y="0"/>
                </a:lnTo>
                <a:cubicBezTo>
                  <a:pt x="579818" y="0"/>
                  <a:pt x="594381" y="14564"/>
                  <a:pt x="594381" y="32529"/>
                </a:cubicBezTo>
                <a:lnTo>
                  <a:pt x="594381" y="379561"/>
                </a:lnTo>
                <a:cubicBezTo>
                  <a:pt x="594381" y="397527"/>
                  <a:pt x="579818" y="412090"/>
                  <a:pt x="561853" y="412090"/>
                </a:cubicBezTo>
                <a:lnTo>
                  <a:pt x="32529" y="412090"/>
                </a:lnTo>
                <a:cubicBezTo>
                  <a:pt x="14563" y="412090"/>
                  <a:pt x="0" y="397527"/>
                  <a:pt x="0" y="379561"/>
                </a:cubicBezTo>
                <a:lnTo>
                  <a:pt x="0" y="32529"/>
                </a:lnTo>
                <a:close/>
              </a:path>
            </a:pathLst>
          </a:custGeom>
          <a:solidFill>
            <a:srgbClr val="FC1C4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107"/>
          <p:cNvSpPr/>
          <p:nvPr/>
        </p:nvSpPr>
        <p:spPr>
          <a:xfrm>
            <a:off x="9787387" y="4484849"/>
            <a:ext cx="594381" cy="412089"/>
          </a:xfrm>
          <a:custGeom>
            <a:rect b="b" l="l" r="r" t="t"/>
            <a:pathLst>
              <a:path extrusionOk="0" h="412089" w="594381">
                <a:moveTo>
                  <a:pt x="561853" y="26023"/>
                </a:moveTo>
                <a:lnTo>
                  <a:pt x="32529" y="26023"/>
                </a:lnTo>
                <a:cubicBezTo>
                  <a:pt x="28936" y="26023"/>
                  <a:pt x="26023" y="28935"/>
                  <a:pt x="26023" y="32529"/>
                </a:cubicBezTo>
                <a:lnTo>
                  <a:pt x="26023" y="379561"/>
                </a:lnTo>
                <a:cubicBezTo>
                  <a:pt x="26023" y="383155"/>
                  <a:pt x="28936" y="386067"/>
                  <a:pt x="32529" y="386067"/>
                </a:cubicBezTo>
                <a:lnTo>
                  <a:pt x="561853" y="386067"/>
                </a:lnTo>
                <a:cubicBezTo>
                  <a:pt x="565446" y="386067"/>
                  <a:pt x="568358" y="383155"/>
                  <a:pt x="568358" y="379561"/>
                </a:cubicBezTo>
                <a:lnTo>
                  <a:pt x="568358" y="32529"/>
                </a:lnTo>
                <a:cubicBezTo>
                  <a:pt x="568358" y="28935"/>
                  <a:pt x="565446" y="26023"/>
                  <a:pt x="561853" y="26023"/>
                </a:cubicBezTo>
                <a:close/>
                <a:moveTo>
                  <a:pt x="32529" y="0"/>
                </a:moveTo>
                <a:cubicBezTo>
                  <a:pt x="14563" y="0"/>
                  <a:pt x="0" y="14564"/>
                  <a:pt x="0" y="32529"/>
                </a:cubicBezTo>
                <a:lnTo>
                  <a:pt x="0" y="379561"/>
                </a:lnTo>
                <a:cubicBezTo>
                  <a:pt x="0" y="397527"/>
                  <a:pt x="14563" y="412090"/>
                  <a:pt x="32529" y="412090"/>
                </a:cubicBezTo>
                <a:lnTo>
                  <a:pt x="561853" y="412090"/>
                </a:lnTo>
                <a:cubicBezTo>
                  <a:pt x="579818" y="412090"/>
                  <a:pt x="594381" y="397527"/>
                  <a:pt x="594381" y="379561"/>
                </a:cubicBezTo>
                <a:lnTo>
                  <a:pt x="594381" y="32529"/>
                </a:lnTo>
                <a:cubicBezTo>
                  <a:pt x="594381" y="14564"/>
                  <a:pt x="579818" y="0"/>
                  <a:pt x="561853" y="0"/>
                </a:cubicBezTo>
                <a:lnTo>
                  <a:pt x="32529" y="0"/>
                </a:lnTo>
                <a:close/>
              </a:path>
            </a:pathLst>
          </a:custGeom>
          <a:solidFill>
            <a:srgbClr val="FC1C4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107"/>
          <p:cNvSpPr/>
          <p:nvPr/>
        </p:nvSpPr>
        <p:spPr>
          <a:xfrm>
            <a:off x="9872438" y="4548526"/>
            <a:ext cx="109901" cy="109901"/>
          </a:xfrm>
          <a:custGeom>
            <a:rect b="b" l="l" r="r" t="t"/>
            <a:pathLst>
              <a:path extrusionOk="0" h="109901" w="109901">
                <a:moveTo>
                  <a:pt x="54950" y="0"/>
                </a:moveTo>
                <a:cubicBezTo>
                  <a:pt x="24602" y="0"/>
                  <a:pt x="0" y="24603"/>
                  <a:pt x="0" y="54951"/>
                </a:cubicBezTo>
                <a:cubicBezTo>
                  <a:pt x="0" y="85300"/>
                  <a:pt x="24602" y="109902"/>
                  <a:pt x="54950" y="109902"/>
                </a:cubicBezTo>
                <a:cubicBezTo>
                  <a:pt x="85299" y="109902"/>
                  <a:pt x="109902" y="85300"/>
                  <a:pt x="109902" y="54951"/>
                </a:cubicBezTo>
                <a:cubicBezTo>
                  <a:pt x="109902" y="24603"/>
                  <a:pt x="85299" y="0"/>
                  <a:pt x="5495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107"/>
          <p:cNvSpPr/>
          <p:nvPr/>
        </p:nvSpPr>
        <p:spPr>
          <a:xfrm>
            <a:off x="9831882" y="4557094"/>
            <a:ext cx="505385" cy="299758"/>
          </a:xfrm>
          <a:custGeom>
            <a:rect b="b" l="l" r="r" t="t"/>
            <a:pathLst>
              <a:path extrusionOk="0" h="299758" w="505385">
                <a:moveTo>
                  <a:pt x="399990" y="7042"/>
                </a:moveTo>
                <a:cubicBezTo>
                  <a:pt x="389654" y="-2653"/>
                  <a:pt x="373460" y="-2294"/>
                  <a:pt x="363563" y="7850"/>
                </a:cubicBezTo>
                <a:lnTo>
                  <a:pt x="302895" y="70027"/>
                </a:lnTo>
                <a:cubicBezTo>
                  <a:pt x="302683" y="70219"/>
                  <a:pt x="302477" y="70418"/>
                  <a:pt x="302276" y="70626"/>
                </a:cubicBezTo>
                <a:lnTo>
                  <a:pt x="298129" y="74910"/>
                </a:lnTo>
                <a:lnTo>
                  <a:pt x="239182" y="135324"/>
                </a:lnTo>
                <a:lnTo>
                  <a:pt x="209507" y="104911"/>
                </a:lnTo>
                <a:cubicBezTo>
                  <a:pt x="199295" y="94445"/>
                  <a:pt x="182468" y="94445"/>
                  <a:pt x="172255" y="104911"/>
                </a:cubicBezTo>
                <a:lnTo>
                  <a:pt x="3699" y="277660"/>
                </a:lnTo>
                <a:cubicBezTo>
                  <a:pt x="-1320" y="282803"/>
                  <a:pt x="-1219" y="291041"/>
                  <a:pt x="3925" y="296059"/>
                </a:cubicBezTo>
                <a:cubicBezTo>
                  <a:pt x="9068" y="301078"/>
                  <a:pt x="17306" y="300977"/>
                  <a:pt x="22324" y="295834"/>
                </a:cubicBezTo>
                <a:lnTo>
                  <a:pt x="190881" y="123084"/>
                </a:lnTo>
                <a:lnTo>
                  <a:pt x="220556" y="153497"/>
                </a:lnTo>
                <a:cubicBezTo>
                  <a:pt x="220812" y="153760"/>
                  <a:pt x="221072" y="154015"/>
                  <a:pt x="221336" y="154264"/>
                </a:cubicBezTo>
                <a:lnTo>
                  <a:pt x="179729" y="197257"/>
                </a:lnTo>
                <a:cubicBezTo>
                  <a:pt x="174731" y="202422"/>
                  <a:pt x="174866" y="210658"/>
                  <a:pt x="180030" y="215656"/>
                </a:cubicBezTo>
                <a:cubicBezTo>
                  <a:pt x="185194" y="220653"/>
                  <a:pt x="193431" y="220518"/>
                  <a:pt x="198429" y="215354"/>
                </a:cubicBezTo>
                <a:lnTo>
                  <a:pt x="316794" y="93044"/>
                </a:lnTo>
                <a:lnTo>
                  <a:pt x="382189" y="26023"/>
                </a:lnTo>
                <a:lnTo>
                  <a:pt x="483474" y="121015"/>
                </a:lnTo>
                <a:cubicBezTo>
                  <a:pt x="488715" y="125931"/>
                  <a:pt x="496949" y="125667"/>
                  <a:pt x="501865" y="120426"/>
                </a:cubicBezTo>
                <a:cubicBezTo>
                  <a:pt x="506781" y="115184"/>
                  <a:pt x="506517" y="106950"/>
                  <a:pt x="501275" y="102034"/>
                </a:cubicBezTo>
                <a:lnTo>
                  <a:pt x="399990" y="7042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107"/>
          <p:cNvSpPr/>
          <p:nvPr/>
        </p:nvSpPr>
        <p:spPr>
          <a:xfrm>
            <a:off x="11066650" y="4861790"/>
            <a:ext cx="72332" cy="71977"/>
          </a:xfrm>
          <a:custGeom>
            <a:rect b="b" l="l" r="r" t="t"/>
            <a:pathLst>
              <a:path extrusionOk="0" h="71977" w="72332">
                <a:moveTo>
                  <a:pt x="72332" y="35989"/>
                </a:moveTo>
                <a:cubicBezTo>
                  <a:pt x="72332" y="55865"/>
                  <a:pt x="56140" y="71978"/>
                  <a:pt x="36166" y="71978"/>
                </a:cubicBezTo>
                <a:cubicBezTo>
                  <a:pt x="16192" y="71978"/>
                  <a:pt x="0" y="55865"/>
                  <a:pt x="0" y="35989"/>
                </a:cubicBezTo>
                <a:cubicBezTo>
                  <a:pt x="0" y="16113"/>
                  <a:pt x="16192" y="0"/>
                  <a:pt x="36166" y="0"/>
                </a:cubicBezTo>
                <a:cubicBezTo>
                  <a:pt x="56140" y="0"/>
                  <a:pt x="72332" y="16113"/>
                  <a:pt x="72332" y="35989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107"/>
          <p:cNvSpPr/>
          <p:nvPr/>
        </p:nvSpPr>
        <p:spPr>
          <a:xfrm>
            <a:off x="11053686" y="4848890"/>
            <a:ext cx="98259" cy="97778"/>
          </a:xfrm>
          <a:custGeom>
            <a:rect b="b" l="l" r="r" t="t"/>
            <a:pathLst>
              <a:path extrusionOk="0" h="97778" w="98259">
                <a:moveTo>
                  <a:pt x="49130" y="25800"/>
                </a:moveTo>
                <a:cubicBezTo>
                  <a:pt x="36316" y="25800"/>
                  <a:pt x="25927" y="36138"/>
                  <a:pt x="25927" y="48889"/>
                </a:cubicBezTo>
                <a:cubicBezTo>
                  <a:pt x="25927" y="61641"/>
                  <a:pt x="36316" y="71978"/>
                  <a:pt x="49130" y="71978"/>
                </a:cubicBezTo>
                <a:cubicBezTo>
                  <a:pt x="61945" y="71978"/>
                  <a:pt x="72332" y="61641"/>
                  <a:pt x="72332" y="48889"/>
                </a:cubicBezTo>
                <a:cubicBezTo>
                  <a:pt x="72332" y="36138"/>
                  <a:pt x="61945" y="25800"/>
                  <a:pt x="49130" y="25800"/>
                </a:cubicBezTo>
                <a:close/>
                <a:moveTo>
                  <a:pt x="0" y="48889"/>
                </a:moveTo>
                <a:cubicBezTo>
                  <a:pt x="0" y="21888"/>
                  <a:pt x="21996" y="0"/>
                  <a:pt x="49130" y="0"/>
                </a:cubicBezTo>
                <a:cubicBezTo>
                  <a:pt x="76264" y="0"/>
                  <a:pt x="98260" y="21888"/>
                  <a:pt x="98260" y="48889"/>
                </a:cubicBezTo>
                <a:cubicBezTo>
                  <a:pt x="98260" y="75890"/>
                  <a:pt x="76264" y="97778"/>
                  <a:pt x="49130" y="97778"/>
                </a:cubicBezTo>
                <a:cubicBezTo>
                  <a:pt x="21996" y="97778"/>
                  <a:pt x="0" y="75890"/>
                  <a:pt x="0" y="48889"/>
                </a:cubicBezTo>
                <a:close/>
              </a:path>
            </a:pathLst>
          </a:custGeom>
          <a:solidFill>
            <a:srgbClr val="FC1C4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107"/>
          <p:cNvSpPr/>
          <p:nvPr/>
        </p:nvSpPr>
        <p:spPr>
          <a:xfrm>
            <a:off x="11297836" y="4861790"/>
            <a:ext cx="72332" cy="71977"/>
          </a:xfrm>
          <a:custGeom>
            <a:rect b="b" l="l" r="r" t="t"/>
            <a:pathLst>
              <a:path extrusionOk="0" h="71977" w="72332">
                <a:moveTo>
                  <a:pt x="72332" y="35989"/>
                </a:moveTo>
                <a:cubicBezTo>
                  <a:pt x="72332" y="55865"/>
                  <a:pt x="56140" y="71978"/>
                  <a:pt x="36166" y="71978"/>
                </a:cubicBezTo>
                <a:cubicBezTo>
                  <a:pt x="16192" y="71978"/>
                  <a:pt x="0" y="55865"/>
                  <a:pt x="0" y="35989"/>
                </a:cubicBezTo>
                <a:cubicBezTo>
                  <a:pt x="0" y="16113"/>
                  <a:pt x="16192" y="0"/>
                  <a:pt x="36166" y="0"/>
                </a:cubicBezTo>
                <a:cubicBezTo>
                  <a:pt x="56140" y="0"/>
                  <a:pt x="72332" y="16113"/>
                  <a:pt x="72332" y="35989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107"/>
          <p:cNvSpPr/>
          <p:nvPr/>
        </p:nvSpPr>
        <p:spPr>
          <a:xfrm>
            <a:off x="11284872" y="4848890"/>
            <a:ext cx="98259" cy="97778"/>
          </a:xfrm>
          <a:custGeom>
            <a:rect b="b" l="l" r="r" t="t"/>
            <a:pathLst>
              <a:path extrusionOk="0" h="97778" w="98259">
                <a:moveTo>
                  <a:pt x="49130" y="25800"/>
                </a:moveTo>
                <a:cubicBezTo>
                  <a:pt x="36316" y="25800"/>
                  <a:pt x="25927" y="36138"/>
                  <a:pt x="25927" y="48889"/>
                </a:cubicBezTo>
                <a:cubicBezTo>
                  <a:pt x="25927" y="61641"/>
                  <a:pt x="36316" y="71978"/>
                  <a:pt x="49130" y="71978"/>
                </a:cubicBezTo>
                <a:cubicBezTo>
                  <a:pt x="61945" y="71978"/>
                  <a:pt x="72332" y="61641"/>
                  <a:pt x="72332" y="48889"/>
                </a:cubicBezTo>
                <a:cubicBezTo>
                  <a:pt x="72332" y="36138"/>
                  <a:pt x="61945" y="25800"/>
                  <a:pt x="49130" y="25800"/>
                </a:cubicBezTo>
                <a:close/>
                <a:moveTo>
                  <a:pt x="0" y="48889"/>
                </a:moveTo>
                <a:cubicBezTo>
                  <a:pt x="0" y="21888"/>
                  <a:pt x="21996" y="0"/>
                  <a:pt x="49130" y="0"/>
                </a:cubicBezTo>
                <a:cubicBezTo>
                  <a:pt x="76264" y="0"/>
                  <a:pt x="98260" y="21888"/>
                  <a:pt x="98260" y="48889"/>
                </a:cubicBezTo>
                <a:cubicBezTo>
                  <a:pt x="98260" y="75890"/>
                  <a:pt x="76264" y="97778"/>
                  <a:pt x="49130" y="97778"/>
                </a:cubicBezTo>
                <a:cubicBezTo>
                  <a:pt x="21996" y="97778"/>
                  <a:pt x="0" y="75890"/>
                  <a:pt x="0" y="48889"/>
                </a:cubicBezTo>
                <a:close/>
              </a:path>
            </a:pathLst>
          </a:custGeom>
          <a:solidFill>
            <a:srgbClr val="FC1C4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107"/>
          <p:cNvSpPr/>
          <p:nvPr/>
        </p:nvSpPr>
        <p:spPr>
          <a:xfrm>
            <a:off x="10971033" y="4449388"/>
            <a:ext cx="587033" cy="363228"/>
          </a:xfrm>
          <a:custGeom>
            <a:rect b="b" l="l" r="r" t="t"/>
            <a:pathLst>
              <a:path extrusionOk="0" h="363228" w="587033">
                <a:moveTo>
                  <a:pt x="505164" y="0"/>
                </a:moveTo>
                <a:cubicBezTo>
                  <a:pt x="499322" y="0"/>
                  <a:pt x="494202" y="3888"/>
                  <a:pt x="492660" y="9494"/>
                </a:cubicBezTo>
                <a:lnTo>
                  <a:pt x="474986" y="73747"/>
                </a:lnTo>
                <a:lnTo>
                  <a:pt x="32428" y="73747"/>
                </a:lnTo>
                <a:cubicBezTo>
                  <a:pt x="11045" y="73747"/>
                  <a:pt x="-4477" y="93990"/>
                  <a:pt x="1168" y="114513"/>
                </a:cubicBezTo>
                <a:lnTo>
                  <a:pt x="63055" y="339492"/>
                </a:lnTo>
                <a:cubicBezTo>
                  <a:pt x="66910" y="353509"/>
                  <a:pt x="79710" y="363228"/>
                  <a:pt x="94314" y="363228"/>
                </a:cubicBezTo>
                <a:lnTo>
                  <a:pt x="397520" y="363228"/>
                </a:lnTo>
                <a:cubicBezTo>
                  <a:pt x="412124" y="363228"/>
                  <a:pt x="424924" y="353509"/>
                  <a:pt x="428779" y="339492"/>
                </a:cubicBezTo>
                <a:lnTo>
                  <a:pt x="501879" y="73747"/>
                </a:lnTo>
                <a:lnTo>
                  <a:pt x="501867" y="73747"/>
                </a:lnTo>
                <a:lnTo>
                  <a:pt x="515056" y="25800"/>
                </a:lnTo>
                <a:lnTo>
                  <a:pt x="574070" y="25800"/>
                </a:lnTo>
                <a:cubicBezTo>
                  <a:pt x="581229" y="25800"/>
                  <a:pt x="587034" y="20025"/>
                  <a:pt x="587034" y="12900"/>
                </a:cubicBezTo>
                <a:cubicBezTo>
                  <a:pt x="587034" y="5776"/>
                  <a:pt x="581229" y="0"/>
                  <a:pt x="574070" y="0"/>
                </a:cubicBezTo>
                <a:lnTo>
                  <a:pt x="505164" y="0"/>
                </a:lnTo>
                <a:close/>
              </a:path>
            </a:pathLst>
          </a:custGeom>
          <a:solidFill>
            <a:srgbClr val="FC1C4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107"/>
          <p:cNvSpPr/>
          <p:nvPr/>
        </p:nvSpPr>
        <p:spPr>
          <a:xfrm>
            <a:off x="6301371" y="1741485"/>
            <a:ext cx="747848" cy="371813"/>
          </a:xfrm>
          <a:custGeom>
            <a:rect b="b" l="l" r="r" t="t"/>
            <a:pathLst>
              <a:path extrusionOk="0" h="371813" w="747848">
                <a:moveTo>
                  <a:pt x="555354" y="371813"/>
                </a:moveTo>
                <a:cubicBezTo>
                  <a:pt x="665076" y="371813"/>
                  <a:pt x="747848" y="297643"/>
                  <a:pt x="747848" y="186870"/>
                </a:cubicBezTo>
                <a:cubicBezTo>
                  <a:pt x="747848" y="79950"/>
                  <a:pt x="674705" y="0"/>
                  <a:pt x="567867" y="0"/>
                </a:cubicBezTo>
                <a:cubicBezTo>
                  <a:pt x="477393" y="0"/>
                  <a:pt x="426381" y="51052"/>
                  <a:pt x="374407" y="103067"/>
                </a:cubicBezTo>
                <a:cubicBezTo>
                  <a:pt x="324357" y="51052"/>
                  <a:pt x="266609" y="0"/>
                  <a:pt x="187685" y="0"/>
                </a:cubicBezTo>
                <a:cubicBezTo>
                  <a:pt x="74111" y="0"/>
                  <a:pt x="0" y="87655"/>
                  <a:pt x="0" y="186870"/>
                </a:cubicBezTo>
                <a:cubicBezTo>
                  <a:pt x="0" y="292827"/>
                  <a:pt x="71224" y="371813"/>
                  <a:pt x="179985" y="371813"/>
                </a:cubicBezTo>
                <a:cubicBezTo>
                  <a:pt x="270458" y="371813"/>
                  <a:pt x="321470" y="322687"/>
                  <a:pt x="374407" y="270672"/>
                </a:cubicBezTo>
                <a:cubicBezTo>
                  <a:pt x="421569" y="325577"/>
                  <a:pt x="482205" y="371813"/>
                  <a:pt x="555354" y="371813"/>
                </a:cubicBezTo>
                <a:close/>
                <a:moveTo>
                  <a:pt x="454307" y="184929"/>
                </a:moveTo>
                <a:cubicBezTo>
                  <a:pt x="490881" y="224422"/>
                  <a:pt x="527456" y="252356"/>
                  <a:pt x="559218" y="252356"/>
                </a:cubicBezTo>
                <a:cubicBezTo>
                  <a:pt x="599642" y="252356"/>
                  <a:pt x="618892" y="227312"/>
                  <a:pt x="618892" y="186856"/>
                </a:cubicBezTo>
                <a:cubicBezTo>
                  <a:pt x="618892" y="149289"/>
                  <a:pt x="594830" y="119428"/>
                  <a:pt x="561143" y="119428"/>
                </a:cubicBezTo>
                <a:cubicBezTo>
                  <a:pt x="521681" y="119428"/>
                  <a:pt x="472594" y="164701"/>
                  <a:pt x="454307" y="184929"/>
                </a:cubicBezTo>
                <a:close/>
                <a:moveTo>
                  <a:pt x="180527" y="252356"/>
                </a:moveTo>
                <a:cubicBezTo>
                  <a:pt x="212289" y="252356"/>
                  <a:pt x="248863" y="224422"/>
                  <a:pt x="285438" y="184929"/>
                </a:cubicBezTo>
                <a:cubicBezTo>
                  <a:pt x="267150" y="164701"/>
                  <a:pt x="218064" y="119428"/>
                  <a:pt x="178602" y="119428"/>
                </a:cubicBezTo>
                <a:cubicBezTo>
                  <a:pt x="144914" y="119428"/>
                  <a:pt x="120852" y="149289"/>
                  <a:pt x="120852" y="186856"/>
                </a:cubicBezTo>
                <a:cubicBezTo>
                  <a:pt x="120852" y="227312"/>
                  <a:pt x="140102" y="252356"/>
                  <a:pt x="180527" y="252356"/>
                </a:cubicBezTo>
                <a:close/>
              </a:path>
            </a:pathLst>
          </a:custGeom>
          <a:solidFill>
            <a:srgbClr val="FC1C4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107"/>
          <p:cNvSpPr/>
          <p:nvPr/>
        </p:nvSpPr>
        <p:spPr>
          <a:xfrm>
            <a:off x="8791898" y="3028444"/>
            <a:ext cx="322981" cy="561601"/>
          </a:xfrm>
          <a:custGeom>
            <a:rect b="b" l="l" r="r" t="t"/>
            <a:pathLst>
              <a:path extrusionOk="0" h="561601" w="322981">
                <a:moveTo>
                  <a:pt x="22759" y="49768"/>
                </a:moveTo>
                <a:cubicBezTo>
                  <a:pt x="9103" y="28194"/>
                  <a:pt x="24560" y="0"/>
                  <a:pt x="50043" y="0"/>
                </a:cubicBezTo>
                <a:lnTo>
                  <a:pt x="272883" y="0"/>
                </a:lnTo>
                <a:cubicBezTo>
                  <a:pt x="298366" y="0"/>
                  <a:pt x="313824" y="28195"/>
                  <a:pt x="300167" y="49768"/>
                </a:cubicBezTo>
                <a:lnTo>
                  <a:pt x="252811" y="124584"/>
                </a:lnTo>
                <a:cubicBezTo>
                  <a:pt x="251794" y="126192"/>
                  <a:pt x="251533" y="128168"/>
                  <a:pt x="252097" y="129985"/>
                </a:cubicBezTo>
                <a:lnTo>
                  <a:pt x="321496" y="353291"/>
                </a:lnTo>
                <a:cubicBezTo>
                  <a:pt x="327979" y="374151"/>
                  <a:pt x="312435" y="395335"/>
                  <a:pt x="290644" y="395335"/>
                </a:cubicBezTo>
                <a:lnTo>
                  <a:pt x="32338" y="395335"/>
                </a:lnTo>
                <a:cubicBezTo>
                  <a:pt x="10548" y="395335"/>
                  <a:pt x="-4997" y="374151"/>
                  <a:pt x="1486" y="353291"/>
                </a:cubicBezTo>
                <a:lnTo>
                  <a:pt x="70866" y="130044"/>
                </a:lnTo>
                <a:cubicBezTo>
                  <a:pt x="71431" y="128227"/>
                  <a:pt x="71171" y="126251"/>
                  <a:pt x="70153" y="124643"/>
                </a:cubicBezTo>
                <a:lnTo>
                  <a:pt x="22759" y="49768"/>
                </a:lnTo>
                <a:close/>
                <a:moveTo>
                  <a:pt x="174418" y="442972"/>
                </a:moveTo>
                <a:cubicBezTo>
                  <a:pt x="174418" y="435813"/>
                  <a:pt x="168630" y="430010"/>
                  <a:pt x="161492" y="430010"/>
                </a:cubicBezTo>
                <a:cubicBezTo>
                  <a:pt x="154353" y="430010"/>
                  <a:pt x="148565" y="435813"/>
                  <a:pt x="148565" y="442972"/>
                </a:cubicBezTo>
                <a:lnTo>
                  <a:pt x="148565" y="548640"/>
                </a:lnTo>
                <a:cubicBezTo>
                  <a:pt x="148565" y="555798"/>
                  <a:pt x="154353" y="561602"/>
                  <a:pt x="161492" y="561602"/>
                </a:cubicBezTo>
                <a:cubicBezTo>
                  <a:pt x="168630" y="561602"/>
                  <a:pt x="174418" y="555798"/>
                  <a:pt x="174418" y="548640"/>
                </a:cubicBezTo>
                <a:lnTo>
                  <a:pt x="174418" y="442972"/>
                </a:lnTo>
                <a:close/>
              </a:path>
            </a:pathLst>
          </a:custGeom>
          <a:solidFill>
            <a:srgbClr val="FC1C4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49" name="Google Shape;349;p10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66271" y="6386235"/>
            <a:ext cx="1205565" cy="3701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1_07_그래프1">
  <p:cSld name="01_07_그래프1"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10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52" name="Google Shape;352;p108"/>
          <p:cNvCxnSpPr/>
          <p:nvPr/>
        </p:nvCxnSpPr>
        <p:spPr>
          <a:xfrm>
            <a:off x="512633" y="508950"/>
            <a:ext cx="11166734" cy="0"/>
          </a:xfrm>
          <a:prstGeom prst="straightConnector1">
            <a:avLst/>
          </a:prstGeom>
          <a:noFill/>
          <a:ln cap="flat" cmpd="sng" w="9525">
            <a:solidFill>
              <a:srgbClr val="B3B3B3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53" name="Google Shape;353;p108"/>
          <p:cNvCxnSpPr/>
          <p:nvPr/>
        </p:nvCxnSpPr>
        <p:spPr>
          <a:xfrm>
            <a:off x="512633" y="6344080"/>
            <a:ext cx="11166734" cy="0"/>
          </a:xfrm>
          <a:prstGeom prst="straightConnector1">
            <a:avLst/>
          </a:prstGeom>
          <a:noFill/>
          <a:ln cap="flat" cmpd="sng" w="9525">
            <a:solidFill>
              <a:srgbClr val="B3B3B3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54" name="Google Shape;354;p108"/>
          <p:cNvCxnSpPr/>
          <p:nvPr/>
        </p:nvCxnSpPr>
        <p:spPr>
          <a:xfrm>
            <a:off x="504818" y="1511559"/>
            <a:ext cx="5457443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dash"/>
            <a:miter lim="800000"/>
            <a:headEnd len="sm" w="sm" type="none"/>
            <a:tailEnd len="sm" w="sm" type="none"/>
          </a:ln>
        </p:spPr>
      </p:cxnSp>
      <p:sp>
        <p:nvSpPr>
          <p:cNvPr id="355" name="Google Shape;355;p108"/>
          <p:cNvSpPr txBox="1"/>
          <p:nvPr>
            <p:ph idx="1" type="body"/>
          </p:nvPr>
        </p:nvSpPr>
        <p:spPr>
          <a:xfrm>
            <a:off x="417525" y="182918"/>
            <a:ext cx="5335912" cy="2605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56" name="Google Shape;356;p108"/>
          <p:cNvSpPr txBox="1"/>
          <p:nvPr>
            <p:ph idx="2" type="body"/>
          </p:nvPr>
        </p:nvSpPr>
        <p:spPr>
          <a:xfrm>
            <a:off x="417525" y="1143971"/>
            <a:ext cx="5335912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B5B5B5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B5B5B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cxnSp>
        <p:nvCxnSpPr>
          <p:cNvPr id="357" name="Google Shape;357;p108"/>
          <p:cNvCxnSpPr/>
          <p:nvPr/>
        </p:nvCxnSpPr>
        <p:spPr>
          <a:xfrm>
            <a:off x="6224483" y="1511559"/>
            <a:ext cx="5457443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dash"/>
            <a:miter lim="800000"/>
            <a:headEnd len="sm" w="sm" type="none"/>
            <a:tailEnd len="sm" w="sm" type="none"/>
          </a:ln>
        </p:spPr>
      </p:cxnSp>
      <p:sp>
        <p:nvSpPr>
          <p:cNvPr id="358" name="Google Shape;358;p108"/>
          <p:cNvSpPr txBox="1"/>
          <p:nvPr>
            <p:ph idx="3" type="body"/>
          </p:nvPr>
        </p:nvSpPr>
        <p:spPr>
          <a:xfrm>
            <a:off x="6137190" y="1143971"/>
            <a:ext cx="5335912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B5B5B5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B5B5B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59" name="Google Shape;359;p108"/>
          <p:cNvSpPr/>
          <p:nvPr>
            <p:ph idx="4" type="chart"/>
          </p:nvPr>
        </p:nvSpPr>
        <p:spPr>
          <a:xfrm>
            <a:off x="512633" y="1700128"/>
            <a:ext cx="5240804" cy="42840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60" name="Google Shape;360;p108"/>
          <p:cNvSpPr/>
          <p:nvPr>
            <p:ph idx="5" type="chart"/>
          </p:nvPr>
        </p:nvSpPr>
        <p:spPr>
          <a:xfrm>
            <a:off x="6232298" y="1700128"/>
            <a:ext cx="5240804" cy="42840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id="361" name="Google Shape;361;p10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66271" y="6386235"/>
            <a:ext cx="1205565" cy="3701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07_그래프1">
  <p:cSld name="2_07_그래프1"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10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64" name="Google Shape;364;p109"/>
          <p:cNvCxnSpPr/>
          <p:nvPr/>
        </p:nvCxnSpPr>
        <p:spPr>
          <a:xfrm>
            <a:off x="512633" y="508950"/>
            <a:ext cx="11166734" cy="0"/>
          </a:xfrm>
          <a:prstGeom prst="straightConnector1">
            <a:avLst/>
          </a:prstGeom>
          <a:noFill/>
          <a:ln cap="flat" cmpd="sng" w="9525">
            <a:solidFill>
              <a:srgbClr val="B3B3B3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65" name="Google Shape;365;p109"/>
          <p:cNvCxnSpPr/>
          <p:nvPr/>
        </p:nvCxnSpPr>
        <p:spPr>
          <a:xfrm>
            <a:off x="512633" y="6344080"/>
            <a:ext cx="11166734" cy="0"/>
          </a:xfrm>
          <a:prstGeom prst="straightConnector1">
            <a:avLst/>
          </a:prstGeom>
          <a:noFill/>
          <a:ln cap="flat" cmpd="sng" w="9525">
            <a:solidFill>
              <a:srgbClr val="B3B3B3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66" name="Google Shape;366;p109"/>
          <p:cNvCxnSpPr/>
          <p:nvPr/>
        </p:nvCxnSpPr>
        <p:spPr>
          <a:xfrm>
            <a:off x="504818" y="1511559"/>
            <a:ext cx="5457443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dash"/>
            <a:miter lim="800000"/>
            <a:headEnd len="sm" w="sm" type="none"/>
            <a:tailEnd len="sm" w="sm" type="none"/>
          </a:ln>
        </p:spPr>
      </p:cxnSp>
      <p:sp>
        <p:nvSpPr>
          <p:cNvPr id="367" name="Google Shape;367;p109"/>
          <p:cNvSpPr txBox="1"/>
          <p:nvPr>
            <p:ph idx="1" type="body"/>
          </p:nvPr>
        </p:nvSpPr>
        <p:spPr>
          <a:xfrm>
            <a:off x="417525" y="182918"/>
            <a:ext cx="5335912" cy="2605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68" name="Google Shape;368;p109"/>
          <p:cNvSpPr txBox="1"/>
          <p:nvPr>
            <p:ph idx="2" type="body"/>
          </p:nvPr>
        </p:nvSpPr>
        <p:spPr>
          <a:xfrm>
            <a:off x="417525" y="1143971"/>
            <a:ext cx="5335912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B5B5B5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B5B5B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cxnSp>
        <p:nvCxnSpPr>
          <p:cNvPr id="369" name="Google Shape;369;p109"/>
          <p:cNvCxnSpPr/>
          <p:nvPr/>
        </p:nvCxnSpPr>
        <p:spPr>
          <a:xfrm>
            <a:off x="6224483" y="1511559"/>
            <a:ext cx="5457443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dash"/>
            <a:miter lim="800000"/>
            <a:headEnd len="sm" w="sm" type="none"/>
            <a:tailEnd len="sm" w="sm" type="none"/>
          </a:ln>
        </p:spPr>
      </p:cxnSp>
      <p:sp>
        <p:nvSpPr>
          <p:cNvPr id="370" name="Google Shape;370;p109"/>
          <p:cNvSpPr txBox="1"/>
          <p:nvPr>
            <p:ph idx="3" type="body"/>
          </p:nvPr>
        </p:nvSpPr>
        <p:spPr>
          <a:xfrm>
            <a:off x="6137190" y="1143971"/>
            <a:ext cx="5335912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B5B5B5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B5B5B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71" name="Google Shape;371;p109"/>
          <p:cNvSpPr/>
          <p:nvPr>
            <p:ph idx="4" type="chart"/>
          </p:nvPr>
        </p:nvSpPr>
        <p:spPr>
          <a:xfrm>
            <a:off x="512633" y="1700128"/>
            <a:ext cx="5240804" cy="42840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72" name="Google Shape;372;p109"/>
          <p:cNvSpPr/>
          <p:nvPr>
            <p:ph idx="5" type="chart"/>
          </p:nvPr>
        </p:nvSpPr>
        <p:spPr>
          <a:xfrm>
            <a:off x="6232298" y="1700128"/>
            <a:ext cx="5240804" cy="42840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id="373" name="Google Shape;373;p10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66271" y="6386235"/>
            <a:ext cx="1205565" cy="3701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0_01_가이드 내지1">
  <p:cSld name="00_01_가이드 내지1"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75" name="Google Shape;375;p203"/>
          <p:cNvCxnSpPr/>
          <p:nvPr/>
        </p:nvCxnSpPr>
        <p:spPr>
          <a:xfrm>
            <a:off x="512633" y="508950"/>
            <a:ext cx="11166734" cy="0"/>
          </a:xfrm>
          <a:prstGeom prst="straightConnector1">
            <a:avLst/>
          </a:prstGeom>
          <a:noFill/>
          <a:ln cap="flat" cmpd="sng" w="9525">
            <a:solidFill>
              <a:srgbClr val="B3B3B3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76" name="Google Shape;376;p203"/>
          <p:cNvCxnSpPr/>
          <p:nvPr/>
        </p:nvCxnSpPr>
        <p:spPr>
          <a:xfrm>
            <a:off x="512633" y="6344080"/>
            <a:ext cx="11166734" cy="0"/>
          </a:xfrm>
          <a:prstGeom prst="straightConnector1">
            <a:avLst/>
          </a:prstGeom>
          <a:noFill/>
          <a:ln cap="flat" cmpd="sng" w="9525">
            <a:solidFill>
              <a:srgbClr val="B3B3B3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377" name="Google Shape;377;p20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66271" y="6386235"/>
            <a:ext cx="1205565" cy="3701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0_02_가이드 내지2">
  <p:cSld name="00_02_가이드 내지2"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20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80" name="Google Shape;380;p204"/>
          <p:cNvCxnSpPr/>
          <p:nvPr/>
        </p:nvCxnSpPr>
        <p:spPr>
          <a:xfrm>
            <a:off x="512633" y="508950"/>
            <a:ext cx="11166734" cy="0"/>
          </a:xfrm>
          <a:prstGeom prst="straightConnector1">
            <a:avLst/>
          </a:prstGeom>
          <a:noFill/>
          <a:ln cap="flat" cmpd="sng" w="9525">
            <a:solidFill>
              <a:srgbClr val="B3B3B3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81" name="Google Shape;381;p204"/>
          <p:cNvCxnSpPr/>
          <p:nvPr/>
        </p:nvCxnSpPr>
        <p:spPr>
          <a:xfrm>
            <a:off x="512633" y="6344080"/>
            <a:ext cx="11166734" cy="0"/>
          </a:xfrm>
          <a:prstGeom prst="straightConnector1">
            <a:avLst/>
          </a:prstGeom>
          <a:noFill/>
          <a:ln cap="flat" cmpd="sng" w="9525">
            <a:solidFill>
              <a:srgbClr val="B3B3B3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382" name="Google Shape;382;p20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66271" y="6386235"/>
            <a:ext cx="1205565" cy="3701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0_03_본문 내지">
  <p:cSld name="00_03_본문 내지"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20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85" name="Google Shape;385;p20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841126" y="3815180"/>
            <a:ext cx="3350873" cy="304281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86" name="Google Shape;386;p205"/>
          <p:cNvCxnSpPr/>
          <p:nvPr/>
        </p:nvCxnSpPr>
        <p:spPr>
          <a:xfrm>
            <a:off x="512633" y="508950"/>
            <a:ext cx="11166734" cy="0"/>
          </a:xfrm>
          <a:prstGeom prst="straightConnector1">
            <a:avLst/>
          </a:prstGeom>
          <a:noFill/>
          <a:ln cap="flat" cmpd="sng" w="9525">
            <a:solidFill>
              <a:srgbClr val="B3B3B3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87" name="Google Shape;387;p205"/>
          <p:cNvCxnSpPr/>
          <p:nvPr/>
        </p:nvCxnSpPr>
        <p:spPr>
          <a:xfrm>
            <a:off x="512633" y="6344080"/>
            <a:ext cx="11166734" cy="0"/>
          </a:xfrm>
          <a:prstGeom prst="straightConnector1">
            <a:avLst/>
          </a:prstGeom>
          <a:noFill/>
          <a:ln cap="flat" cmpd="sng" w="9525">
            <a:solidFill>
              <a:srgbClr val="B3B3B3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388" name="Google Shape;388;p20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6271" y="6386235"/>
            <a:ext cx="1205565" cy="3701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0_04_빈페이지">
  <p:cSld name="00_04_빈페이지"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2_01_인물1">
  <p:cSld name="02_01_인물1"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1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98" name="Google Shape;398;p1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841126" y="3815180"/>
            <a:ext cx="3350873" cy="304281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99" name="Google Shape;399;p111"/>
          <p:cNvCxnSpPr/>
          <p:nvPr/>
        </p:nvCxnSpPr>
        <p:spPr>
          <a:xfrm>
            <a:off x="512633" y="508950"/>
            <a:ext cx="11166734" cy="0"/>
          </a:xfrm>
          <a:prstGeom prst="straightConnector1">
            <a:avLst/>
          </a:prstGeom>
          <a:noFill/>
          <a:ln cap="flat" cmpd="sng" w="9525">
            <a:solidFill>
              <a:srgbClr val="B3B3B3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00" name="Google Shape;400;p111"/>
          <p:cNvCxnSpPr/>
          <p:nvPr/>
        </p:nvCxnSpPr>
        <p:spPr>
          <a:xfrm>
            <a:off x="512633" y="6344080"/>
            <a:ext cx="11166734" cy="0"/>
          </a:xfrm>
          <a:prstGeom prst="straightConnector1">
            <a:avLst/>
          </a:prstGeom>
          <a:noFill/>
          <a:ln cap="flat" cmpd="sng" w="9525">
            <a:solidFill>
              <a:srgbClr val="B3B3B3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01" name="Google Shape;401;p111"/>
          <p:cNvSpPr txBox="1"/>
          <p:nvPr>
            <p:ph idx="1" type="body"/>
          </p:nvPr>
        </p:nvSpPr>
        <p:spPr>
          <a:xfrm>
            <a:off x="417525" y="182918"/>
            <a:ext cx="5335912" cy="2605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cxnSp>
        <p:nvCxnSpPr>
          <p:cNvPr id="402" name="Google Shape;402;p111"/>
          <p:cNvCxnSpPr/>
          <p:nvPr/>
        </p:nvCxnSpPr>
        <p:spPr>
          <a:xfrm>
            <a:off x="511745" y="4329629"/>
            <a:ext cx="5456216" cy="0"/>
          </a:xfrm>
          <a:prstGeom prst="straightConnector1">
            <a:avLst/>
          </a:prstGeom>
          <a:noFill/>
          <a:ln cap="sq" cmpd="sng" w="9525">
            <a:solidFill>
              <a:schemeClr val="dk1"/>
            </a:solidFill>
            <a:prstDash val="dash"/>
            <a:miter lim="800000"/>
            <a:headEnd len="sm" w="sm" type="none"/>
            <a:tailEnd len="sm" w="sm" type="none"/>
          </a:ln>
        </p:spPr>
      </p:cxnSp>
      <p:sp>
        <p:nvSpPr>
          <p:cNvPr id="403" name="Google Shape;403;p111"/>
          <p:cNvSpPr txBox="1"/>
          <p:nvPr>
            <p:ph idx="2" type="body"/>
          </p:nvPr>
        </p:nvSpPr>
        <p:spPr>
          <a:xfrm>
            <a:off x="6432736" y="182918"/>
            <a:ext cx="5335912" cy="2605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04" name="Google Shape;404;p111"/>
          <p:cNvSpPr txBox="1"/>
          <p:nvPr>
            <p:ph idx="3" type="body"/>
          </p:nvPr>
        </p:nvSpPr>
        <p:spPr>
          <a:xfrm>
            <a:off x="428542" y="2484055"/>
            <a:ext cx="5401264" cy="7549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b="1" i="0" sz="4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05" name="Google Shape;405;p111"/>
          <p:cNvSpPr/>
          <p:nvPr>
            <p:ph idx="4" type="body"/>
          </p:nvPr>
        </p:nvSpPr>
        <p:spPr>
          <a:xfrm>
            <a:off x="496231" y="1831295"/>
            <a:ext cx="1853045" cy="491995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 cap="flat" cmpd="sng" w="317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300"/>
              <a:buFont typeface="Arial"/>
              <a:buNone/>
              <a:defRPr b="1" i="0" sz="23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06" name="Google Shape;406;p111"/>
          <p:cNvSpPr/>
          <p:nvPr>
            <p:ph idx="5" type="pic"/>
          </p:nvPr>
        </p:nvSpPr>
        <p:spPr>
          <a:xfrm>
            <a:off x="6741379" y="1531938"/>
            <a:ext cx="3789362" cy="3789362"/>
          </a:xfrm>
          <a:prstGeom prst="ellipse">
            <a:avLst/>
          </a:prstGeom>
          <a:noFill/>
          <a:ln>
            <a:noFill/>
          </a:ln>
        </p:spPr>
      </p:sp>
      <p:sp>
        <p:nvSpPr>
          <p:cNvPr id="407" name="Google Shape;407;p111"/>
          <p:cNvSpPr txBox="1"/>
          <p:nvPr>
            <p:ph idx="6" type="body"/>
          </p:nvPr>
        </p:nvSpPr>
        <p:spPr>
          <a:xfrm>
            <a:off x="417525" y="3284766"/>
            <a:ext cx="5412281" cy="8996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48571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08" name="Google Shape;408;p111"/>
          <p:cNvSpPr txBox="1"/>
          <p:nvPr>
            <p:ph idx="7" type="body"/>
          </p:nvPr>
        </p:nvSpPr>
        <p:spPr>
          <a:xfrm>
            <a:off x="417525" y="4610786"/>
            <a:ext cx="5412281" cy="8996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48571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id="409" name="Google Shape;409;p1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6271" y="6386235"/>
            <a:ext cx="1205565" cy="3701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2_02_인물2">
  <p:cSld name="02_02_인물2"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11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12" name="Google Shape;412;p11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841126" y="3815180"/>
            <a:ext cx="3350873" cy="304281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13" name="Google Shape;413;p112"/>
          <p:cNvCxnSpPr/>
          <p:nvPr/>
        </p:nvCxnSpPr>
        <p:spPr>
          <a:xfrm>
            <a:off x="512633" y="508950"/>
            <a:ext cx="11166734" cy="0"/>
          </a:xfrm>
          <a:prstGeom prst="straightConnector1">
            <a:avLst/>
          </a:prstGeom>
          <a:noFill/>
          <a:ln cap="flat" cmpd="sng" w="9525">
            <a:solidFill>
              <a:srgbClr val="B3B3B3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14" name="Google Shape;414;p112"/>
          <p:cNvCxnSpPr/>
          <p:nvPr/>
        </p:nvCxnSpPr>
        <p:spPr>
          <a:xfrm>
            <a:off x="512633" y="6344080"/>
            <a:ext cx="11166734" cy="0"/>
          </a:xfrm>
          <a:prstGeom prst="straightConnector1">
            <a:avLst/>
          </a:prstGeom>
          <a:noFill/>
          <a:ln cap="flat" cmpd="sng" w="9525">
            <a:solidFill>
              <a:srgbClr val="B3B3B3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15" name="Google Shape;415;p112"/>
          <p:cNvSpPr txBox="1"/>
          <p:nvPr>
            <p:ph idx="1" type="body"/>
          </p:nvPr>
        </p:nvSpPr>
        <p:spPr>
          <a:xfrm>
            <a:off x="417525" y="182918"/>
            <a:ext cx="5335912" cy="2605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cxnSp>
        <p:nvCxnSpPr>
          <p:cNvPr id="416" name="Google Shape;416;p112"/>
          <p:cNvCxnSpPr/>
          <p:nvPr/>
        </p:nvCxnSpPr>
        <p:spPr>
          <a:xfrm>
            <a:off x="511745" y="4329629"/>
            <a:ext cx="10018995" cy="0"/>
          </a:xfrm>
          <a:prstGeom prst="straightConnector1">
            <a:avLst/>
          </a:prstGeom>
          <a:noFill/>
          <a:ln cap="sq" cmpd="sng" w="9525">
            <a:solidFill>
              <a:schemeClr val="dk1"/>
            </a:solidFill>
            <a:prstDash val="dash"/>
            <a:miter lim="800000"/>
            <a:headEnd len="sm" w="sm" type="none"/>
            <a:tailEnd len="sm" w="sm" type="none"/>
          </a:ln>
        </p:spPr>
      </p:cxnSp>
      <p:sp>
        <p:nvSpPr>
          <p:cNvPr id="417" name="Google Shape;417;p112"/>
          <p:cNvSpPr txBox="1"/>
          <p:nvPr>
            <p:ph idx="2" type="body"/>
          </p:nvPr>
        </p:nvSpPr>
        <p:spPr>
          <a:xfrm>
            <a:off x="6432736" y="182918"/>
            <a:ext cx="5335912" cy="2605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18" name="Google Shape;418;p112"/>
          <p:cNvSpPr txBox="1"/>
          <p:nvPr>
            <p:ph idx="3" type="body"/>
          </p:nvPr>
        </p:nvSpPr>
        <p:spPr>
          <a:xfrm>
            <a:off x="428542" y="2484055"/>
            <a:ext cx="5401264" cy="7549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b="1" i="0" sz="4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19" name="Google Shape;419;p112"/>
          <p:cNvSpPr/>
          <p:nvPr>
            <p:ph idx="4" type="body"/>
          </p:nvPr>
        </p:nvSpPr>
        <p:spPr>
          <a:xfrm>
            <a:off x="496231" y="1831295"/>
            <a:ext cx="1853045" cy="491995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 cap="flat" cmpd="sng" w="317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300"/>
              <a:buFont typeface="Arial"/>
              <a:buNone/>
              <a:defRPr b="1" i="0" sz="23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20" name="Google Shape;420;p112"/>
          <p:cNvSpPr/>
          <p:nvPr>
            <p:ph idx="5" type="pic"/>
          </p:nvPr>
        </p:nvSpPr>
        <p:spPr>
          <a:xfrm>
            <a:off x="8471340" y="1756311"/>
            <a:ext cx="2059400" cy="2059400"/>
          </a:xfrm>
          <a:prstGeom prst="ellipse">
            <a:avLst/>
          </a:prstGeom>
          <a:noFill/>
          <a:ln>
            <a:noFill/>
          </a:ln>
        </p:spPr>
      </p:sp>
      <p:sp>
        <p:nvSpPr>
          <p:cNvPr id="421" name="Google Shape;421;p112"/>
          <p:cNvSpPr txBox="1"/>
          <p:nvPr>
            <p:ph idx="6" type="body"/>
          </p:nvPr>
        </p:nvSpPr>
        <p:spPr>
          <a:xfrm>
            <a:off x="417526" y="3284766"/>
            <a:ext cx="3366824" cy="8996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48571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22" name="Google Shape;422;p112"/>
          <p:cNvSpPr txBox="1"/>
          <p:nvPr>
            <p:ph idx="7" type="body"/>
          </p:nvPr>
        </p:nvSpPr>
        <p:spPr>
          <a:xfrm>
            <a:off x="417526" y="4610786"/>
            <a:ext cx="3366824" cy="8996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48571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23" name="Google Shape;423;p112"/>
          <p:cNvSpPr txBox="1"/>
          <p:nvPr>
            <p:ph idx="8" type="body"/>
          </p:nvPr>
        </p:nvSpPr>
        <p:spPr>
          <a:xfrm>
            <a:off x="3885004" y="3284766"/>
            <a:ext cx="3366824" cy="8996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48571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24" name="Google Shape;424;p112"/>
          <p:cNvSpPr txBox="1"/>
          <p:nvPr>
            <p:ph idx="9" type="body"/>
          </p:nvPr>
        </p:nvSpPr>
        <p:spPr>
          <a:xfrm>
            <a:off x="3885004" y="4610786"/>
            <a:ext cx="3366824" cy="8996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48571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id="425" name="Google Shape;425;p1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6271" y="6386235"/>
            <a:ext cx="1205565" cy="3701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2_03_로드맵1 ">
  <p:cSld name="02_03_로드맵1 "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11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28" name="Google Shape;428;p11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841126" y="3815180"/>
            <a:ext cx="3350873" cy="304281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29" name="Google Shape;429;p113"/>
          <p:cNvCxnSpPr/>
          <p:nvPr/>
        </p:nvCxnSpPr>
        <p:spPr>
          <a:xfrm>
            <a:off x="512633" y="508950"/>
            <a:ext cx="11166734" cy="0"/>
          </a:xfrm>
          <a:prstGeom prst="straightConnector1">
            <a:avLst/>
          </a:prstGeom>
          <a:noFill/>
          <a:ln cap="flat" cmpd="sng" w="9525">
            <a:solidFill>
              <a:srgbClr val="B3B3B3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30" name="Google Shape;430;p113"/>
          <p:cNvCxnSpPr/>
          <p:nvPr/>
        </p:nvCxnSpPr>
        <p:spPr>
          <a:xfrm>
            <a:off x="512633" y="6344080"/>
            <a:ext cx="11166734" cy="0"/>
          </a:xfrm>
          <a:prstGeom prst="straightConnector1">
            <a:avLst/>
          </a:prstGeom>
          <a:noFill/>
          <a:ln cap="flat" cmpd="sng" w="9525">
            <a:solidFill>
              <a:srgbClr val="B3B3B3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31" name="Google Shape;431;p113"/>
          <p:cNvSpPr txBox="1"/>
          <p:nvPr>
            <p:ph idx="1" type="body"/>
          </p:nvPr>
        </p:nvSpPr>
        <p:spPr>
          <a:xfrm>
            <a:off x="417525" y="182918"/>
            <a:ext cx="5335912" cy="2605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32" name="Google Shape;432;p113"/>
          <p:cNvSpPr/>
          <p:nvPr>
            <p:ph idx="2" type="body"/>
          </p:nvPr>
        </p:nvSpPr>
        <p:spPr>
          <a:xfrm>
            <a:off x="527838" y="2322383"/>
            <a:ext cx="536761" cy="369643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33" name="Google Shape;433;p113"/>
          <p:cNvSpPr txBox="1"/>
          <p:nvPr>
            <p:ph idx="3" type="body"/>
          </p:nvPr>
        </p:nvSpPr>
        <p:spPr>
          <a:xfrm>
            <a:off x="412218" y="2943936"/>
            <a:ext cx="2261533" cy="89969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noAutofit/>
          </a:bodyPr>
          <a:lstStyle>
            <a:lvl1pPr indent="-228600" lvl="0" marL="457200" marR="0" rtl="0" algn="l">
              <a:lnSpc>
                <a:spcPct val="128332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34" name="Google Shape;434;p113"/>
          <p:cNvSpPr/>
          <p:nvPr>
            <p:ph idx="4" type="body"/>
          </p:nvPr>
        </p:nvSpPr>
        <p:spPr>
          <a:xfrm>
            <a:off x="2819626" y="2322383"/>
            <a:ext cx="536761" cy="369643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35" name="Google Shape;435;p113"/>
          <p:cNvSpPr/>
          <p:nvPr>
            <p:ph idx="5" type="body"/>
          </p:nvPr>
        </p:nvSpPr>
        <p:spPr>
          <a:xfrm>
            <a:off x="5111414" y="2322383"/>
            <a:ext cx="536761" cy="369643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36" name="Google Shape;436;p113"/>
          <p:cNvSpPr/>
          <p:nvPr>
            <p:ph idx="6" type="body"/>
          </p:nvPr>
        </p:nvSpPr>
        <p:spPr>
          <a:xfrm>
            <a:off x="7403202" y="2322383"/>
            <a:ext cx="536761" cy="369643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37" name="Google Shape;437;p113"/>
          <p:cNvSpPr/>
          <p:nvPr>
            <p:ph idx="7" type="body"/>
          </p:nvPr>
        </p:nvSpPr>
        <p:spPr>
          <a:xfrm>
            <a:off x="9694990" y="2322383"/>
            <a:ext cx="536761" cy="369643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38" name="Google Shape;438;p113"/>
          <p:cNvSpPr txBox="1"/>
          <p:nvPr>
            <p:ph idx="8" type="body"/>
          </p:nvPr>
        </p:nvSpPr>
        <p:spPr>
          <a:xfrm>
            <a:off x="412218" y="3860208"/>
            <a:ext cx="2261534" cy="11644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48571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39" name="Google Shape;439;p113"/>
          <p:cNvSpPr txBox="1"/>
          <p:nvPr>
            <p:ph idx="9" type="body"/>
          </p:nvPr>
        </p:nvSpPr>
        <p:spPr>
          <a:xfrm>
            <a:off x="2704005" y="3860208"/>
            <a:ext cx="2261534" cy="11644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48571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40" name="Google Shape;440;p113"/>
          <p:cNvSpPr txBox="1"/>
          <p:nvPr>
            <p:ph idx="13" type="body"/>
          </p:nvPr>
        </p:nvSpPr>
        <p:spPr>
          <a:xfrm>
            <a:off x="4994497" y="3860208"/>
            <a:ext cx="2261534" cy="11644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48571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41" name="Google Shape;441;p113"/>
          <p:cNvSpPr txBox="1"/>
          <p:nvPr>
            <p:ph idx="14" type="body"/>
          </p:nvPr>
        </p:nvSpPr>
        <p:spPr>
          <a:xfrm>
            <a:off x="7286284" y="3860208"/>
            <a:ext cx="2261534" cy="11644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48571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42" name="Google Shape;442;p113"/>
          <p:cNvSpPr txBox="1"/>
          <p:nvPr>
            <p:ph idx="15" type="body"/>
          </p:nvPr>
        </p:nvSpPr>
        <p:spPr>
          <a:xfrm>
            <a:off x="9573713" y="3860208"/>
            <a:ext cx="2261534" cy="11644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48571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43" name="Google Shape;443;p113"/>
          <p:cNvSpPr txBox="1"/>
          <p:nvPr>
            <p:ph idx="16" type="body"/>
          </p:nvPr>
        </p:nvSpPr>
        <p:spPr>
          <a:xfrm>
            <a:off x="2704005" y="2943936"/>
            <a:ext cx="2261533" cy="89969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noAutofit/>
          </a:bodyPr>
          <a:lstStyle>
            <a:lvl1pPr indent="-228600" lvl="0" marL="457200" marR="0" rtl="0" algn="l">
              <a:lnSpc>
                <a:spcPct val="128332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44" name="Google Shape;444;p113"/>
          <p:cNvSpPr txBox="1"/>
          <p:nvPr>
            <p:ph idx="17" type="body"/>
          </p:nvPr>
        </p:nvSpPr>
        <p:spPr>
          <a:xfrm>
            <a:off x="4994498" y="2943936"/>
            <a:ext cx="2261533" cy="89969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noAutofit/>
          </a:bodyPr>
          <a:lstStyle>
            <a:lvl1pPr indent="-228600" lvl="0" marL="457200" marR="0" rtl="0" algn="l">
              <a:lnSpc>
                <a:spcPct val="128332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45" name="Google Shape;445;p113"/>
          <p:cNvSpPr txBox="1"/>
          <p:nvPr>
            <p:ph idx="18" type="body"/>
          </p:nvPr>
        </p:nvSpPr>
        <p:spPr>
          <a:xfrm>
            <a:off x="7286285" y="2943936"/>
            <a:ext cx="2261533" cy="89969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noAutofit/>
          </a:bodyPr>
          <a:lstStyle>
            <a:lvl1pPr indent="-228600" lvl="0" marL="457200" marR="0" rtl="0" algn="l">
              <a:lnSpc>
                <a:spcPct val="128332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46" name="Google Shape;446;p113"/>
          <p:cNvSpPr txBox="1"/>
          <p:nvPr>
            <p:ph idx="19" type="body"/>
          </p:nvPr>
        </p:nvSpPr>
        <p:spPr>
          <a:xfrm>
            <a:off x="9573714" y="2943936"/>
            <a:ext cx="2261533" cy="89969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noAutofit/>
          </a:bodyPr>
          <a:lstStyle>
            <a:lvl1pPr indent="-228600" lvl="0" marL="457200" marR="0" rtl="0" algn="l">
              <a:lnSpc>
                <a:spcPct val="128332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id="447" name="Google Shape;447;p1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6271" y="6386235"/>
            <a:ext cx="1205565" cy="3701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2_04_로드맵2 ">
  <p:cSld name="02_04_로드맵2 "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11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50" name="Google Shape;450;p1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841126" y="3815180"/>
            <a:ext cx="3350873" cy="304281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51" name="Google Shape;451;p114"/>
          <p:cNvCxnSpPr/>
          <p:nvPr/>
        </p:nvCxnSpPr>
        <p:spPr>
          <a:xfrm>
            <a:off x="512633" y="508950"/>
            <a:ext cx="11166734" cy="0"/>
          </a:xfrm>
          <a:prstGeom prst="straightConnector1">
            <a:avLst/>
          </a:prstGeom>
          <a:noFill/>
          <a:ln cap="flat" cmpd="sng" w="9525">
            <a:solidFill>
              <a:srgbClr val="B3B3B3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52" name="Google Shape;452;p114"/>
          <p:cNvCxnSpPr/>
          <p:nvPr/>
        </p:nvCxnSpPr>
        <p:spPr>
          <a:xfrm>
            <a:off x="512633" y="6344080"/>
            <a:ext cx="11166734" cy="0"/>
          </a:xfrm>
          <a:prstGeom prst="straightConnector1">
            <a:avLst/>
          </a:prstGeom>
          <a:noFill/>
          <a:ln cap="flat" cmpd="sng" w="9525">
            <a:solidFill>
              <a:srgbClr val="B3B3B3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53" name="Google Shape;453;p114"/>
          <p:cNvSpPr txBox="1"/>
          <p:nvPr>
            <p:ph idx="1" type="body"/>
          </p:nvPr>
        </p:nvSpPr>
        <p:spPr>
          <a:xfrm>
            <a:off x="417525" y="182918"/>
            <a:ext cx="5335912" cy="2605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54" name="Google Shape;454;p114"/>
          <p:cNvSpPr/>
          <p:nvPr>
            <p:ph idx="2" type="body"/>
          </p:nvPr>
        </p:nvSpPr>
        <p:spPr>
          <a:xfrm>
            <a:off x="2808051" y="929840"/>
            <a:ext cx="536761" cy="369643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55" name="Google Shape;455;p114"/>
          <p:cNvSpPr/>
          <p:nvPr>
            <p:ph idx="3" type="body"/>
          </p:nvPr>
        </p:nvSpPr>
        <p:spPr>
          <a:xfrm>
            <a:off x="5099839" y="929840"/>
            <a:ext cx="536761" cy="369643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56" name="Google Shape;456;p114"/>
          <p:cNvSpPr/>
          <p:nvPr>
            <p:ph idx="4" type="body"/>
          </p:nvPr>
        </p:nvSpPr>
        <p:spPr>
          <a:xfrm>
            <a:off x="7391627" y="929840"/>
            <a:ext cx="536761" cy="369643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57" name="Google Shape;457;p114"/>
          <p:cNvSpPr/>
          <p:nvPr>
            <p:ph idx="5" type="body"/>
          </p:nvPr>
        </p:nvSpPr>
        <p:spPr>
          <a:xfrm>
            <a:off x="9683415" y="929840"/>
            <a:ext cx="536761" cy="369643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58" name="Google Shape;458;p114"/>
          <p:cNvSpPr/>
          <p:nvPr>
            <p:ph idx="6" type="body"/>
          </p:nvPr>
        </p:nvSpPr>
        <p:spPr>
          <a:xfrm>
            <a:off x="2808051" y="3568050"/>
            <a:ext cx="536761" cy="369643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59" name="Google Shape;459;p114"/>
          <p:cNvSpPr/>
          <p:nvPr>
            <p:ph idx="7" type="body"/>
          </p:nvPr>
        </p:nvSpPr>
        <p:spPr>
          <a:xfrm>
            <a:off x="5099839" y="3568050"/>
            <a:ext cx="536761" cy="369643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60" name="Google Shape;460;p114"/>
          <p:cNvSpPr/>
          <p:nvPr>
            <p:ph idx="8" type="body"/>
          </p:nvPr>
        </p:nvSpPr>
        <p:spPr>
          <a:xfrm>
            <a:off x="7391627" y="3568050"/>
            <a:ext cx="536761" cy="369643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61" name="Google Shape;461;p114"/>
          <p:cNvSpPr/>
          <p:nvPr>
            <p:ph idx="9" type="body"/>
          </p:nvPr>
        </p:nvSpPr>
        <p:spPr>
          <a:xfrm>
            <a:off x="9683415" y="3568050"/>
            <a:ext cx="536761" cy="369643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62" name="Google Shape;462;p114"/>
          <p:cNvSpPr txBox="1"/>
          <p:nvPr>
            <p:ph idx="13" type="body"/>
          </p:nvPr>
        </p:nvSpPr>
        <p:spPr>
          <a:xfrm>
            <a:off x="2692431" y="2381973"/>
            <a:ext cx="2261534" cy="819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48571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63" name="Google Shape;463;p114"/>
          <p:cNvSpPr txBox="1"/>
          <p:nvPr>
            <p:ph idx="14" type="body"/>
          </p:nvPr>
        </p:nvSpPr>
        <p:spPr>
          <a:xfrm>
            <a:off x="4984219" y="2381973"/>
            <a:ext cx="2261534" cy="819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48571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64" name="Google Shape;464;p114"/>
          <p:cNvSpPr txBox="1"/>
          <p:nvPr>
            <p:ph idx="15" type="body"/>
          </p:nvPr>
        </p:nvSpPr>
        <p:spPr>
          <a:xfrm>
            <a:off x="2692431" y="1540536"/>
            <a:ext cx="2261533" cy="8414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noAutofit/>
          </a:bodyPr>
          <a:lstStyle>
            <a:lvl1pPr indent="-228600" lvl="0" marL="457200" marR="0" rtl="0" algn="l">
              <a:lnSpc>
                <a:spcPct val="128332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65" name="Google Shape;465;p114"/>
          <p:cNvSpPr txBox="1"/>
          <p:nvPr>
            <p:ph idx="16" type="body"/>
          </p:nvPr>
        </p:nvSpPr>
        <p:spPr>
          <a:xfrm>
            <a:off x="4984219" y="1540536"/>
            <a:ext cx="2261533" cy="8414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noAutofit/>
          </a:bodyPr>
          <a:lstStyle>
            <a:lvl1pPr indent="-228600" lvl="0" marL="457200" marR="0" rtl="0" algn="l">
              <a:lnSpc>
                <a:spcPct val="128332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66" name="Google Shape;466;p114"/>
          <p:cNvSpPr txBox="1"/>
          <p:nvPr>
            <p:ph idx="17" type="body"/>
          </p:nvPr>
        </p:nvSpPr>
        <p:spPr>
          <a:xfrm>
            <a:off x="7276007" y="2381973"/>
            <a:ext cx="2261534" cy="819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48571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67" name="Google Shape;467;p114"/>
          <p:cNvSpPr txBox="1"/>
          <p:nvPr>
            <p:ph idx="18" type="body"/>
          </p:nvPr>
        </p:nvSpPr>
        <p:spPr>
          <a:xfrm>
            <a:off x="7276007" y="1540536"/>
            <a:ext cx="2261533" cy="8414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noAutofit/>
          </a:bodyPr>
          <a:lstStyle>
            <a:lvl1pPr indent="-228600" lvl="0" marL="457200" marR="0" rtl="0" algn="l">
              <a:lnSpc>
                <a:spcPct val="128332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68" name="Google Shape;468;p114"/>
          <p:cNvSpPr txBox="1"/>
          <p:nvPr>
            <p:ph idx="19" type="body"/>
          </p:nvPr>
        </p:nvSpPr>
        <p:spPr>
          <a:xfrm>
            <a:off x="9567795" y="2381973"/>
            <a:ext cx="2261534" cy="819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48571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69" name="Google Shape;469;p114"/>
          <p:cNvSpPr txBox="1"/>
          <p:nvPr>
            <p:ph idx="20" type="body"/>
          </p:nvPr>
        </p:nvSpPr>
        <p:spPr>
          <a:xfrm>
            <a:off x="9567795" y="1540536"/>
            <a:ext cx="2261533" cy="8414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noAutofit/>
          </a:bodyPr>
          <a:lstStyle>
            <a:lvl1pPr indent="-228600" lvl="0" marL="457200" marR="0" rtl="0" algn="l">
              <a:lnSpc>
                <a:spcPct val="128332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70" name="Google Shape;470;p114"/>
          <p:cNvSpPr txBox="1"/>
          <p:nvPr>
            <p:ph idx="21" type="body"/>
          </p:nvPr>
        </p:nvSpPr>
        <p:spPr>
          <a:xfrm>
            <a:off x="2692431" y="5031040"/>
            <a:ext cx="2261534" cy="819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48571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71" name="Google Shape;471;p114"/>
          <p:cNvSpPr txBox="1"/>
          <p:nvPr>
            <p:ph idx="22" type="body"/>
          </p:nvPr>
        </p:nvSpPr>
        <p:spPr>
          <a:xfrm>
            <a:off x="4984219" y="5031040"/>
            <a:ext cx="2261534" cy="819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48571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72" name="Google Shape;472;p114"/>
          <p:cNvSpPr txBox="1"/>
          <p:nvPr>
            <p:ph idx="23" type="body"/>
          </p:nvPr>
        </p:nvSpPr>
        <p:spPr>
          <a:xfrm>
            <a:off x="2692431" y="4189603"/>
            <a:ext cx="2261533" cy="8414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noAutofit/>
          </a:bodyPr>
          <a:lstStyle>
            <a:lvl1pPr indent="-228600" lvl="0" marL="457200" marR="0" rtl="0" algn="l">
              <a:lnSpc>
                <a:spcPct val="128332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73" name="Google Shape;473;p114"/>
          <p:cNvSpPr txBox="1"/>
          <p:nvPr>
            <p:ph idx="24" type="body"/>
          </p:nvPr>
        </p:nvSpPr>
        <p:spPr>
          <a:xfrm>
            <a:off x="4984219" y="4189603"/>
            <a:ext cx="2261533" cy="8414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noAutofit/>
          </a:bodyPr>
          <a:lstStyle>
            <a:lvl1pPr indent="-228600" lvl="0" marL="457200" marR="0" rtl="0" algn="l">
              <a:lnSpc>
                <a:spcPct val="128332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74" name="Google Shape;474;p114"/>
          <p:cNvSpPr txBox="1"/>
          <p:nvPr>
            <p:ph idx="25" type="body"/>
          </p:nvPr>
        </p:nvSpPr>
        <p:spPr>
          <a:xfrm>
            <a:off x="7276007" y="5031040"/>
            <a:ext cx="2261534" cy="819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48571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75" name="Google Shape;475;p114"/>
          <p:cNvSpPr txBox="1"/>
          <p:nvPr>
            <p:ph idx="26" type="body"/>
          </p:nvPr>
        </p:nvSpPr>
        <p:spPr>
          <a:xfrm>
            <a:off x="7276007" y="4189603"/>
            <a:ext cx="2261533" cy="8414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noAutofit/>
          </a:bodyPr>
          <a:lstStyle>
            <a:lvl1pPr indent="-228600" lvl="0" marL="457200" marR="0" rtl="0" algn="l">
              <a:lnSpc>
                <a:spcPct val="128332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76" name="Google Shape;476;p114"/>
          <p:cNvSpPr txBox="1"/>
          <p:nvPr>
            <p:ph idx="27" type="body"/>
          </p:nvPr>
        </p:nvSpPr>
        <p:spPr>
          <a:xfrm>
            <a:off x="9567795" y="5031040"/>
            <a:ext cx="2261534" cy="819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48571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77" name="Google Shape;477;p114"/>
          <p:cNvSpPr txBox="1"/>
          <p:nvPr>
            <p:ph idx="28" type="body"/>
          </p:nvPr>
        </p:nvSpPr>
        <p:spPr>
          <a:xfrm>
            <a:off x="9567795" y="4189603"/>
            <a:ext cx="2261533" cy="8414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noAutofit/>
          </a:bodyPr>
          <a:lstStyle>
            <a:lvl1pPr indent="-228600" lvl="0" marL="457200" marR="0" rtl="0" algn="l">
              <a:lnSpc>
                <a:spcPct val="128332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id="478" name="Google Shape;478;p1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6271" y="6386235"/>
            <a:ext cx="1205565" cy="370178"/>
          </a:xfrm>
          <a:prstGeom prst="rect">
            <a:avLst/>
          </a:prstGeom>
          <a:noFill/>
          <a:ln>
            <a:noFill/>
          </a:ln>
        </p:spPr>
      </p:pic>
      <p:sp>
        <p:nvSpPr>
          <p:cNvPr id="479" name="Google Shape;479;p114"/>
          <p:cNvSpPr txBox="1"/>
          <p:nvPr>
            <p:ph idx="29" type="body"/>
          </p:nvPr>
        </p:nvSpPr>
        <p:spPr>
          <a:xfrm>
            <a:off x="417526" y="835144"/>
            <a:ext cx="2274906" cy="5003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None/>
              <a:defRPr b="1" i="0" sz="2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2_05_로드맵3 ">
  <p:cSld name="02_05_로드맵3 "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p11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82" name="Google Shape;482;p11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841126" y="3815180"/>
            <a:ext cx="3350873" cy="304281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83" name="Google Shape;483;p115"/>
          <p:cNvCxnSpPr/>
          <p:nvPr/>
        </p:nvCxnSpPr>
        <p:spPr>
          <a:xfrm>
            <a:off x="512633" y="508950"/>
            <a:ext cx="11166734" cy="0"/>
          </a:xfrm>
          <a:prstGeom prst="straightConnector1">
            <a:avLst/>
          </a:prstGeom>
          <a:noFill/>
          <a:ln cap="flat" cmpd="sng" w="9525">
            <a:solidFill>
              <a:srgbClr val="B3B3B3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84" name="Google Shape;484;p115"/>
          <p:cNvCxnSpPr/>
          <p:nvPr/>
        </p:nvCxnSpPr>
        <p:spPr>
          <a:xfrm>
            <a:off x="512633" y="6344080"/>
            <a:ext cx="11166734" cy="0"/>
          </a:xfrm>
          <a:prstGeom prst="straightConnector1">
            <a:avLst/>
          </a:prstGeom>
          <a:noFill/>
          <a:ln cap="flat" cmpd="sng" w="9525">
            <a:solidFill>
              <a:srgbClr val="B3B3B3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85" name="Google Shape;485;p115"/>
          <p:cNvSpPr txBox="1"/>
          <p:nvPr>
            <p:ph idx="1" type="body"/>
          </p:nvPr>
        </p:nvSpPr>
        <p:spPr>
          <a:xfrm>
            <a:off x="417525" y="182918"/>
            <a:ext cx="5335912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86" name="Google Shape;486;p115"/>
          <p:cNvSpPr/>
          <p:nvPr>
            <p:ph idx="2" type="body"/>
          </p:nvPr>
        </p:nvSpPr>
        <p:spPr>
          <a:xfrm>
            <a:off x="512633" y="950309"/>
            <a:ext cx="536761" cy="369643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87" name="Google Shape;487;p115"/>
          <p:cNvSpPr txBox="1"/>
          <p:nvPr>
            <p:ph idx="3" type="body"/>
          </p:nvPr>
        </p:nvSpPr>
        <p:spPr>
          <a:xfrm>
            <a:off x="1544812" y="950312"/>
            <a:ext cx="5365273" cy="3696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  <a:defRPr b="1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88" name="Google Shape;488;p115"/>
          <p:cNvSpPr txBox="1"/>
          <p:nvPr>
            <p:ph idx="4" type="body"/>
          </p:nvPr>
        </p:nvSpPr>
        <p:spPr>
          <a:xfrm>
            <a:off x="7195493" y="950310"/>
            <a:ext cx="4483874" cy="3696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89" name="Google Shape;489;p115"/>
          <p:cNvSpPr/>
          <p:nvPr>
            <p:ph idx="5" type="body"/>
          </p:nvPr>
        </p:nvSpPr>
        <p:spPr>
          <a:xfrm>
            <a:off x="512633" y="1460057"/>
            <a:ext cx="536761" cy="369643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90" name="Google Shape;490;p115"/>
          <p:cNvSpPr txBox="1"/>
          <p:nvPr>
            <p:ph idx="6" type="body"/>
          </p:nvPr>
        </p:nvSpPr>
        <p:spPr>
          <a:xfrm>
            <a:off x="1544812" y="1460060"/>
            <a:ext cx="5365273" cy="3696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  <a:defRPr b="1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91" name="Google Shape;491;p115"/>
          <p:cNvSpPr txBox="1"/>
          <p:nvPr>
            <p:ph idx="7" type="body"/>
          </p:nvPr>
        </p:nvSpPr>
        <p:spPr>
          <a:xfrm>
            <a:off x="7195493" y="1460058"/>
            <a:ext cx="4483874" cy="3696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92" name="Google Shape;492;p115"/>
          <p:cNvSpPr/>
          <p:nvPr>
            <p:ph idx="8" type="body"/>
          </p:nvPr>
        </p:nvSpPr>
        <p:spPr>
          <a:xfrm>
            <a:off x="512633" y="1969805"/>
            <a:ext cx="536761" cy="369643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93" name="Google Shape;493;p115"/>
          <p:cNvSpPr txBox="1"/>
          <p:nvPr>
            <p:ph idx="9" type="body"/>
          </p:nvPr>
        </p:nvSpPr>
        <p:spPr>
          <a:xfrm>
            <a:off x="1544812" y="1969808"/>
            <a:ext cx="5365273" cy="3696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  <a:defRPr b="1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94" name="Google Shape;494;p115"/>
          <p:cNvSpPr txBox="1"/>
          <p:nvPr>
            <p:ph idx="13" type="body"/>
          </p:nvPr>
        </p:nvSpPr>
        <p:spPr>
          <a:xfrm>
            <a:off x="7195493" y="1969806"/>
            <a:ext cx="4483874" cy="3696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95" name="Google Shape;495;p115"/>
          <p:cNvSpPr/>
          <p:nvPr>
            <p:ph idx="14" type="body"/>
          </p:nvPr>
        </p:nvSpPr>
        <p:spPr>
          <a:xfrm>
            <a:off x="512633" y="2479553"/>
            <a:ext cx="536761" cy="369643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96" name="Google Shape;496;p115"/>
          <p:cNvSpPr txBox="1"/>
          <p:nvPr>
            <p:ph idx="15" type="body"/>
          </p:nvPr>
        </p:nvSpPr>
        <p:spPr>
          <a:xfrm>
            <a:off x="1544812" y="2479556"/>
            <a:ext cx="5365273" cy="3696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  <a:defRPr b="1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97" name="Google Shape;497;p115"/>
          <p:cNvSpPr txBox="1"/>
          <p:nvPr>
            <p:ph idx="16" type="body"/>
          </p:nvPr>
        </p:nvSpPr>
        <p:spPr>
          <a:xfrm>
            <a:off x="7195493" y="2479554"/>
            <a:ext cx="4483874" cy="3696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98" name="Google Shape;498;p115"/>
          <p:cNvSpPr/>
          <p:nvPr>
            <p:ph idx="17" type="body"/>
          </p:nvPr>
        </p:nvSpPr>
        <p:spPr>
          <a:xfrm>
            <a:off x="512633" y="2989301"/>
            <a:ext cx="536761" cy="369643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99" name="Google Shape;499;p115"/>
          <p:cNvSpPr txBox="1"/>
          <p:nvPr>
            <p:ph idx="18" type="body"/>
          </p:nvPr>
        </p:nvSpPr>
        <p:spPr>
          <a:xfrm>
            <a:off x="1544812" y="2989304"/>
            <a:ext cx="5365273" cy="3696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  <a:defRPr b="1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00" name="Google Shape;500;p115"/>
          <p:cNvSpPr txBox="1"/>
          <p:nvPr>
            <p:ph idx="19" type="body"/>
          </p:nvPr>
        </p:nvSpPr>
        <p:spPr>
          <a:xfrm>
            <a:off x="7195493" y="2989302"/>
            <a:ext cx="4483874" cy="3696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01" name="Google Shape;501;p115"/>
          <p:cNvSpPr/>
          <p:nvPr>
            <p:ph idx="20" type="body"/>
          </p:nvPr>
        </p:nvSpPr>
        <p:spPr>
          <a:xfrm>
            <a:off x="512633" y="3499049"/>
            <a:ext cx="536761" cy="369643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02" name="Google Shape;502;p115"/>
          <p:cNvSpPr txBox="1"/>
          <p:nvPr>
            <p:ph idx="21" type="body"/>
          </p:nvPr>
        </p:nvSpPr>
        <p:spPr>
          <a:xfrm>
            <a:off x="1544812" y="3499052"/>
            <a:ext cx="5365273" cy="3696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  <a:defRPr b="1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03" name="Google Shape;503;p115"/>
          <p:cNvSpPr txBox="1"/>
          <p:nvPr>
            <p:ph idx="22" type="body"/>
          </p:nvPr>
        </p:nvSpPr>
        <p:spPr>
          <a:xfrm>
            <a:off x="7195493" y="3499050"/>
            <a:ext cx="4483874" cy="3696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04" name="Google Shape;504;p115"/>
          <p:cNvSpPr/>
          <p:nvPr>
            <p:ph idx="23" type="body"/>
          </p:nvPr>
        </p:nvSpPr>
        <p:spPr>
          <a:xfrm>
            <a:off x="512633" y="4008797"/>
            <a:ext cx="536761" cy="369643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05" name="Google Shape;505;p115"/>
          <p:cNvSpPr txBox="1"/>
          <p:nvPr>
            <p:ph idx="24" type="body"/>
          </p:nvPr>
        </p:nvSpPr>
        <p:spPr>
          <a:xfrm>
            <a:off x="1544812" y="4008800"/>
            <a:ext cx="5365273" cy="3696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  <a:defRPr b="1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06" name="Google Shape;506;p115"/>
          <p:cNvSpPr txBox="1"/>
          <p:nvPr>
            <p:ph idx="25" type="body"/>
          </p:nvPr>
        </p:nvSpPr>
        <p:spPr>
          <a:xfrm>
            <a:off x="7195493" y="4008798"/>
            <a:ext cx="4483874" cy="3696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07" name="Google Shape;507;p115"/>
          <p:cNvSpPr/>
          <p:nvPr>
            <p:ph idx="26" type="body"/>
          </p:nvPr>
        </p:nvSpPr>
        <p:spPr>
          <a:xfrm>
            <a:off x="512633" y="4518545"/>
            <a:ext cx="536761" cy="369643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08" name="Google Shape;508;p115"/>
          <p:cNvSpPr txBox="1"/>
          <p:nvPr>
            <p:ph idx="27" type="body"/>
          </p:nvPr>
        </p:nvSpPr>
        <p:spPr>
          <a:xfrm>
            <a:off x="1544812" y="4518548"/>
            <a:ext cx="5365273" cy="3696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  <a:defRPr b="1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09" name="Google Shape;509;p115"/>
          <p:cNvSpPr txBox="1"/>
          <p:nvPr>
            <p:ph idx="28" type="body"/>
          </p:nvPr>
        </p:nvSpPr>
        <p:spPr>
          <a:xfrm>
            <a:off x="7195493" y="4518546"/>
            <a:ext cx="4483874" cy="3696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10" name="Google Shape;510;p115"/>
          <p:cNvSpPr/>
          <p:nvPr>
            <p:ph idx="29" type="body"/>
          </p:nvPr>
        </p:nvSpPr>
        <p:spPr>
          <a:xfrm>
            <a:off x="512633" y="5028293"/>
            <a:ext cx="536761" cy="369643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11" name="Google Shape;511;p115"/>
          <p:cNvSpPr txBox="1"/>
          <p:nvPr>
            <p:ph idx="30" type="body"/>
          </p:nvPr>
        </p:nvSpPr>
        <p:spPr>
          <a:xfrm>
            <a:off x="1544812" y="5028296"/>
            <a:ext cx="5365273" cy="3696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  <a:defRPr b="1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12" name="Google Shape;512;p115"/>
          <p:cNvSpPr txBox="1"/>
          <p:nvPr>
            <p:ph idx="31" type="body"/>
          </p:nvPr>
        </p:nvSpPr>
        <p:spPr>
          <a:xfrm>
            <a:off x="7195493" y="5028294"/>
            <a:ext cx="4483874" cy="3696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13" name="Google Shape;513;p115"/>
          <p:cNvSpPr/>
          <p:nvPr>
            <p:ph idx="32" type="body"/>
          </p:nvPr>
        </p:nvSpPr>
        <p:spPr>
          <a:xfrm>
            <a:off x="512633" y="5538045"/>
            <a:ext cx="536761" cy="369643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14" name="Google Shape;514;p115"/>
          <p:cNvSpPr txBox="1"/>
          <p:nvPr>
            <p:ph idx="33" type="body"/>
          </p:nvPr>
        </p:nvSpPr>
        <p:spPr>
          <a:xfrm>
            <a:off x="1544812" y="5538048"/>
            <a:ext cx="5365273" cy="3696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  <a:defRPr b="1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15" name="Google Shape;515;p115"/>
          <p:cNvSpPr txBox="1"/>
          <p:nvPr>
            <p:ph idx="34" type="body"/>
          </p:nvPr>
        </p:nvSpPr>
        <p:spPr>
          <a:xfrm>
            <a:off x="7195493" y="5538046"/>
            <a:ext cx="4483874" cy="3696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id="516" name="Google Shape;516;p1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6271" y="6386235"/>
            <a:ext cx="1205565" cy="3701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2_06_로드맵4 ">
  <p:cSld name="02_06_로드맵4 ">
    <p:spTree>
      <p:nvGrpSpPr>
        <p:cNvPr id="517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p11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19" name="Google Shape;519;p11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841126" y="3815180"/>
            <a:ext cx="3350873" cy="304281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20" name="Google Shape;520;p116"/>
          <p:cNvCxnSpPr/>
          <p:nvPr/>
        </p:nvCxnSpPr>
        <p:spPr>
          <a:xfrm>
            <a:off x="512633" y="508950"/>
            <a:ext cx="11166734" cy="0"/>
          </a:xfrm>
          <a:prstGeom prst="straightConnector1">
            <a:avLst/>
          </a:prstGeom>
          <a:noFill/>
          <a:ln cap="flat" cmpd="sng" w="9525">
            <a:solidFill>
              <a:srgbClr val="B3B3B3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21" name="Google Shape;521;p116"/>
          <p:cNvCxnSpPr/>
          <p:nvPr/>
        </p:nvCxnSpPr>
        <p:spPr>
          <a:xfrm>
            <a:off x="512633" y="6344080"/>
            <a:ext cx="11166734" cy="0"/>
          </a:xfrm>
          <a:prstGeom prst="straightConnector1">
            <a:avLst/>
          </a:prstGeom>
          <a:noFill/>
          <a:ln cap="flat" cmpd="sng" w="9525">
            <a:solidFill>
              <a:srgbClr val="B3B3B3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522" name="Google Shape;522;p1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6271" y="6386235"/>
            <a:ext cx="1205565" cy="370178"/>
          </a:xfrm>
          <a:prstGeom prst="rect">
            <a:avLst/>
          </a:prstGeom>
          <a:noFill/>
          <a:ln>
            <a:noFill/>
          </a:ln>
        </p:spPr>
      </p:pic>
      <p:sp>
        <p:nvSpPr>
          <p:cNvPr id="523" name="Google Shape;523;p116"/>
          <p:cNvSpPr txBox="1"/>
          <p:nvPr>
            <p:ph idx="1" type="body"/>
          </p:nvPr>
        </p:nvSpPr>
        <p:spPr>
          <a:xfrm>
            <a:off x="417525" y="3892034"/>
            <a:ext cx="2545594" cy="10931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48571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cxnSp>
        <p:nvCxnSpPr>
          <p:cNvPr id="524" name="Google Shape;524;p116"/>
          <p:cNvCxnSpPr/>
          <p:nvPr/>
        </p:nvCxnSpPr>
        <p:spPr>
          <a:xfrm>
            <a:off x="0" y="2325990"/>
            <a:ext cx="10521387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525" name="Google Shape;525;p116"/>
          <p:cNvSpPr txBox="1"/>
          <p:nvPr>
            <p:ph idx="2" type="body"/>
          </p:nvPr>
        </p:nvSpPr>
        <p:spPr>
          <a:xfrm>
            <a:off x="417525" y="2965031"/>
            <a:ext cx="2545594" cy="8106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>
            <a:lvl1pPr indent="-228600" lvl="0" marL="457200" marR="0" rtl="0" algn="l">
              <a:lnSpc>
                <a:spcPct val="133636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  <a:defRPr b="1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26" name="Google Shape;526;p116"/>
          <p:cNvSpPr txBox="1"/>
          <p:nvPr>
            <p:ph idx="3" type="body"/>
          </p:nvPr>
        </p:nvSpPr>
        <p:spPr>
          <a:xfrm>
            <a:off x="417525" y="2648936"/>
            <a:ext cx="2545594" cy="2864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Arial"/>
              <a:buNone/>
              <a:defRPr b="1" i="0" sz="13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27" name="Google Shape;527;p116"/>
          <p:cNvSpPr txBox="1"/>
          <p:nvPr>
            <p:ph idx="4" type="body"/>
          </p:nvPr>
        </p:nvSpPr>
        <p:spPr>
          <a:xfrm>
            <a:off x="2990750" y="2648936"/>
            <a:ext cx="2545594" cy="2864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Arial"/>
              <a:buNone/>
              <a:defRPr b="1" i="0" sz="13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28" name="Google Shape;528;p116"/>
          <p:cNvSpPr txBox="1"/>
          <p:nvPr>
            <p:ph idx="5" type="body"/>
          </p:nvPr>
        </p:nvSpPr>
        <p:spPr>
          <a:xfrm>
            <a:off x="5556282" y="2648936"/>
            <a:ext cx="2545594" cy="2864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Arial"/>
              <a:buNone/>
              <a:defRPr b="1" i="0" sz="13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29" name="Google Shape;529;p116"/>
          <p:cNvSpPr txBox="1"/>
          <p:nvPr>
            <p:ph idx="6" type="body"/>
          </p:nvPr>
        </p:nvSpPr>
        <p:spPr>
          <a:xfrm>
            <a:off x="8119982" y="2648936"/>
            <a:ext cx="2545594" cy="2864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Arial"/>
              <a:buNone/>
              <a:defRPr b="1" i="0" sz="13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30" name="Google Shape;530;p116"/>
          <p:cNvSpPr/>
          <p:nvPr/>
        </p:nvSpPr>
        <p:spPr>
          <a:xfrm rot="5400000">
            <a:off x="511335" y="2279691"/>
            <a:ext cx="107414" cy="92598"/>
          </a:xfrm>
          <a:prstGeom prst="triangle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1" name="Google Shape;531;p116"/>
          <p:cNvSpPr/>
          <p:nvPr/>
        </p:nvSpPr>
        <p:spPr>
          <a:xfrm rot="5400000">
            <a:off x="3073560" y="2279691"/>
            <a:ext cx="107414" cy="92598"/>
          </a:xfrm>
          <a:prstGeom prst="triangle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2" name="Google Shape;532;p116"/>
          <p:cNvSpPr/>
          <p:nvPr/>
        </p:nvSpPr>
        <p:spPr>
          <a:xfrm rot="5400000">
            <a:off x="5635785" y="2279691"/>
            <a:ext cx="107414" cy="92598"/>
          </a:xfrm>
          <a:prstGeom prst="triangle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3" name="Google Shape;533;p116"/>
          <p:cNvSpPr/>
          <p:nvPr/>
        </p:nvSpPr>
        <p:spPr>
          <a:xfrm rot="5400000">
            <a:off x="8204360" y="2279691"/>
            <a:ext cx="107414" cy="92598"/>
          </a:xfrm>
          <a:prstGeom prst="triangle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4" name="Google Shape;534;p116"/>
          <p:cNvSpPr/>
          <p:nvPr/>
        </p:nvSpPr>
        <p:spPr>
          <a:xfrm rot="-5400000">
            <a:off x="10439560" y="2279691"/>
            <a:ext cx="107414" cy="92598"/>
          </a:xfrm>
          <a:prstGeom prst="triangle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5" name="Google Shape;535;p116"/>
          <p:cNvSpPr txBox="1"/>
          <p:nvPr>
            <p:ph idx="7" type="body"/>
          </p:nvPr>
        </p:nvSpPr>
        <p:spPr>
          <a:xfrm>
            <a:off x="417525" y="835144"/>
            <a:ext cx="11261842" cy="5003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1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36" name="Google Shape;536;p116"/>
          <p:cNvSpPr txBox="1"/>
          <p:nvPr>
            <p:ph idx="8" type="body"/>
          </p:nvPr>
        </p:nvSpPr>
        <p:spPr>
          <a:xfrm>
            <a:off x="2990750" y="3892034"/>
            <a:ext cx="2545594" cy="10931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48571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37" name="Google Shape;537;p116"/>
          <p:cNvSpPr txBox="1"/>
          <p:nvPr>
            <p:ph idx="9" type="body"/>
          </p:nvPr>
        </p:nvSpPr>
        <p:spPr>
          <a:xfrm>
            <a:off x="2990750" y="2965031"/>
            <a:ext cx="2545594" cy="8106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>
            <a:lvl1pPr indent="-228600" lvl="0" marL="457200" marR="0" rtl="0" algn="l">
              <a:lnSpc>
                <a:spcPct val="133636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  <a:defRPr b="1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38" name="Google Shape;538;p116"/>
          <p:cNvSpPr txBox="1"/>
          <p:nvPr>
            <p:ph idx="13" type="body"/>
          </p:nvPr>
        </p:nvSpPr>
        <p:spPr>
          <a:xfrm>
            <a:off x="5556282" y="3892034"/>
            <a:ext cx="2545594" cy="10931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48571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39" name="Google Shape;539;p116"/>
          <p:cNvSpPr txBox="1"/>
          <p:nvPr>
            <p:ph idx="14" type="body"/>
          </p:nvPr>
        </p:nvSpPr>
        <p:spPr>
          <a:xfrm>
            <a:off x="5556282" y="2965031"/>
            <a:ext cx="2545594" cy="8106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>
            <a:lvl1pPr indent="-228600" lvl="0" marL="457200" marR="0" rtl="0" algn="l">
              <a:lnSpc>
                <a:spcPct val="133636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  <a:defRPr b="1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40" name="Google Shape;540;p116"/>
          <p:cNvSpPr txBox="1"/>
          <p:nvPr>
            <p:ph idx="15" type="body"/>
          </p:nvPr>
        </p:nvSpPr>
        <p:spPr>
          <a:xfrm>
            <a:off x="8119982" y="3892034"/>
            <a:ext cx="2545594" cy="10931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48571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41" name="Google Shape;541;p116"/>
          <p:cNvSpPr txBox="1"/>
          <p:nvPr>
            <p:ph idx="16" type="body"/>
          </p:nvPr>
        </p:nvSpPr>
        <p:spPr>
          <a:xfrm>
            <a:off x="8119982" y="2965031"/>
            <a:ext cx="2545594" cy="8106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>
            <a:lvl1pPr indent="-228600" lvl="0" marL="457200" marR="0" rtl="0" algn="l">
              <a:lnSpc>
                <a:spcPct val="133636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  <a:defRPr b="1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42" name="Google Shape;542;p116"/>
          <p:cNvSpPr txBox="1"/>
          <p:nvPr>
            <p:ph idx="17" type="body"/>
          </p:nvPr>
        </p:nvSpPr>
        <p:spPr>
          <a:xfrm>
            <a:off x="417524" y="5058403"/>
            <a:ext cx="2545593" cy="608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34545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43" name="Google Shape;543;p116"/>
          <p:cNvSpPr txBox="1"/>
          <p:nvPr>
            <p:ph idx="18" type="body"/>
          </p:nvPr>
        </p:nvSpPr>
        <p:spPr>
          <a:xfrm>
            <a:off x="2990750" y="5058403"/>
            <a:ext cx="2545593" cy="608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34545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44" name="Google Shape;544;p116"/>
          <p:cNvSpPr txBox="1"/>
          <p:nvPr>
            <p:ph idx="19" type="body"/>
          </p:nvPr>
        </p:nvSpPr>
        <p:spPr>
          <a:xfrm>
            <a:off x="5556283" y="5058403"/>
            <a:ext cx="2545593" cy="608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34545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45" name="Google Shape;545;p116"/>
          <p:cNvSpPr txBox="1"/>
          <p:nvPr>
            <p:ph idx="20" type="body"/>
          </p:nvPr>
        </p:nvSpPr>
        <p:spPr>
          <a:xfrm>
            <a:off x="8119985" y="5058403"/>
            <a:ext cx="2545593" cy="608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34545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46" name="Google Shape;546;p116"/>
          <p:cNvSpPr txBox="1"/>
          <p:nvPr>
            <p:ph idx="21" type="body"/>
          </p:nvPr>
        </p:nvSpPr>
        <p:spPr>
          <a:xfrm>
            <a:off x="417525" y="182918"/>
            <a:ext cx="5335912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2_07_로드맵5">
  <p:cSld name="02_07_로드맵5">
    <p:spTree>
      <p:nvGrpSpPr>
        <p:cNvPr id="547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p11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49" name="Google Shape;549;p11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841126" y="3815180"/>
            <a:ext cx="3350873" cy="304281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50" name="Google Shape;550;p117"/>
          <p:cNvCxnSpPr/>
          <p:nvPr/>
        </p:nvCxnSpPr>
        <p:spPr>
          <a:xfrm>
            <a:off x="512633" y="508950"/>
            <a:ext cx="11166734" cy="0"/>
          </a:xfrm>
          <a:prstGeom prst="straightConnector1">
            <a:avLst/>
          </a:prstGeom>
          <a:noFill/>
          <a:ln cap="flat" cmpd="sng" w="9525">
            <a:solidFill>
              <a:srgbClr val="B3B3B3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51" name="Google Shape;551;p117"/>
          <p:cNvCxnSpPr/>
          <p:nvPr/>
        </p:nvCxnSpPr>
        <p:spPr>
          <a:xfrm>
            <a:off x="512633" y="6344080"/>
            <a:ext cx="11166734" cy="0"/>
          </a:xfrm>
          <a:prstGeom prst="straightConnector1">
            <a:avLst/>
          </a:prstGeom>
          <a:noFill/>
          <a:ln cap="flat" cmpd="sng" w="9525">
            <a:solidFill>
              <a:srgbClr val="B3B3B3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552" name="Google Shape;552;p1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6271" y="6386235"/>
            <a:ext cx="1205565" cy="37017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53" name="Google Shape;553;p117"/>
          <p:cNvCxnSpPr/>
          <p:nvPr/>
        </p:nvCxnSpPr>
        <p:spPr>
          <a:xfrm>
            <a:off x="5525097" y="951811"/>
            <a:ext cx="0" cy="5395158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554" name="Google Shape;554;p117"/>
          <p:cNvSpPr txBox="1"/>
          <p:nvPr>
            <p:ph idx="1" type="body"/>
          </p:nvPr>
        </p:nvSpPr>
        <p:spPr>
          <a:xfrm>
            <a:off x="5742421" y="901327"/>
            <a:ext cx="4580378" cy="3734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Arial"/>
              <a:buNone/>
              <a:defRPr b="1" i="0" sz="22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55" name="Google Shape;555;p117"/>
          <p:cNvSpPr/>
          <p:nvPr/>
        </p:nvSpPr>
        <p:spPr>
          <a:xfrm rot="10800000">
            <a:off x="5471390" y="949328"/>
            <a:ext cx="107414" cy="92598"/>
          </a:xfrm>
          <a:prstGeom prst="triangle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6" name="Google Shape;556;p117"/>
          <p:cNvSpPr txBox="1"/>
          <p:nvPr>
            <p:ph idx="2" type="body"/>
          </p:nvPr>
        </p:nvSpPr>
        <p:spPr>
          <a:xfrm>
            <a:off x="718730" y="2421713"/>
            <a:ext cx="4580377" cy="6358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r">
              <a:lnSpc>
                <a:spcPct val="148571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57" name="Google Shape;557;p117"/>
          <p:cNvSpPr txBox="1"/>
          <p:nvPr>
            <p:ph idx="3" type="body"/>
          </p:nvPr>
        </p:nvSpPr>
        <p:spPr>
          <a:xfrm>
            <a:off x="718731" y="1958010"/>
            <a:ext cx="4580378" cy="3734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Arial"/>
              <a:buNone/>
              <a:defRPr b="1" i="0" sz="22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58" name="Google Shape;558;p117"/>
          <p:cNvSpPr/>
          <p:nvPr/>
        </p:nvSpPr>
        <p:spPr>
          <a:xfrm rot="10800000">
            <a:off x="5471390" y="2017477"/>
            <a:ext cx="107414" cy="92598"/>
          </a:xfrm>
          <a:prstGeom prst="triangle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" name="Google Shape;559;p117"/>
          <p:cNvSpPr/>
          <p:nvPr/>
        </p:nvSpPr>
        <p:spPr>
          <a:xfrm rot="10800000">
            <a:off x="5471390" y="3077534"/>
            <a:ext cx="107414" cy="92598"/>
          </a:xfrm>
          <a:prstGeom prst="triangle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0" name="Google Shape;560;p117"/>
          <p:cNvSpPr/>
          <p:nvPr/>
        </p:nvSpPr>
        <p:spPr>
          <a:xfrm rot="10800000">
            <a:off x="5471391" y="4129498"/>
            <a:ext cx="107414" cy="92598"/>
          </a:xfrm>
          <a:prstGeom prst="triangle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1" name="Google Shape;561;p117"/>
          <p:cNvSpPr/>
          <p:nvPr/>
        </p:nvSpPr>
        <p:spPr>
          <a:xfrm rot="10800000">
            <a:off x="5471391" y="5189555"/>
            <a:ext cx="107414" cy="92598"/>
          </a:xfrm>
          <a:prstGeom prst="triangle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2" name="Google Shape;562;p117"/>
          <p:cNvSpPr/>
          <p:nvPr/>
        </p:nvSpPr>
        <p:spPr>
          <a:xfrm>
            <a:off x="5471390" y="6257703"/>
            <a:ext cx="107414" cy="92598"/>
          </a:xfrm>
          <a:prstGeom prst="triangle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3" name="Google Shape;563;p117"/>
          <p:cNvSpPr txBox="1"/>
          <p:nvPr>
            <p:ph idx="4" type="body"/>
          </p:nvPr>
        </p:nvSpPr>
        <p:spPr>
          <a:xfrm>
            <a:off x="5742419" y="1365030"/>
            <a:ext cx="4580377" cy="6358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48571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64" name="Google Shape;564;p117"/>
          <p:cNvSpPr txBox="1"/>
          <p:nvPr>
            <p:ph idx="5" type="body"/>
          </p:nvPr>
        </p:nvSpPr>
        <p:spPr>
          <a:xfrm>
            <a:off x="718730" y="4596742"/>
            <a:ext cx="4580377" cy="6358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r">
              <a:lnSpc>
                <a:spcPct val="148571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65" name="Google Shape;565;p117"/>
          <p:cNvSpPr txBox="1"/>
          <p:nvPr>
            <p:ph idx="6" type="body"/>
          </p:nvPr>
        </p:nvSpPr>
        <p:spPr>
          <a:xfrm>
            <a:off x="718731" y="4133039"/>
            <a:ext cx="4580378" cy="3734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Arial"/>
              <a:buNone/>
              <a:defRPr b="1" i="0" sz="22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66" name="Google Shape;566;p117"/>
          <p:cNvSpPr txBox="1"/>
          <p:nvPr>
            <p:ph idx="7" type="body"/>
          </p:nvPr>
        </p:nvSpPr>
        <p:spPr>
          <a:xfrm>
            <a:off x="5742421" y="3055561"/>
            <a:ext cx="4580378" cy="3734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Arial"/>
              <a:buNone/>
              <a:defRPr b="1" i="0" sz="22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67" name="Google Shape;567;p117"/>
          <p:cNvSpPr txBox="1"/>
          <p:nvPr>
            <p:ph idx="8" type="body"/>
          </p:nvPr>
        </p:nvSpPr>
        <p:spPr>
          <a:xfrm>
            <a:off x="5742419" y="3519264"/>
            <a:ext cx="4580377" cy="6358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48571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68" name="Google Shape;568;p117"/>
          <p:cNvSpPr txBox="1"/>
          <p:nvPr>
            <p:ph idx="9" type="body"/>
          </p:nvPr>
        </p:nvSpPr>
        <p:spPr>
          <a:xfrm>
            <a:off x="5742421" y="5236334"/>
            <a:ext cx="4580378" cy="3734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Arial"/>
              <a:buNone/>
              <a:defRPr b="1" i="0" sz="22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69" name="Google Shape;569;p117"/>
          <p:cNvSpPr txBox="1"/>
          <p:nvPr>
            <p:ph idx="13" type="body"/>
          </p:nvPr>
        </p:nvSpPr>
        <p:spPr>
          <a:xfrm>
            <a:off x="5742419" y="5700037"/>
            <a:ext cx="4580377" cy="6358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48571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70" name="Google Shape;570;p117"/>
          <p:cNvSpPr txBox="1"/>
          <p:nvPr>
            <p:ph idx="14" type="body"/>
          </p:nvPr>
        </p:nvSpPr>
        <p:spPr>
          <a:xfrm>
            <a:off x="417525" y="835144"/>
            <a:ext cx="4836539" cy="5003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1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71" name="Google Shape;571;p117"/>
          <p:cNvSpPr txBox="1"/>
          <p:nvPr>
            <p:ph idx="15" type="body"/>
          </p:nvPr>
        </p:nvSpPr>
        <p:spPr>
          <a:xfrm>
            <a:off x="417525" y="182918"/>
            <a:ext cx="5335912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3_01_파트 및 클립">
  <p:cSld name="03_01_파트 및 클립">
    <p:spTree>
      <p:nvGrpSpPr>
        <p:cNvPr id="572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p11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74" name="Google Shape;574;p118"/>
          <p:cNvCxnSpPr/>
          <p:nvPr/>
        </p:nvCxnSpPr>
        <p:spPr>
          <a:xfrm>
            <a:off x="512633" y="508950"/>
            <a:ext cx="11166734" cy="0"/>
          </a:xfrm>
          <a:prstGeom prst="straightConnector1">
            <a:avLst/>
          </a:prstGeom>
          <a:noFill/>
          <a:ln cap="flat" cmpd="sng" w="9525">
            <a:solidFill>
              <a:srgbClr val="B3B3B3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75" name="Google Shape;575;p118"/>
          <p:cNvCxnSpPr/>
          <p:nvPr/>
        </p:nvCxnSpPr>
        <p:spPr>
          <a:xfrm>
            <a:off x="512633" y="6344080"/>
            <a:ext cx="11166734" cy="0"/>
          </a:xfrm>
          <a:prstGeom prst="straightConnector1">
            <a:avLst/>
          </a:prstGeom>
          <a:noFill/>
          <a:ln cap="flat" cmpd="sng" w="9525">
            <a:solidFill>
              <a:srgbClr val="B3B3B3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576" name="Google Shape;576;p118"/>
          <p:cNvSpPr txBox="1"/>
          <p:nvPr>
            <p:ph idx="1" type="body"/>
          </p:nvPr>
        </p:nvSpPr>
        <p:spPr>
          <a:xfrm>
            <a:off x="3428044" y="182918"/>
            <a:ext cx="5335912" cy="2605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>
            <a:lvl1pPr indent="-228600" lvl="0" marL="457200" marR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77" name="Google Shape;577;p118"/>
          <p:cNvSpPr txBox="1"/>
          <p:nvPr>
            <p:ph idx="2" type="body"/>
          </p:nvPr>
        </p:nvSpPr>
        <p:spPr>
          <a:xfrm>
            <a:off x="1631273" y="2612820"/>
            <a:ext cx="8929454" cy="16289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130869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4600"/>
              <a:buFont typeface="Arial"/>
              <a:buNone/>
              <a:defRPr b="1" i="0" sz="46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id="578" name="Google Shape;578;p1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493218" y="6386235"/>
            <a:ext cx="1205565" cy="3701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3_02_파트 및 클립">
  <p:cSld name="03_02_파트 및 클립">
    <p:spTree>
      <p:nvGrpSpPr>
        <p:cNvPr id="579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p11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81" name="Google Shape;581;p119"/>
          <p:cNvCxnSpPr/>
          <p:nvPr/>
        </p:nvCxnSpPr>
        <p:spPr>
          <a:xfrm>
            <a:off x="512633" y="508950"/>
            <a:ext cx="11166734" cy="0"/>
          </a:xfrm>
          <a:prstGeom prst="straightConnector1">
            <a:avLst/>
          </a:prstGeom>
          <a:noFill/>
          <a:ln cap="flat" cmpd="sng" w="9525">
            <a:solidFill>
              <a:srgbClr val="B3B3B3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82" name="Google Shape;582;p119"/>
          <p:cNvCxnSpPr/>
          <p:nvPr/>
        </p:nvCxnSpPr>
        <p:spPr>
          <a:xfrm>
            <a:off x="512633" y="6344080"/>
            <a:ext cx="11166734" cy="0"/>
          </a:xfrm>
          <a:prstGeom prst="straightConnector1">
            <a:avLst/>
          </a:prstGeom>
          <a:noFill/>
          <a:ln cap="flat" cmpd="sng" w="9525">
            <a:solidFill>
              <a:srgbClr val="B3B3B3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583" name="Google Shape;583;p119"/>
          <p:cNvSpPr txBox="1"/>
          <p:nvPr>
            <p:ph idx="1" type="body"/>
          </p:nvPr>
        </p:nvSpPr>
        <p:spPr>
          <a:xfrm>
            <a:off x="3428044" y="182918"/>
            <a:ext cx="5335912" cy="2605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>
            <a:lvl1pPr indent="-228600" lvl="0" marL="457200" marR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84" name="Google Shape;584;p119"/>
          <p:cNvSpPr txBox="1"/>
          <p:nvPr>
            <p:ph idx="2" type="body"/>
          </p:nvPr>
        </p:nvSpPr>
        <p:spPr>
          <a:xfrm>
            <a:off x="1631273" y="2612820"/>
            <a:ext cx="8929454" cy="16289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130869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600"/>
              <a:buFont typeface="Arial"/>
              <a:buNone/>
              <a:defRPr b="1" i="0" sz="4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id="585" name="Google Shape;585;p11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493218" y="6386235"/>
            <a:ext cx="1205565" cy="3701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4_01_텍스트 1단">
  <p:cSld name="04_01_텍스트 1단"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p120"/>
          <p:cNvSpPr/>
          <p:nvPr/>
        </p:nvSpPr>
        <p:spPr>
          <a:xfrm>
            <a:off x="509732" y="762118"/>
            <a:ext cx="10029600" cy="5340875"/>
          </a:xfrm>
          <a:prstGeom prst="roundRect">
            <a:avLst>
              <a:gd fmla="val 1649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8" name="Google Shape;588;p120"/>
          <p:cNvSpPr txBox="1"/>
          <p:nvPr>
            <p:ph idx="1" type="body"/>
          </p:nvPr>
        </p:nvSpPr>
        <p:spPr>
          <a:xfrm>
            <a:off x="417525" y="182918"/>
            <a:ext cx="5335912" cy="2605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B3B3B3"/>
              </a:buClr>
              <a:buSzPts val="1100"/>
              <a:buFont typeface="Arial"/>
              <a:buNone/>
              <a:defRPr b="1" i="0" sz="1100" u="none" cap="none" strike="noStrike">
                <a:solidFill>
                  <a:srgbClr val="B3B3B3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89" name="Google Shape;589;p120"/>
          <p:cNvSpPr txBox="1"/>
          <p:nvPr>
            <p:ph idx="2" type="body"/>
          </p:nvPr>
        </p:nvSpPr>
        <p:spPr>
          <a:xfrm>
            <a:off x="801123" y="1732953"/>
            <a:ext cx="9351543" cy="15305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21333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b="1" i="0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90" name="Google Shape;590;p120"/>
          <p:cNvSpPr txBox="1"/>
          <p:nvPr>
            <p:ph idx="3" type="body"/>
          </p:nvPr>
        </p:nvSpPr>
        <p:spPr>
          <a:xfrm>
            <a:off x="795292" y="3491285"/>
            <a:ext cx="9351543" cy="11372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48571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91" name="Google Shape;591;p120"/>
          <p:cNvSpPr txBox="1"/>
          <p:nvPr>
            <p:ph idx="4" type="body"/>
          </p:nvPr>
        </p:nvSpPr>
        <p:spPr>
          <a:xfrm>
            <a:off x="795292" y="4895879"/>
            <a:ext cx="9351543" cy="3023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>
            <a:lvl1pPr indent="-228600" lvl="0" marL="457200" marR="0" rtl="0" algn="l">
              <a:lnSpc>
                <a:spcPct val="148333"/>
              </a:lnSpc>
              <a:spcBef>
                <a:spcPts val="1000"/>
              </a:spcBef>
              <a:spcAft>
                <a:spcPts val="0"/>
              </a:spcAft>
              <a:buClr>
                <a:srgbClr val="BDBDBD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BDBDBD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4_02_텍스트 1단">
  <p:cSld name="04_02_텍스트 1단">
    <p:spTree>
      <p:nvGrpSpPr>
        <p:cNvPr id="592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p121"/>
          <p:cNvSpPr txBox="1"/>
          <p:nvPr>
            <p:ph idx="1" type="body"/>
          </p:nvPr>
        </p:nvSpPr>
        <p:spPr>
          <a:xfrm>
            <a:off x="417525" y="182918"/>
            <a:ext cx="5335912" cy="2605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B3B3B3"/>
              </a:buClr>
              <a:buSzPts val="1100"/>
              <a:buFont typeface="Arial"/>
              <a:buNone/>
              <a:defRPr b="1" i="0" sz="1100" u="none" cap="none" strike="noStrike">
                <a:solidFill>
                  <a:srgbClr val="B3B3B3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94" name="Google Shape;594;p121"/>
          <p:cNvSpPr/>
          <p:nvPr>
            <p:ph idx="2" type="body"/>
          </p:nvPr>
        </p:nvSpPr>
        <p:spPr>
          <a:xfrm>
            <a:off x="512633" y="1627224"/>
            <a:ext cx="10029600" cy="88973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  <a:defRPr b="0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95" name="Google Shape;595;p121"/>
          <p:cNvSpPr/>
          <p:nvPr>
            <p:ph idx="3" type="body"/>
          </p:nvPr>
        </p:nvSpPr>
        <p:spPr>
          <a:xfrm>
            <a:off x="512633" y="2756496"/>
            <a:ext cx="10029600" cy="88973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  <a:defRPr b="0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96" name="Google Shape;596;p121"/>
          <p:cNvSpPr/>
          <p:nvPr>
            <p:ph idx="4" type="body"/>
          </p:nvPr>
        </p:nvSpPr>
        <p:spPr>
          <a:xfrm>
            <a:off x="512633" y="3885768"/>
            <a:ext cx="10029600" cy="88973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  <a:defRPr b="0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97" name="Google Shape;597;p121"/>
          <p:cNvSpPr/>
          <p:nvPr>
            <p:ph idx="5" type="body"/>
          </p:nvPr>
        </p:nvSpPr>
        <p:spPr>
          <a:xfrm>
            <a:off x="512633" y="5015038"/>
            <a:ext cx="10029600" cy="88973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  <a:defRPr b="0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98" name="Google Shape;598;p121"/>
          <p:cNvSpPr/>
          <p:nvPr/>
        </p:nvSpPr>
        <p:spPr>
          <a:xfrm rot="10800000">
            <a:off x="5471390" y="2590426"/>
            <a:ext cx="107414" cy="92598"/>
          </a:xfrm>
          <a:prstGeom prst="triangle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9" name="Google Shape;599;p121"/>
          <p:cNvSpPr/>
          <p:nvPr/>
        </p:nvSpPr>
        <p:spPr>
          <a:xfrm rot="10800000">
            <a:off x="5471390" y="3719698"/>
            <a:ext cx="107414" cy="92598"/>
          </a:xfrm>
          <a:prstGeom prst="triangle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0" name="Google Shape;600;p121"/>
          <p:cNvSpPr/>
          <p:nvPr/>
        </p:nvSpPr>
        <p:spPr>
          <a:xfrm rot="10800000">
            <a:off x="5471390" y="4848970"/>
            <a:ext cx="107414" cy="92598"/>
          </a:xfrm>
          <a:prstGeom prst="triangle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1" name="Google Shape;601;p121"/>
          <p:cNvSpPr txBox="1"/>
          <p:nvPr>
            <p:ph idx="6" type="body"/>
          </p:nvPr>
        </p:nvSpPr>
        <p:spPr>
          <a:xfrm>
            <a:off x="417525" y="835144"/>
            <a:ext cx="5335912" cy="5003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1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4_03_텍스트 1단">
  <p:cSld name="04_03_텍스트 1단">
    <p:spTree>
      <p:nvGrpSpPr>
        <p:cNvPr id="602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p122"/>
          <p:cNvSpPr txBox="1"/>
          <p:nvPr>
            <p:ph idx="1" type="body"/>
          </p:nvPr>
        </p:nvSpPr>
        <p:spPr>
          <a:xfrm>
            <a:off x="417525" y="182918"/>
            <a:ext cx="5335912" cy="2605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B3B3B3"/>
              </a:buClr>
              <a:buSzPts val="1100"/>
              <a:buFont typeface="Arial"/>
              <a:buNone/>
              <a:defRPr b="1" i="0" sz="1100" u="none" cap="none" strike="noStrike">
                <a:solidFill>
                  <a:srgbClr val="B3B3B3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04" name="Google Shape;604;p122"/>
          <p:cNvSpPr/>
          <p:nvPr>
            <p:ph idx="2" type="body"/>
          </p:nvPr>
        </p:nvSpPr>
        <p:spPr>
          <a:xfrm>
            <a:off x="512633" y="1639598"/>
            <a:ext cx="10029600" cy="6480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05" name="Google Shape;605;p122"/>
          <p:cNvSpPr/>
          <p:nvPr>
            <p:ph idx="3" type="body"/>
          </p:nvPr>
        </p:nvSpPr>
        <p:spPr>
          <a:xfrm rot="-5400000">
            <a:off x="627171" y="1525060"/>
            <a:ext cx="648000" cy="877076"/>
          </a:xfrm>
          <a:prstGeom prst="round2SameRect">
            <a:avLst>
              <a:gd fmla="val 50000" name="adj1"/>
              <a:gd fmla="val 0" name="adj2"/>
            </a:avLst>
          </a:prstGeom>
          <a:solidFill>
            <a:srgbClr val="FFE6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06" name="Google Shape;606;p122"/>
          <p:cNvSpPr txBox="1"/>
          <p:nvPr/>
        </p:nvSpPr>
        <p:spPr>
          <a:xfrm>
            <a:off x="607508" y="1734484"/>
            <a:ext cx="782180" cy="45820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9048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None/>
            </a:pPr>
            <a:r>
              <a:rPr b="1" i="0" lang="ko-KR" sz="2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1" i="0" sz="2800" u="none" cap="none" strike="noStrike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7" name="Google Shape;607;p122"/>
          <p:cNvSpPr/>
          <p:nvPr>
            <p:ph idx="4" type="body"/>
          </p:nvPr>
        </p:nvSpPr>
        <p:spPr>
          <a:xfrm>
            <a:off x="512633" y="2541035"/>
            <a:ext cx="10029600" cy="6480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08" name="Google Shape;608;p122"/>
          <p:cNvSpPr/>
          <p:nvPr>
            <p:ph idx="5" type="body"/>
          </p:nvPr>
        </p:nvSpPr>
        <p:spPr>
          <a:xfrm rot="-5400000">
            <a:off x="627172" y="2426497"/>
            <a:ext cx="648000" cy="877076"/>
          </a:xfrm>
          <a:prstGeom prst="round2SameRect">
            <a:avLst>
              <a:gd fmla="val 50000" name="adj1"/>
              <a:gd fmla="val 0" name="adj2"/>
            </a:avLst>
          </a:prstGeom>
          <a:solidFill>
            <a:srgbClr val="FFE6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09" name="Google Shape;609;p122"/>
          <p:cNvSpPr txBox="1"/>
          <p:nvPr/>
        </p:nvSpPr>
        <p:spPr>
          <a:xfrm>
            <a:off x="607508" y="2635909"/>
            <a:ext cx="782180" cy="45820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9048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None/>
            </a:pPr>
            <a:r>
              <a:rPr b="1" i="0" lang="ko-KR" sz="2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1" i="0" sz="2800" u="none" cap="none" strike="noStrike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0" name="Google Shape;610;p122"/>
          <p:cNvSpPr/>
          <p:nvPr>
            <p:ph idx="6" type="body"/>
          </p:nvPr>
        </p:nvSpPr>
        <p:spPr>
          <a:xfrm>
            <a:off x="512633" y="3442472"/>
            <a:ext cx="10029600" cy="6480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11" name="Google Shape;611;p122"/>
          <p:cNvSpPr/>
          <p:nvPr>
            <p:ph idx="7" type="body"/>
          </p:nvPr>
        </p:nvSpPr>
        <p:spPr>
          <a:xfrm rot="-5400000">
            <a:off x="627172" y="3327934"/>
            <a:ext cx="648000" cy="877076"/>
          </a:xfrm>
          <a:prstGeom prst="round2SameRect">
            <a:avLst>
              <a:gd fmla="val 50000" name="adj1"/>
              <a:gd fmla="val 0" name="adj2"/>
            </a:avLst>
          </a:prstGeom>
          <a:solidFill>
            <a:srgbClr val="FFE6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12" name="Google Shape;612;p122"/>
          <p:cNvSpPr txBox="1"/>
          <p:nvPr/>
        </p:nvSpPr>
        <p:spPr>
          <a:xfrm>
            <a:off x="607508" y="3537359"/>
            <a:ext cx="782180" cy="45820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9048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None/>
            </a:pPr>
            <a:r>
              <a:rPr b="1" i="0" lang="ko-KR" sz="2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1" i="0" sz="2800" u="none" cap="none" strike="noStrike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3" name="Google Shape;613;p122"/>
          <p:cNvSpPr/>
          <p:nvPr>
            <p:ph idx="8" type="body"/>
          </p:nvPr>
        </p:nvSpPr>
        <p:spPr>
          <a:xfrm>
            <a:off x="512633" y="4343909"/>
            <a:ext cx="10029600" cy="6480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14" name="Google Shape;614;p122"/>
          <p:cNvSpPr/>
          <p:nvPr>
            <p:ph idx="9" type="body"/>
          </p:nvPr>
        </p:nvSpPr>
        <p:spPr>
          <a:xfrm rot="-5400000">
            <a:off x="627171" y="4229371"/>
            <a:ext cx="648000" cy="877076"/>
          </a:xfrm>
          <a:prstGeom prst="round2SameRect">
            <a:avLst>
              <a:gd fmla="val 50000" name="adj1"/>
              <a:gd fmla="val 0" name="adj2"/>
            </a:avLst>
          </a:prstGeom>
          <a:solidFill>
            <a:srgbClr val="FFE6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15" name="Google Shape;615;p122"/>
          <p:cNvSpPr txBox="1"/>
          <p:nvPr/>
        </p:nvSpPr>
        <p:spPr>
          <a:xfrm>
            <a:off x="607508" y="4438784"/>
            <a:ext cx="782180" cy="45820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9048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None/>
            </a:pPr>
            <a:r>
              <a:rPr b="1" i="0" lang="ko-KR" sz="2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1" i="0" sz="2800" u="none" cap="none" strike="noStrike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6" name="Google Shape;616;p122"/>
          <p:cNvSpPr/>
          <p:nvPr>
            <p:ph idx="13" type="body"/>
          </p:nvPr>
        </p:nvSpPr>
        <p:spPr>
          <a:xfrm>
            <a:off x="512633" y="5245347"/>
            <a:ext cx="10029600" cy="6480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17" name="Google Shape;617;p122"/>
          <p:cNvSpPr/>
          <p:nvPr>
            <p:ph idx="14" type="body"/>
          </p:nvPr>
        </p:nvSpPr>
        <p:spPr>
          <a:xfrm rot="-5400000">
            <a:off x="627171" y="5130809"/>
            <a:ext cx="648000" cy="877076"/>
          </a:xfrm>
          <a:prstGeom prst="round2SameRect">
            <a:avLst>
              <a:gd fmla="val 50000" name="adj1"/>
              <a:gd fmla="val 0" name="adj2"/>
            </a:avLst>
          </a:prstGeom>
          <a:solidFill>
            <a:srgbClr val="FFE6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18" name="Google Shape;618;p122"/>
          <p:cNvSpPr txBox="1"/>
          <p:nvPr/>
        </p:nvSpPr>
        <p:spPr>
          <a:xfrm>
            <a:off x="607508" y="5340234"/>
            <a:ext cx="782180" cy="45820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9048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None/>
            </a:pPr>
            <a:r>
              <a:rPr b="1" i="0" lang="ko-KR" sz="2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 b="1" i="0" sz="2800" u="none" cap="none" strike="noStrike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9" name="Google Shape;619;p122"/>
          <p:cNvSpPr txBox="1"/>
          <p:nvPr>
            <p:ph idx="15" type="body"/>
          </p:nvPr>
        </p:nvSpPr>
        <p:spPr>
          <a:xfrm>
            <a:off x="417525" y="835144"/>
            <a:ext cx="5335912" cy="5003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1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4_04_텍스트 1단">
  <p:cSld name="04_04_텍스트 1단">
    <p:spTree>
      <p:nvGrpSpPr>
        <p:cNvPr id="620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Google Shape;621;p123"/>
          <p:cNvSpPr txBox="1"/>
          <p:nvPr>
            <p:ph idx="1" type="body"/>
          </p:nvPr>
        </p:nvSpPr>
        <p:spPr>
          <a:xfrm>
            <a:off x="417525" y="182918"/>
            <a:ext cx="5335912" cy="2605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B3B3B3"/>
              </a:buClr>
              <a:buSzPts val="1100"/>
              <a:buFont typeface="Arial"/>
              <a:buNone/>
              <a:defRPr b="1" i="0" sz="1100" u="none" cap="none" strike="noStrike">
                <a:solidFill>
                  <a:srgbClr val="B3B3B3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22" name="Google Shape;622;p123"/>
          <p:cNvSpPr/>
          <p:nvPr/>
        </p:nvSpPr>
        <p:spPr>
          <a:xfrm>
            <a:off x="513850" y="1639598"/>
            <a:ext cx="881856" cy="640080"/>
          </a:xfrm>
          <a:prstGeom prst="roundRect">
            <a:avLst>
              <a:gd fmla="val 50000" name="adj"/>
            </a:avLst>
          </a:prstGeom>
          <a:solidFill>
            <a:schemeClr val="accent2"/>
          </a:solidFill>
          <a:ln cap="flat" cmpd="sng" w="1905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3" name="Google Shape;623;p123"/>
          <p:cNvSpPr/>
          <p:nvPr/>
        </p:nvSpPr>
        <p:spPr>
          <a:xfrm>
            <a:off x="876969" y="1894339"/>
            <a:ext cx="167676" cy="140756"/>
          </a:xfrm>
          <a:custGeom>
            <a:rect b="b" l="l" r="r" t="t"/>
            <a:pathLst>
              <a:path extrusionOk="0" h="206081" w="245495">
                <a:moveTo>
                  <a:pt x="0" y="96817"/>
                </a:moveTo>
                <a:lnTo>
                  <a:pt x="85062" y="206081"/>
                </a:lnTo>
                <a:lnTo>
                  <a:pt x="245495" y="0"/>
                </a:lnTo>
              </a:path>
            </a:pathLst>
          </a:custGeom>
          <a:noFill/>
          <a:ln cap="rnd" cmpd="sng" w="44450">
            <a:solidFill>
              <a:srgbClr val="FC1C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4" name="Google Shape;624;p123"/>
          <p:cNvSpPr/>
          <p:nvPr>
            <p:ph idx="2" type="body"/>
          </p:nvPr>
        </p:nvSpPr>
        <p:spPr>
          <a:xfrm>
            <a:off x="1664316" y="1639598"/>
            <a:ext cx="8881476" cy="6480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25" name="Google Shape;625;p123"/>
          <p:cNvSpPr/>
          <p:nvPr/>
        </p:nvSpPr>
        <p:spPr>
          <a:xfrm>
            <a:off x="513850" y="2543015"/>
            <a:ext cx="881856" cy="640080"/>
          </a:xfrm>
          <a:prstGeom prst="roundRect">
            <a:avLst>
              <a:gd fmla="val 50000" name="adj"/>
            </a:avLst>
          </a:prstGeom>
          <a:solidFill>
            <a:schemeClr val="accent2"/>
          </a:solidFill>
          <a:ln cap="flat" cmpd="sng" w="1905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6" name="Google Shape;626;p123"/>
          <p:cNvSpPr/>
          <p:nvPr/>
        </p:nvSpPr>
        <p:spPr>
          <a:xfrm>
            <a:off x="876969" y="2792001"/>
            <a:ext cx="167676" cy="140756"/>
          </a:xfrm>
          <a:custGeom>
            <a:rect b="b" l="l" r="r" t="t"/>
            <a:pathLst>
              <a:path extrusionOk="0" h="206081" w="245495">
                <a:moveTo>
                  <a:pt x="0" y="96817"/>
                </a:moveTo>
                <a:lnTo>
                  <a:pt x="85062" y="206081"/>
                </a:lnTo>
                <a:lnTo>
                  <a:pt x="245495" y="0"/>
                </a:lnTo>
              </a:path>
            </a:pathLst>
          </a:custGeom>
          <a:noFill/>
          <a:ln cap="rnd" cmpd="sng" w="44450">
            <a:solidFill>
              <a:srgbClr val="FC1C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7" name="Google Shape;627;p123"/>
          <p:cNvSpPr/>
          <p:nvPr>
            <p:ph idx="3" type="body"/>
          </p:nvPr>
        </p:nvSpPr>
        <p:spPr>
          <a:xfrm>
            <a:off x="1664316" y="2541035"/>
            <a:ext cx="8881476" cy="6480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28" name="Google Shape;628;p123"/>
          <p:cNvSpPr/>
          <p:nvPr/>
        </p:nvSpPr>
        <p:spPr>
          <a:xfrm>
            <a:off x="513850" y="3446432"/>
            <a:ext cx="881856" cy="640080"/>
          </a:xfrm>
          <a:prstGeom prst="roundRect">
            <a:avLst>
              <a:gd fmla="val 50000" name="adj"/>
            </a:avLst>
          </a:prstGeom>
          <a:solidFill>
            <a:schemeClr val="accent2"/>
          </a:solidFill>
          <a:ln cap="flat" cmpd="sng" w="1905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9" name="Google Shape;629;p123"/>
          <p:cNvSpPr/>
          <p:nvPr/>
        </p:nvSpPr>
        <p:spPr>
          <a:xfrm>
            <a:off x="876969" y="3686753"/>
            <a:ext cx="167676" cy="140756"/>
          </a:xfrm>
          <a:custGeom>
            <a:rect b="b" l="l" r="r" t="t"/>
            <a:pathLst>
              <a:path extrusionOk="0" h="206081" w="245495">
                <a:moveTo>
                  <a:pt x="0" y="96817"/>
                </a:moveTo>
                <a:lnTo>
                  <a:pt x="85062" y="206081"/>
                </a:lnTo>
                <a:lnTo>
                  <a:pt x="245495" y="0"/>
                </a:lnTo>
              </a:path>
            </a:pathLst>
          </a:custGeom>
          <a:noFill/>
          <a:ln cap="rnd" cmpd="sng" w="44450">
            <a:solidFill>
              <a:srgbClr val="FC1C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0" name="Google Shape;630;p123"/>
          <p:cNvSpPr/>
          <p:nvPr>
            <p:ph idx="4" type="body"/>
          </p:nvPr>
        </p:nvSpPr>
        <p:spPr>
          <a:xfrm>
            <a:off x="1664316" y="3442472"/>
            <a:ext cx="8881476" cy="6480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31" name="Google Shape;631;p123"/>
          <p:cNvSpPr/>
          <p:nvPr/>
        </p:nvSpPr>
        <p:spPr>
          <a:xfrm>
            <a:off x="513850" y="4349849"/>
            <a:ext cx="881856" cy="640080"/>
          </a:xfrm>
          <a:prstGeom prst="roundRect">
            <a:avLst>
              <a:gd fmla="val 50000" name="adj"/>
            </a:avLst>
          </a:prstGeom>
          <a:solidFill>
            <a:schemeClr val="accent2"/>
          </a:solidFill>
          <a:ln cap="flat" cmpd="sng" w="1905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2" name="Google Shape;632;p123"/>
          <p:cNvSpPr/>
          <p:nvPr/>
        </p:nvSpPr>
        <p:spPr>
          <a:xfrm>
            <a:off x="876969" y="4589508"/>
            <a:ext cx="167676" cy="140756"/>
          </a:xfrm>
          <a:custGeom>
            <a:rect b="b" l="l" r="r" t="t"/>
            <a:pathLst>
              <a:path extrusionOk="0" h="206081" w="245495">
                <a:moveTo>
                  <a:pt x="0" y="96817"/>
                </a:moveTo>
                <a:lnTo>
                  <a:pt x="85062" y="206081"/>
                </a:lnTo>
                <a:lnTo>
                  <a:pt x="245495" y="0"/>
                </a:lnTo>
              </a:path>
            </a:pathLst>
          </a:custGeom>
          <a:noFill/>
          <a:ln cap="rnd" cmpd="sng" w="44450">
            <a:solidFill>
              <a:srgbClr val="FC1C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3" name="Google Shape;633;p123"/>
          <p:cNvSpPr/>
          <p:nvPr>
            <p:ph idx="5" type="body"/>
          </p:nvPr>
        </p:nvSpPr>
        <p:spPr>
          <a:xfrm>
            <a:off x="1664316" y="4343909"/>
            <a:ext cx="8881476" cy="6480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34" name="Google Shape;634;p123"/>
          <p:cNvSpPr/>
          <p:nvPr/>
        </p:nvSpPr>
        <p:spPr>
          <a:xfrm>
            <a:off x="513850" y="5253267"/>
            <a:ext cx="881856" cy="640080"/>
          </a:xfrm>
          <a:prstGeom prst="roundRect">
            <a:avLst>
              <a:gd fmla="val 50000" name="adj"/>
            </a:avLst>
          </a:prstGeom>
          <a:solidFill>
            <a:schemeClr val="accent2"/>
          </a:solidFill>
          <a:ln cap="flat" cmpd="sng" w="1905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5" name="Google Shape;635;p123"/>
          <p:cNvSpPr/>
          <p:nvPr/>
        </p:nvSpPr>
        <p:spPr>
          <a:xfrm>
            <a:off x="876969" y="5483210"/>
            <a:ext cx="167676" cy="140756"/>
          </a:xfrm>
          <a:custGeom>
            <a:rect b="b" l="l" r="r" t="t"/>
            <a:pathLst>
              <a:path extrusionOk="0" h="206081" w="245495">
                <a:moveTo>
                  <a:pt x="0" y="96817"/>
                </a:moveTo>
                <a:lnTo>
                  <a:pt x="85062" y="206081"/>
                </a:lnTo>
                <a:lnTo>
                  <a:pt x="245495" y="0"/>
                </a:lnTo>
              </a:path>
            </a:pathLst>
          </a:custGeom>
          <a:noFill/>
          <a:ln cap="rnd" cmpd="sng" w="44450">
            <a:solidFill>
              <a:srgbClr val="FC1C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6" name="Google Shape;636;p123"/>
          <p:cNvSpPr/>
          <p:nvPr>
            <p:ph idx="6" type="body"/>
          </p:nvPr>
        </p:nvSpPr>
        <p:spPr>
          <a:xfrm>
            <a:off x="1664316" y="5245347"/>
            <a:ext cx="8881476" cy="6480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37" name="Google Shape;637;p123"/>
          <p:cNvSpPr txBox="1"/>
          <p:nvPr>
            <p:ph idx="7" type="body"/>
          </p:nvPr>
        </p:nvSpPr>
        <p:spPr>
          <a:xfrm>
            <a:off x="417525" y="835144"/>
            <a:ext cx="5335912" cy="5003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1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5_01_텍스트 2단">
  <p:cSld name="05_01_텍스트 2단">
    <p:spTree>
      <p:nvGrpSpPr>
        <p:cNvPr id="638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9" name="Google Shape;639;p124"/>
          <p:cNvSpPr txBox="1"/>
          <p:nvPr>
            <p:ph idx="1" type="body"/>
          </p:nvPr>
        </p:nvSpPr>
        <p:spPr>
          <a:xfrm>
            <a:off x="417525" y="182918"/>
            <a:ext cx="5335912" cy="2605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B3B3B3"/>
              </a:buClr>
              <a:buSzPts val="1100"/>
              <a:buFont typeface="Arial"/>
              <a:buNone/>
              <a:defRPr b="1" i="0" sz="1100" u="none" cap="none" strike="noStrike">
                <a:solidFill>
                  <a:srgbClr val="B3B3B3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40" name="Google Shape;640;p124"/>
          <p:cNvSpPr txBox="1"/>
          <p:nvPr>
            <p:ph idx="2" type="body"/>
          </p:nvPr>
        </p:nvSpPr>
        <p:spPr>
          <a:xfrm>
            <a:off x="417525" y="1339477"/>
            <a:ext cx="8929454" cy="59928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421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Arial"/>
              <a:buNone/>
              <a:defRPr b="1" i="0" sz="3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41" name="Google Shape;641;p124"/>
          <p:cNvSpPr txBox="1"/>
          <p:nvPr>
            <p:ph idx="3" type="body"/>
          </p:nvPr>
        </p:nvSpPr>
        <p:spPr>
          <a:xfrm>
            <a:off x="417525" y="1942150"/>
            <a:ext cx="8929454" cy="59928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421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3800"/>
              <a:buFont typeface="Arial"/>
              <a:buNone/>
              <a:defRPr b="1" i="0" sz="3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42" name="Google Shape;642;p124"/>
          <p:cNvSpPr/>
          <p:nvPr/>
        </p:nvSpPr>
        <p:spPr>
          <a:xfrm>
            <a:off x="504818" y="2857501"/>
            <a:ext cx="4888042" cy="2549524"/>
          </a:xfrm>
          <a:prstGeom prst="roundRect">
            <a:avLst>
              <a:gd fmla="val 285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3" name="Google Shape;643;p124"/>
          <p:cNvSpPr txBox="1"/>
          <p:nvPr>
            <p:ph idx="4" type="body"/>
          </p:nvPr>
        </p:nvSpPr>
        <p:spPr>
          <a:xfrm>
            <a:off x="615190" y="3263122"/>
            <a:ext cx="4617637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>
            <a:lvl1pPr indent="-228600" lvl="0" marL="457200" marR="0" rtl="0" algn="l">
              <a:lnSpc>
                <a:spcPct val="121333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b="1" i="0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44" name="Google Shape;644;p124"/>
          <p:cNvSpPr txBox="1"/>
          <p:nvPr>
            <p:ph idx="5" type="body"/>
          </p:nvPr>
        </p:nvSpPr>
        <p:spPr>
          <a:xfrm>
            <a:off x="615190" y="3962516"/>
            <a:ext cx="4617637" cy="11372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17500" lvl="0" marL="457200" marR="0" rtl="0" algn="l">
              <a:lnSpc>
                <a:spcPct val="134285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45" name="Google Shape;645;p124"/>
          <p:cNvSpPr/>
          <p:nvPr/>
        </p:nvSpPr>
        <p:spPr>
          <a:xfrm>
            <a:off x="5645437" y="2857501"/>
            <a:ext cx="4888042" cy="2549524"/>
          </a:xfrm>
          <a:prstGeom prst="roundRect">
            <a:avLst>
              <a:gd fmla="val 285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6" name="Google Shape;646;p124"/>
          <p:cNvSpPr txBox="1"/>
          <p:nvPr>
            <p:ph idx="6" type="body"/>
          </p:nvPr>
        </p:nvSpPr>
        <p:spPr>
          <a:xfrm>
            <a:off x="5755809" y="3263122"/>
            <a:ext cx="4617637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>
            <a:lvl1pPr indent="-228600" lvl="0" marL="457200" marR="0" rtl="0" algn="l">
              <a:lnSpc>
                <a:spcPct val="121333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b="1" i="0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47" name="Google Shape;647;p124"/>
          <p:cNvSpPr txBox="1"/>
          <p:nvPr>
            <p:ph idx="7" type="body"/>
          </p:nvPr>
        </p:nvSpPr>
        <p:spPr>
          <a:xfrm>
            <a:off x="5755809" y="3962516"/>
            <a:ext cx="4617637" cy="11372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17500" lvl="0" marL="457200" marR="0" rtl="0" algn="l">
              <a:lnSpc>
                <a:spcPct val="134285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5_02_텍스트 2단">
  <p:cSld name="05_02_텍스트 2단">
    <p:spTree>
      <p:nvGrpSpPr>
        <p:cNvPr id="648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" name="Google Shape;649;p125"/>
          <p:cNvSpPr/>
          <p:nvPr/>
        </p:nvSpPr>
        <p:spPr>
          <a:xfrm>
            <a:off x="5645437" y="1627224"/>
            <a:ext cx="4888042" cy="4273061"/>
          </a:xfrm>
          <a:prstGeom prst="roundRect">
            <a:avLst>
              <a:gd fmla="val 1642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0" name="Google Shape;650;p125"/>
          <p:cNvSpPr/>
          <p:nvPr/>
        </p:nvSpPr>
        <p:spPr>
          <a:xfrm>
            <a:off x="512633" y="1627224"/>
            <a:ext cx="4888042" cy="4273061"/>
          </a:xfrm>
          <a:prstGeom prst="roundRect">
            <a:avLst>
              <a:gd fmla="val 1642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1" name="Google Shape;651;p125"/>
          <p:cNvSpPr txBox="1"/>
          <p:nvPr>
            <p:ph idx="1" type="body"/>
          </p:nvPr>
        </p:nvSpPr>
        <p:spPr>
          <a:xfrm>
            <a:off x="417525" y="182918"/>
            <a:ext cx="5335912" cy="2605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B3B3B3"/>
              </a:buClr>
              <a:buSzPts val="1100"/>
              <a:buFont typeface="Arial"/>
              <a:buNone/>
              <a:defRPr b="1" i="0" sz="1100" u="none" cap="none" strike="noStrike">
                <a:solidFill>
                  <a:srgbClr val="B3B3B3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52" name="Google Shape;652;p125"/>
          <p:cNvSpPr txBox="1"/>
          <p:nvPr>
            <p:ph idx="2" type="body"/>
          </p:nvPr>
        </p:nvSpPr>
        <p:spPr>
          <a:xfrm>
            <a:off x="794475" y="1897013"/>
            <a:ext cx="723608" cy="4757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  <a:defRPr b="1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53" name="Google Shape;653;p125"/>
          <p:cNvSpPr txBox="1"/>
          <p:nvPr>
            <p:ph idx="3" type="body"/>
          </p:nvPr>
        </p:nvSpPr>
        <p:spPr>
          <a:xfrm>
            <a:off x="1546821" y="1974827"/>
            <a:ext cx="3614920" cy="3167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54" name="Google Shape;654;p125"/>
          <p:cNvSpPr txBox="1"/>
          <p:nvPr>
            <p:ph idx="4" type="body"/>
          </p:nvPr>
        </p:nvSpPr>
        <p:spPr>
          <a:xfrm>
            <a:off x="794475" y="2734411"/>
            <a:ext cx="723608" cy="4757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Arial"/>
              <a:buNone/>
              <a:defRPr b="1" i="0" sz="22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55" name="Google Shape;655;p125"/>
          <p:cNvSpPr txBox="1"/>
          <p:nvPr>
            <p:ph idx="5" type="body"/>
          </p:nvPr>
        </p:nvSpPr>
        <p:spPr>
          <a:xfrm>
            <a:off x="1546821" y="2818817"/>
            <a:ext cx="3614920" cy="3167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56" name="Google Shape;656;p125"/>
          <p:cNvSpPr txBox="1"/>
          <p:nvPr>
            <p:ph idx="6" type="body"/>
          </p:nvPr>
        </p:nvSpPr>
        <p:spPr>
          <a:xfrm>
            <a:off x="794473" y="3198546"/>
            <a:ext cx="4367268" cy="3276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>
            <a:lvl1pPr indent="-228600" lvl="0" marL="457200" marR="0" rtl="0" algn="l">
              <a:lnSpc>
                <a:spcPct val="141428"/>
              </a:lnSpc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5B5B5B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57" name="Google Shape;657;p125"/>
          <p:cNvSpPr txBox="1"/>
          <p:nvPr>
            <p:ph idx="7" type="body"/>
          </p:nvPr>
        </p:nvSpPr>
        <p:spPr>
          <a:xfrm>
            <a:off x="794475" y="3758488"/>
            <a:ext cx="723608" cy="4757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Arial"/>
              <a:buNone/>
              <a:defRPr b="1" i="0" sz="22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58" name="Google Shape;658;p125"/>
          <p:cNvSpPr txBox="1"/>
          <p:nvPr>
            <p:ph idx="8" type="body"/>
          </p:nvPr>
        </p:nvSpPr>
        <p:spPr>
          <a:xfrm>
            <a:off x="1546821" y="3842894"/>
            <a:ext cx="3614920" cy="3167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59" name="Google Shape;659;p125"/>
          <p:cNvSpPr txBox="1"/>
          <p:nvPr>
            <p:ph idx="9" type="body"/>
          </p:nvPr>
        </p:nvSpPr>
        <p:spPr>
          <a:xfrm>
            <a:off x="794473" y="4222623"/>
            <a:ext cx="4367268" cy="3276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>
            <a:lvl1pPr indent="-228600" lvl="0" marL="457200" marR="0" rtl="0" algn="l">
              <a:lnSpc>
                <a:spcPct val="141428"/>
              </a:lnSpc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5B5B5B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60" name="Google Shape;660;p125"/>
          <p:cNvSpPr txBox="1"/>
          <p:nvPr>
            <p:ph idx="13" type="body"/>
          </p:nvPr>
        </p:nvSpPr>
        <p:spPr>
          <a:xfrm>
            <a:off x="794475" y="4792983"/>
            <a:ext cx="723608" cy="4757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Arial"/>
              <a:buNone/>
              <a:defRPr b="1" i="0" sz="22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61" name="Google Shape;661;p125"/>
          <p:cNvSpPr txBox="1"/>
          <p:nvPr>
            <p:ph idx="14" type="body"/>
          </p:nvPr>
        </p:nvSpPr>
        <p:spPr>
          <a:xfrm>
            <a:off x="1546821" y="4877389"/>
            <a:ext cx="3614920" cy="3167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62" name="Google Shape;662;p125"/>
          <p:cNvSpPr txBox="1"/>
          <p:nvPr>
            <p:ph idx="15" type="body"/>
          </p:nvPr>
        </p:nvSpPr>
        <p:spPr>
          <a:xfrm>
            <a:off x="794473" y="5257118"/>
            <a:ext cx="4367268" cy="3276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>
            <a:lvl1pPr indent="-228600" lvl="0" marL="457200" marR="0" rtl="0" algn="l">
              <a:lnSpc>
                <a:spcPct val="141428"/>
              </a:lnSpc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5B5B5B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63" name="Google Shape;663;p125"/>
          <p:cNvSpPr txBox="1"/>
          <p:nvPr>
            <p:ph idx="16" type="body"/>
          </p:nvPr>
        </p:nvSpPr>
        <p:spPr>
          <a:xfrm>
            <a:off x="5934646" y="1897013"/>
            <a:ext cx="723608" cy="4757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  <a:defRPr b="1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64" name="Google Shape;664;p125"/>
          <p:cNvSpPr txBox="1"/>
          <p:nvPr>
            <p:ph idx="17" type="body"/>
          </p:nvPr>
        </p:nvSpPr>
        <p:spPr>
          <a:xfrm>
            <a:off x="6686992" y="1974827"/>
            <a:ext cx="3614920" cy="3167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65" name="Google Shape;665;p125"/>
          <p:cNvSpPr txBox="1"/>
          <p:nvPr>
            <p:ph idx="18" type="body"/>
          </p:nvPr>
        </p:nvSpPr>
        <p:spPr>
          <a:xfrm>
            <a:off x="5934646" y="2734411"/>
            <a:ext cx="723608" cy="4757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Arial"/>
              <a:buNone/>
              <a:defRPr b="1" i="0" sz="22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66" name="Google Shape;666;p125"/>
          <p:cNvSpPr txBox="1"/>
          <p:nvPr>
            <p:ph idx="19" type="body"/>
          </p:nvPr>
        </p:nvSpPr>
        <p:spPr>
          <a:xfrm>
            <a:off x="6686992" y="2818817"/>
            <a:ext cx="3614920" cy="3167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67" name="Google Shape;667;p125"/>
          <p:cNvSpPr txBox="1"/>
          <p:nvPr>
            <p:ph idx="20" type="body"/>
          </p:nvPr>
        </p:nvSpPr>
        <p:spPr>
          <a:xfrm>
            <a:off x="5934644" y="3198546"/>
            <a:ext cx="4367268" cy="3276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>
            <a:lvl1pPr indent="-228600" lvl="0" marL="457200" marR="0" rtl="0" algn="l">
              <a:lnSpc>
                <a:spcPct val="141428"/>
              </a:lnSpc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5B5B5B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68" name="Google Shape;668;p125"/>
          <p:cNvSpPr txBox="1"/>
          <p:nvPr>
            <p:ph idx="21" type="body"/>
          </p:nvPr>
        </p:nvSpPr>
        <p:spPr>
          <a:xfrm>
            <a:off x="5934646" y="3758488"/>
            <a:ext cx="723608" cy="4757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Arial"/>
              <a:buNone/>
              <a:defRPr b="1" i="0" sz="22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69" name="Google Shape;669;p125"/>
          <p:cNvSpPr txBox="1"/>
          <p:nvPr>
            <p:ph idx="22" type="body"/>
          </p:nvPr>
        </p:nvSpPr>
        <p:spPr>
          <a:xfrm>
            <a:off x="6686992" y="3842894"/>
            <a:ext cx="3614920" cy="3167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70" name="Google Shape;670;p125"/>
          <p:cNvSpPr txBox="1"/>
          <p:nvPr>
            <p:ph idx="23" type="body"/>
          </p:nvPr>
        </p:nvSpPr>
        <p:spPr>
          <a:xfrm>
            <a:off x="5934644" y="4222623"/>
            <a:ext cx="4367268" cy="3276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>
            <a:lvl1pPr indent="-228600" lvl="0" marL="457200" marR="0" rtl="0" algn="l">
              <a:lnSpc>
                <a:spcPct val="141428"/>
              </a:lnSpc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5B5B5B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71" name="Google Shape;671;p125"/>
          <p:cNvSpPr txBox="1"/>
          <p:nvPr>
            <p:ph idx="24" type="body"/>
          </p:nvPr>
        </p:nvSpPr>
        <p:spPr>
          <a:xfrm>
            <a:off x="5934646" y="4792983"/>
            <a:ext cx="723608" cy="4757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Arial"/>
              <a:buNone/>
              <a:defRPr b="1" i="0" sz="22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72" name="Google Shape;672;p125"/>
          <p:cNvSpPr txBox="1"/>
          <p:nvPr>
            <p:ph idx="25" type="body"/>
          </p:nvPr>
        </p:nvSpPr>
        <p:spPr>
          <a:xfrm>
            <a:off x="6686992" y="4877389"/>
            <a:ext cx="3614920" cy="3167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73" name="Google Shape;673;p125"/>
          <p:cNvSpPr txBox="1"/>
          <p:nvPr>
            <p:ph idx="26" type="body"/>
          </p:nvPr>
        </p:nvSpPr>
        <p:spPr>
          <a:xfrm>
            <a:off x="5934644" y="5257118"/>
            <a:ext cx="4367268" cy="3276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>
            <a:lvl1pPr indent="-228600" lvl="0" marL="457200" marR="0" rtl="0" algn="l">
              <a:lnSpc>
                <a:spcPct val="141428"/>
              </a:lnSpc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5B5B5B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74" name="Google Shape;674;p125"/>
          <p:cNvSpPr txBox="1"/>
          <p:nvPr>
            <p:ph idx="27" type="body"/>
          </p:nvPr>
        </p:nvSpPr>
        <p:spPr>
          <a:xfrm>
            <a:off x="417525" y="835144"/>
            <a:ext cx="5335912" cy="5003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1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5_03_텍스트 2단">
  <p:cSld name="05_03_텍스트 2단">
    <p:spTree>
      <p:nvGrpSpPr>
        <p:cNvPr id="675" name="Shape 6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6" name="Google Shape;676;p126"/>
          <p:cNvSpPr/>
          <p:nvPr/>
        </p:nvSpPr>
        <p:spPr>
          <a:xfrm>
            <a:off x="512633" y="1627224"/>
            <a:ext cx="4888042" cy="4273061"/>
          </a:xfrm>
          <a:prstGeom prst="roundRect">
            <a:avLst>
              <a:gd fmla="val 1642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7" name="Google Shape;677;p126"/>
          <p:cNvSpPr txBox="1"/>
          <p:nvPr>
            <p:ph idx="1" type="body"/>
          </p:nvPr>
        </p:nvSpPr>
        <p:spPr>
          <a:xfrm>
            <a:off x="417525" y="182918"/>
            <a:ext cx="5335912" cy="2605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B3B3B3"/>
              </a:buClr>
              <a:buSzPts val="1100"/>
              <a:buFont typeface="Arial"/>
              <a:buNone/>
              <a:defRPr b="1" i="0" sz="1100" u="none" cap="none" strike="noStrike">
                <a:solidFill>
                  <a:srgbClr val="B3B3B3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78" name="Google Shape;678;p126"/>
          <p:cNvSpPr/>
          <p:nvPr/>
        </p:nvSpPr>
        <p:spPr>
          <a:xfrm>
            <a:off x="5645437" y="1627224"/>
            <a:ext cx="4888042" cy="4273061"/>
          </a:xfrm>
          <a:prstGeom prst="roundRect">
            <a:avLst>
              <a:gd fmla="val 1642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9" name="Google Shape;679;p126"/>
          <p:cNvSpPr txBox="1"/>
          <p:nvPr>
            <p:ph idx="2" type="body"/>
          </p:nvPr>
        </p:nvSpPr>
        <p:spPr>
          <a:xfrm>
            <a:off x="740684" y="3145110"/>
            <a:ext cx="3499620" cy="4757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142727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Arial"/>
              <a:buNone/>
              <a:defRPr b="1" i="0" sz="22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80" name="Google Shape;680;p126"/>
          <p:cNvSpPr txBox="1"/>
          <p:nvPr>
            <p:ph idx="3" type="body"/>
          </p:nvPr>
        </p:nvSpPr>
        <p:spPr>
          <a:xfrm>
            <a:off x="740684" y="3656704"/>
            <a:ext cx="3499620" cy="10676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133636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  <a:defRPr b="0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81" name="Google Shape;681;p126"/>
          <p:cNvSpPr txBox="1"/>
          <p:nvPr>
            <p:ph idx="4" type="body"/>
          </p:nvPr>
        </p:nvSpPr>
        <p:spPr>
          <a:xfrm>
            <a:off x="6820809" y="3145110"/>
            <a:ext cx="3499620" cy="4757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142727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Arial"/>
              <a:buNone/>
              <a:defRPr b="1" i="0" sz="22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82" name="Google Shape;682;p126"/>
          <p:cNvSpPr txBox="1"/>
          <p:nvPr>
            <p:ph idx="5" type="body"/>
          </p:nvPr>
        </p:nvSpPr>
        <p:spPr>
          <a:xfrm>
            <a:off x="6820809" y="3656704"/>
            <a:ext cx="3499620" cy="10676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133636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  <a:defRPr b="0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83" name="Google Shape;683;p126"/>
          <p:cNvSpPr/>
          <p:nvPr/>
        </p:nvSpPr>
        <p:spPr>
          <a:xfrm>
            <a:off x="4476170" y="2733230"/>
            <a:ext cx="2097149" cy="2097149"/>
          </a:xfrm>
          <a:prstGeom prst="ellipse">
            <a:avLst/>
          </a:prstGeom>
          <a:solidFill>
            <a:schemeClr val="accent2"/>
          </a:solidFill>
          <a:ln cap="flat" cmpd="sng" w="1905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4" name="Google Shape;684;p126"/>
          <p:cNvSpPr txBox="1"/>
          <p:nvPr>
            <p:ph idx="6" type="body"/>
          </p:nvPr>
        </p:nvSpPr>
        <p:spPr>
          <a:xfrm>
            <a:off x="4630794" y="3843479"/>
            <a:ext cx="1795858" cy="4757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142727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Arial"/>
              <a:buNone/>
              <a:defRPr b="1" i="0" sz="22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85" name="Google Shape;685;p126"/>
          <p:cNvSpPr txBox="1"/>
          <p:nvPr>
            <p:ph idx="7" type="body"/>
          </p:nvPr>
        </p:nvSpPr>
        <p:spPr>
          <a:xfrm>
            <a:off x="417525" y="835144"/>
            <a:ext cx="5335912" cy="5003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1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6_01_텍스트 3단">
  <p:cSld name="06_01_텍스트 3단">
    <p:spTree>
      <p:nvGrpSpPr>
        <p:cNvPr id="686" name="Shape 6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7" name="Google Shape;687;p127"/>
          <p:cNvSpPr/>
          <p:nvPr/>
        </p:nvSpPr>
        <p:spPr>
          <a:xfrm>
            <a:off x="504818" y="1627224"/>
            <a:ext cx="3179676" cy="4269600"/>
          </a:xfrm>
          <a:prstGeom prst="roundRect">
            <a:avLst>
              <a:gd fmla="val 2541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8" name="Google Shape;688;p127"/>
          <p:cNvSpPr/>
          <p:nvPr/>
        </p:nvSpPr>
        <p:spPr>
          <a:xfrm>
            <a:off x="3929335" y="1627224"/>
            <a:ext cx="3179676" cy="4269600"/>
          </a:xfrm>
          <a:prstGeom prst="roundRect">
            <a:avLst>
              <a:gd fmla="val 2541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9" name="Google Shape;689;p127"/>
          <p:cNvSpPr/>
          <p:nvPr/>
        </p:nvSpPr>
        <p:spPr>
          <a:xfrm>
            <a:off x="7353852" y="1627224"/>
            <a:ext cx="3179676" cy="4269600"/>
          </a:xfrm>
          <a:prstGeom prst="roundRect">
            <a:avLst>
              <a:gd fmla="val 2541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0" name="Google Shape;690;p127"/>
          <p:cNvSpPr txBox="1"/>
          <p:nvPr>
            <p:ph idx="1" type="body"/>
          </p:nvPr>
        </p:nvSpPr>
        <p:spPr>
          <a:xfrm>
            <a:off x="417525" y="182918"/>
            <a:ext cx="5335912" cy="2605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B3B3B3"/>
              </a:buClr>
              <a:buSzPts val="1100"/>
              <a:buFont typeface="Arial"/>
              <a:buNone/>
              <a:defRPr b="1" i="0" sz="1100" u="none" cap="none" strike="noStrike">
                <a:solidFill>
                  <a:srgbClr val="B3B3B3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91" name="Google Shape;691;p127"/>
          <p:cNvSpPr txBox="1"/>
          <p:nvPr>
            <p:ph idx="2" type="body"/>
          </p:nvPr>
        </p:nvSpPr>
        <p:spPr>
          <a:xfrm>
            <a:off x="610890" y="3430483"/>
            <a:ext cx="2957064" cy="6065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48571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92" name="Google Shape;692;p127"/>
          <p:cNvSpPr txBox="1"/>
          <p:nvPr>
            <p:ph idx="3" type="body"/>
          </p:nvPr>
        </p:nvSpPr>
        <p:spPr>
          <a:xfrm>
            <a:off x="610890" y="2611940"/>
            <a:ext cx="2957064" cy="69277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b="1" i="0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93" name="Google Shape;693;p127"/>
          <p:cNvSpPr txBox="1"/>
          <p:nvPr>
            <p:ph idx="4" type="body"/>
          </p:nvPr>
        </p:nvSpPr>
        <p:spPr>
          <a:xfrm>
            <a:off x="610890" y="2205315"/>
            <a:ext cx="2957064" cy="2864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Arial"/>
              <a:buNone/>
              <a:defRPr b="1" i="0" sz="22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94" name="Google Shape;694;p127"/>
          <p:cNvSpPr txBox="1"/>
          <p:nvPr>
            <p:ph idx="5" type="body"/>
          </p:nvPr>
        </p:nvSpPr>
        <p:spPr>
          <a:xfrm>
            <a:off x="610890" y="4506245"/>
            <a:ext cx="2957064" cy="104905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67692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95" name="Google Shape;695;p127"/>
          <p:cNvSpPr txBox="1"/>
          <p:nvPr>
            <p:ph idx="6" type="body"/>
          </p:nvPr>
        </p:nvSpPr>
        <p:spPr>
          <a:xfrm>
            <a:off x="4035406" y="2611940"/>
            <a:ext cx="2957063" cy="69277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b="1" i="0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96" name="Google Shape;696;p127"/>
          <p:cNvSpPr txBox="1"/>
          <p:nvPr>
            <p:ph idx="7" type="body"/>
          </p:nvPr>
        </p:nvSpPr>
        <p:spPr>
          <a:xfrm>
            <a:off x="4035406" y="2205315"/>
            <a:ext cx="2957063" cy="2864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Arial"/>
              <a:buNone/>
              <a:defRPr b="1" i="0" sz="22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97" name="Google Shape;697;p127"/>
          <p:cNvSpPr txBox="1"/>
          <p:nvPr>
            <p:ph idx="8" type="body"/>
          </p:nvPr>
        </p:nvSpPr>
        <p:spPr>
          <a:xfrm>
            <a:off x="7459923" y="2611940"/>
            <a:ext cx="2957063" cy="69277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b="1" i="0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98" name="Google Shape;698;p127"/>
          <p:cNvSpPr txBox="1"/>
          <p:nvPr>
            <p:ph idx="9" type="body"/>
          </p:nvPr>
        </p:nvSpPr>
        <p:spPr>
          <a:xfrm>
            <a:off x="7459923" y="2205315"/>
            <a:ext cx="2957063" cy="2864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Arial"/>
              <a:buNone/>
              <a:defRPr b="1" i="0" sz="22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cxnSp>
        <p:nvCxnSpPr>
          <p:cNvPr id="699" name="Google Shape;699;p127"/>
          <p:cNvCxnSpPr/>
          <p:nvPr/>
        </p:nvCxnSpPr>
        <p:spPr>
          <a:xfrm>
            <a:off x="694736" y="4253006"/>
            <a:ext cx="2801499" cy="0"/>
          </a:xfrm>
          <a:prstGeom prst="straightConnector1">
            <a:avLst/>
          </a:prstGeom>
          <a:noFill/>
          <a:ln cap="flat" cmpd="sng" w="9525">
            <a:solidFill>
              <a:srgbClr val="5B5B5B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700" name="Google Shape;700;p127"/>
          <p:cNvCxnSpPr/>
          <p:nvPr/>
        </p:nvCxnSpPr>
        <p:spPr>
          <a:xfrm>
            <a:off x="4125564" y="4253006"/>
            <a:ext cx="2801499" cy="0"/>
          </a:xfrm>
          <a:prstGeom prst="straightConnector1">
            <a:avLst/>
          </a:prstGeom>
          <a:noFill/>
          <a:ln cap="flat" cmpd="sng" w="9525">
            <a:solidFill>
              <a:srgbClr val="5B5B5B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701" name="Google Shape;701;p127"/>
          <p:cNvCxnSpPr/>
          <p:nvPr/>
        </p:nvCxnSpPr>
        <p:spPr>
          <a:xfrm>
            <a:off x="7549078" y="4253006"/>
            <a:ext cx="2801499" cy="0"/>
          </a:xfrm>
          <a:prstGeom prst="straightConnector1">
            <a:avLst/>
          </a:prstGeom>
          <a:noFill/>
          <a:ln cap="flat" cmpd="sng" w="9525">
            <a:solidFill>
              <a:srgbClr val="5B5B5B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702" name="Google Shape;702;p127"/>
          <p:cNvSpPr txBox="1"/>
          <p:nvPr>
            <p:ph idx="13" type="body"/>
          </p:nvPr>
        </p:nvSpPr>
        <p:spPr>
          <a:xfrm>
            <a:off x="4035405" y="3430483"/>
            <a:ext cx="2957064" cy="6065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48571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03" name="Google Shape;703;p127"/>
          <p:cNvSpPr txBox="1"/>
          <p:nvPr>
            <p:ph idx="14" type="body"/>
          </p:nvPr>
        </p:nvSpPr>
        <p:spPr>
          <a:xfrm>
            <a:off x="4035405" y="4506245"/>
            <a:ext cx="2957064" cy="104905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67692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04" name="Google Shape;704;p127"/>
          <p:cNvSpPr txBox="1"/>
          <p:nvPr>
            <p:ph idx="15" type="body"/>
          </p:nvPr>
        </p:nvSpPr>
        <p:spPr>
          <a:xfrm>
            <a:off x="7459922" y="3430483"/>
            <a:ext cx="2957064" cy="6065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48571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05" name="Google Shape;705;p127"/>
          <p:cNvSpPr txBox="1"/>
          <p:nvPr>
            <p:ph idx="16" type="body"/>
          </p:nvPr>
        </p:nvSpPr>
        <p:spPr>
          <a:xfrm>
            <a:off x="7459922" y="4506245"/>
            <a:ext cx="2957064" cy="104905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67692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06" name="Google Shape;706;p127"/>
          <p:cNvSpPr txBox="1"/>
          <p:nvPr>
            <p:ph idx="17" type="body"/>
          </p:nvPr>
        </p:nvSpPr>
        <p:spPr>
          <a:xfrm>
            <a:off x="417525" y="835144"/>
            <a:ext cx="5335912" cy="5003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1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6_02_텍스트 3단">
  <p:cSld name="06_02_텍스트 3단">
    <p:spTree>
      <p:nvGrpSpPr>
        <p:cNvPr id="707" name="Shape 7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8" name="Google Shape;708;p128"/>
          <p:cNvSpPr txBox="1"/>
          <p:nvPr>
            <p:ph idx="1" type="body"/>
          </p:nvPr>
        </p:nvSpPr>
        <p:spPr>
          <a:xfrm>
            <a:off x="417525" y="182918"/>
            <a:ext cx="5335912" cy="2605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B3B3B3"/>
              </a:buClr>
              <a:buSzPts val="1100"/>
              <a:buFont typeface="Arial"/>
              <a:buNone/>
              <a:defRPr b="1" i="0" sz="1100" u="none" cap="none" strike="noStrike">
                <a:solidFill>
                  <a:srgbClr val="B3B3B3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09" name="Google Shape;709;p128"/>
          <p:cNvSpPr txBox="1"/>
          <p:nvPr>
            <p:ph idx="2" type="body"/>
          </p:nvPr>
        </p:nvSpPr>
        <p:spPr>
          <a:xfrm>
            <a:off x="610890" y="2792804"/>
            <a:ext cx="2957064" cy="69277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b="1" i="0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cxnSp>
        <p:nvCxnSpPr>
          <p:cNvPr id="710" name="Google Shape;710;p128"/>
          <p:cNvCxnSpPr/>
          <p:nvPr/>
        </p:nvCxnSpPr>
        <p:spPr>
          <a:xfrm>
            <a:off x="694736" y="4433870"/>
            <a:ext cx="2801499" cy="0"/>
          </a:xfrm>
          <a:prstGeom prst="straightConnector1">
            <a:avLst/>
          </a:prstGeom>
          <a:noFill/>
          <a:ln cap="flat" cmpd="sng" w="9525">
            <a:solidFill>
              <a:srgbClr val="5B5B5B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711" name="Google Shape;711;p128"/>
          <p:cNvSpPr/>
          <p:nvPr>
            <p:ph idx="3" type="body"/>
          </p:nvPr>
        </p:nvSpPr>
        <p:spPr>
          <a:xfrm>
            <a:off x="3952863" y="2067953"/>
            <a:ext cx="3151321" cy="541195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 cap="flat" cmpd="sng" w="222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300"/>
              <a:buFont typeface="Arial"/>
              <a:buNone/>
              <a:defRPr b="1" i="0" sz="23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12" name="Google Shape;712;p128"/>
          <p:cNvSpPr txBox="1"/>
          <p:nvPr>
            <p:ph idx="4" type="body"/>
          </p:nvPr>
        </p:nvSpPr>
        <p:spPr>
          <a:xfrm>
            <a:off x="4047426" y="2792804"/>
            <a:ext cx="2957064" cy="69277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b="1" i="0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cxnSp>
        <p:nvCxnSpPr>
          <p:cNvPr id="713" name="Google Shape;713;p128"/>
          <p:cNvCxnSpPr/>
          <p:nvPr/>
        </p:nvCxnSpPr>
        <p:spPr>
          <a:xfrm>
            <a:off x="4131272" y="4433870"/>
            <a:ext cx="2801499" cy="0"/>
          </a:xfrm>
          <a:prstGeom prst="straightConnector1">
            <a:avLst/>
          </a:prstGeom>
          <a:noFill/>
          <a:ln cap="flat" cmpd="sng" w="9525">
            <a:solidFill>
              <a:srgbClr val="5B5B5B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714" name="Google Shape;714;p128"/>
          <p:cNvSpPr/>
          <p:nvPr>
            <p:ph idx="5" type="body"/>
          </p:nvPr>
        </p:nvSpPr>
        <p:spPr>
          <a:xfrm>
            <a:off x="7389399" y="2067953"/>
            <a:ext cx="3151321" cy="541195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 cap="flat" cmpd="sng" w="222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300"/>
              <a:buFont typeface="Arial"/>
              <a:buNone/>
              <a:defRPr b="1" i="0" sz="23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15" name="Google Shape;715;p128"/>
          <p:cNvSpPr txBox="1"/>
          <p:nvPr>
            <p:ph idx="6" type="body"/>
          </p:nvPr>
        </p:nvSpPr>
        <p:spPr>
          <a:xfrm>
            <a:off x="7483962" y="2792804"/>
            <a:ext cx="2957064" cy="69277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b="1" i="0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cxnSp>
        <p:nvCxnSpPr>
          <p:cNvPr id="716" name="Google Shape;716;p128"/>
          <p:cNvCxnSpPr/>
          <p:nvPr/>
        </p:nvCxnSpPr>
        <p:spPr>
          <a:xfrm>
            <a:off x="7567808" y="4433870"/>
            <a:ext cx="2801499" cy="0"/>
          </a:xfrm>
          <a:prstGeom prst="straightConnector1">
            <a:avLst/>
          </a:prstGeom>
          <a:noFill/>
          <a:ln cap="flat" cmpd="sng" w="9525">
            <a:solidFill>
              <a:srgbClr val="5B5B5B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717" name="Google Shape;717;p128"/>
          <p:cNvSpPr/>
          <p:nvPr>
            <p:ph idx="7" type="body"/>
          </p:nvPr>
        </p:nvSpPr>
        <p:spPr>
          <a:xfrm>
            <a:off x="513761" y="2067953"/>
            <a:ext cx="3151321" cy="541195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 cap="flat" cmpd="sng" w="222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300"/>
              <a:buFont typeface="Arial"/>
              <a:buNone/>
              <a:defRPr b="1" i="0" sz="23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18" name="Google Shape;718;p128"/>
          <p:cNvSpPr txBox="1"/>
          <p:nvPr>
            <p:ph idx="8" type="body"/>
          </p:nvPr>
        </p:nvSpPr>
        <p:spPr>
          <a:xfrm>
            <a:off x="610890" y="3554771"/>
            <a:ext cx="2957064" cy="6065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48571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19" name="Google Shape;719;p128"/>
          <p:cNvSpPr txBox="1"/>
          <p:nvPr>
            <p:ph idx="9" type="body"/>
          </p:nvPr>
        </p:nvSpPr>
        <p:spPr>
          <a:xfrm>
            <a:off x="610890" y="4630533"/>
            <a:ext cx="2957064" cy="104905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67692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20" name="Google Shape;720;p128"/>
          <p:cNvSpPr txBox="1"/>
          <p:nvPr>
            <p:ph idx="13" type="body"/>
          </p:nvPr>
        </p:nvSpPr>
        <p:spPr>
          <a:xfrm>
            <a:off x="4047426" y="3554771"/>
            <a:ext cx="2957064" cy="6065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48571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21" name="Google Shape;721;p128"/>
          <p:cNvSpPr txBox="1"/>
          <p:nvPr>
            <p:ph idx="14" type="body"/>
          </p:nvPr>
        </p:nvSpPr>
        <p:spPr>
          <a:xfrm>
            <a:off x="4047426" y="4630533"/>
            <a:ext cx="2957064" cy="104905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67692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22" name="Google Shape;722;p128"/>
          <p:cNvSpPr txBox="1"/>
          <p:nvPr>
            <p:ph idx="15" type="body"/>
          </p:nvPr>
        </p:nvSpPr>
        <p:spPr>
          <a:xfrm>
            <a:off x="7483962" y="3554771"/>
            <a:ext cx="2957064" cy="6065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48571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23" name="Google Shape;723;p128"/>
          <p:cNvSpPr txBox="1"/>
          <p:nvPr>
            <p:ph idx="16" type="body"/>
          </p:nvPr>
        </p:nvSpPr>
        <p:spPr>
          <a:xfrm>
            <a:off x="7483962" y="4630533"/>
            <a:ext cx="2957064" cy="104905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67692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24" name="Google Shape;724;p128"/>
          <p:cNvSpPr txBox="1"/>
          <p:nvPr>
            <p:ph idx="17" type="body"/>
          </p:nvPr>
        </p:nvSpPr>
        <p:spPr>
          <a:xfrm>
            <a:off x="417525" y="835144"/>
            <a:ext cx="5335912" cy="5003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1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6_03_텍스트 3단">
  <p:cSld name="06_03_텍스트 3단">
    <p:spTree>
      <p:nvGrpSpPr>
        <p:cNvPr id="725" name="Shape 7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6" name="Google Shape;726;p129"/>
          <p:cNvSpPr txBox="1"/>
          <p:nvPr>
            <p:ph idx="1" type="body"/>
          </p:nvPr>
        </p:nvSpPr>
        <p:spPr>
          <a:xfrm>
            <a:off x="417525" y="182918"/>
            <a:ext cx="5335912" cy="2605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B3B3B3"/>
              </a:buClr>
              <a:buSzPts val="1100"/>
              <a:buFont typeface="Arial"/>
              <a:buNone/>
              <a:defRPr b="1" i="0" sz="1100" u="none" cap="none" strike="noStrike">
                <a:solidFill>
                  <a:srgbClr val="B3B3B3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27" name="Google Shape;727;p129"/>
          <p:cNvSpPr txBox="1"/>
          <p:nvPr>
            <p:ph idx="2" type="body"/>
          </p:nvPr>
        </p:nvSpPr>
        <p:spPr>
          <a:xfrm>
            <a:off x="419562" y="3896805"/>
            <a:ext cx="3067492" cy="49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b="1" i="0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28" name="Google Shape;728;p129"/>
          <p:cNvSpPr txBox="1"/>
          <p:nvPr>
            <p:ph idx="3" type="body"/>
          </p:nvPr>
        </p:nvSpPr>
        <p:spPr>
          <a:xfrm>
            <a:off x="3854954" y="3896805"/>
            <a:ext cx="3067492" cy="49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b="1" i="0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29" name="Google Shape;729;p129"/>
          <p:cNvSpPr txBox="1"/>
          <p:nvPr>
            <p:ph idx="4" type="body"/>
          </p:nvPr>
        </p:nvSpPr>
        <p:spPr>
          <a:xfrm>
            <a:off x="7290346" y="3896805"/>
            <a:ext cx="3067492" cy="49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b="1" i="0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30" name="Google Shape;730;p129"/>
          <p:cNvSpPr txBox="1"/>
          <p:nvPr>
            <p:ph idx="5" type="body"/>
          </p:nvPr>
        </p:nvSpPr>
        <p:spPr>
          <a:xfrm>
            <a:off x="7284515" y="4579659"/>
            <a:ext cx="3073323" cy="11372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48571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31" name="Google Shape;731;p129"/>
          <p:cNvSpPr/>
          <p:nvPr/>
        </p:nvSpPr>
        <p:spPr>
          <a:xfrm>
            <a:off x="527838" y="2098652"/>
            <a:ext cx="1471784" cy="1471784"/>
          </a:xfrm>
          <a:prstGeom prst="ellipse">
            <a:avLst/>
          </a:prstGeom>
          <a:solidFill>
            <a:schemeClr val="lt1"/>
          </a:solidFill>
          <a:ln cap="flat" cmpd="sng" w="1905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2" name="Google Shape;732;p129"/>
          <p:cNvSpPr/>
          <p:nvPr/>
        </p:nvSpPr>
        <p:spPr>
          <a:xfrm>
            <a:off x="3950104" y="2098652"/>
            <a:ext cx="1471784" cy="1471784"/>
          </a:xfrm>
          <a:prstGeom prst="ellipse">
            <a:avLst/>
          </a:prstGeom>
          <a:solidFill>
            <a:schemeClr val="lt1"/>
          </a:solidFill>
          <a:ln cap="flat" cmpd="sng" w="1905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3" name="Google Shape;733;p129"/>
          <p:cNvSpPr/>
          <p:nvPr/>
        </p:nvSpPr>
        <p:spPr>
          <a:xfrm>
            <a:off x="7380035" y="2098652"/>
            <a:ext cx="1471784" cy="1471784"/>
          </a:xfrm>
          <a:prstGeom prst="ellipse">
            <a:avLst/>
          </a:prstGeom>
          <a:solidFill>
            <a:schemeClr val="lt1"/>
          </a:solidFill>
          <a:ln cap="flat" cmpd="sng" w="1905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4" name="Google Shape;734;p129"/>
          <p:cNvSpPr txBox="1"/>
          <p:nvPr>
            <p:ph idx="6" type="body"/>
          </p:nvPr>
        </p:nvSpPr>
        <p:spPr>
          <a:xfrm>
            <a:off x="3849123" y="4579659"/>
            <a:ext cx="3073323" cy="11372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48571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35" name="Google Shape;735;p129"/>
          <p:cNvSpPr txBox="1"/>
          <p:nvPr>
            <p:ph idx="7" type="body"/>
          </p:nvPr>
        </p:nvSpPr>
        <p:spPr>
          <a:xfrm>
            <a:off x="423256" y="4579659"/>
            <a:ext cx="3073323" cy="11372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48571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36" name="Google Shape;736;p129"/>
          <p:cNvSpPr txBox="1"/>
          <p:nvPr>
            <p:ph idx="8" type="body"/>
          </p:nvPr>
        </p:nvSpPr>
        <p:spPr>
          <a:xfrm>
            <a:off x="417525" y="835144"/>
            <a:ext cx="5335912" cy="5003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1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6_04_텍스트 3단">
  <p:cSld name="06_04_텍스트 3단">
    <p:spTree>
      <p:nvGrpSpPr>
        <p:cNvPr id="737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Google Shape;738;p130"/>
          <p:cNvSpPr txBox="1"/>
          <p:nvPr>
            <p:ph idx="1" type="body"/>
          </p:nvPr>
        </p:nvSpPr>
        <p:spPr>
          <a:xfrm>
            <a:off x="1480311" y="4659270"/>
            <a:ext cx="9048869" cy="1235097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317500" lvl="0" marL="457200" marR="0" rtl="0" algn="l">
              <a:lnSpc>
                <a:spcPct val="148571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39" name="Google Shape;739;p130"/>
          <p:cNvSpPr txBox="1"/>
          <p:nvPr>
            <p:ph idx="2" type="body"/>
          </p:nvPr>
        </p:nvSpPr>
        <p:spPr>
          <a:xfrm>
            <a:off x="3447963" y="3143247"/>
            <a:ext cx="7081217" cy="1235097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317500" lvl="0" marL="457200" marR="0" rtl="0" algn="l">
              <a:lnSpc>
                <a:spcPct val="148571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40" name="Google Shape;740;p130"/>
          <p:cNvSpPr txBox="1"/>
          <p:nvPr>
            <p:ph idx="3" type="body"/>
          </p:nvPr>
        </p:nvSpPr>
        <p:spPr>
          <a:xfrm>
            <a:off x="1456420" y="1627226"/>
            <a:ext cx="9072761" cy="1235097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317500" lvl="0" marL="457200" marR="0" rtl="0" algn="l">
              <a:lnSpc>
                <a:spcPct val="148571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41" name="Google Shape;741;p130"/>
          <p:cNvSpPr txBox="1"/>
          <p:nvPr>
            <p:ph idx="4" type="body"/>
          </p:nvPr>
        </p:nvSpPr>
        <p:spPr>
          <a:xfrm>
            <a:off x="417525" y="182918"/>
            <a:ext cx="5335912" cy="2605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B3B3B3"/>
              </a:buClr>
              <a:buSzPts val="1100"/>
              <a:buFont typeface="Arial"/>
              <a:buNone/>
              <a:defRPr b="1" i="0" sz="1100" u="none" cap="none" strike="noStrike">
                <a:solidFill>
                  <a:srgbClr val="B3B3B3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42" name="Google Shape;742;p130"/>
          <p:cNvSpPr/>
          <p:nvPr/>
        </p:nvSpPr>
        <p:spPr>
          <a:xfrm>
            <a:off x="1449804" y="4659268"/>
            <a:ext cx="1897650" cy="1231028"/>
          </a:xfrm>
          <a:custGeom>
            <a:rect b="b" l="l" r="r" t="t"/>
            <a:pathLst>
              <a:path extrusionOk="0" h="1231028" w="1897650">
                <a:moveTo>
                  <a:pt x="50244" y="0"/>
                </a:moveTo>
                <a:lnTo>
                  <a:pt x="1897650" y="0"/>
                </a:lnTo>
                <a:lnTo>
                  <a:pt x="1872776" y="55477"/>
                </a:lnTo>
                <a:cubicBezTo>
                  <a:pt x="1550625" y="703744"/>
                  <a:pt x="906438" y="1163736"/>
                  <a:pt x="149528" y="1226142"/>
                </a:cubicBezTo>
                <a:lnTo>
                  <a:pt x="30507" y="1231028"/>
                </a:lnTo>
                <a:lnTo>
                  <a:pt x="14716" y="1220381"/>
                </a:lnTo>
                <a:cubicBezTo>
                  <a:pt x="5624" y="1211289"/>
                  <a:pt x="0" y="1198728"/>
                  <a:pt x="0" y="1184853"/>
                </a:cubicBezTo>
                <a:lnTo>
                  <a:pt x="0" y="50244"/>
                </a:lnTo>
                <a:cubicBezTo>
                  <a:pt x="0" y="22495"/>
                  <a:pt x="22495" y="0"/>
                  <a:pt x="50244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3" name="Google Shape;743;p130"/>
          <p:cNvSpPr/>
          <p:nvPr/>
        </p:nvSpPr>
        <p:spPr>
          <a:xfrm>
            <a:off x="1" y="1652254"/>
            <a:ext cx="3542955" cy="4240404"/>
          </a:xfrm>
          <a:custGeom>
            <a:rect b="b" l="l" r="r" t="t"/>
            <a:pathLst>
              <a:path extrusionOk="0" h="4240404" w="3542955">
                <a:moveTo>
                  <a:pt x="1422754" y="0"/>
                </a:moveTo>
                <a:lnTo>
                  <a:pt x="1456419" y="1700"/>
                </a:lnTo>
                <a:lnTo>
                  <a:pt x="1639532" y="10946"/>
                </a:lnTo>
                <a:cubicBezTo>
                  <a:pt x="2352282" y="83330"/>
                  <a:pt x="2960665" y="508751"/>
                  <a:pt x="3287059" y="1109588"/>
                </a:cubicBezTo>
                <a:lnTo>
                  <a:pt x="3335462" y="1210066"/>
                </a:lnTo>
                <a:lnTo>
                  <a:pt x="3376340" y="1294924"/>
                </a:lnTo>
                <a:cubicBezTo>
                  <a:pt x="3403162" y="1358338"/>
                  <a:pt x="3426987" y="1423329"/>
                  <a:pt x="3447636" y="1489719"/>
                </a:cubicBezTo>
                <a:lnTo>
                  <a:pt x="3447963" y="1490991"/>
                </a:lnTo>
                <a:lnTo>
                  <a:pt x="1500048" y="1490991"/>
                </a:lnTo>
                <a:cubicBezTo>
                  <a:pt x="1486174" y="1490991"/>
                  <a:pt x="1473613" y="1496615"/>
                  <a:pt x="1464520" y="1505707"/>
                </a:cubicBezTo>
                <a:lnTo>
                  <a:pt x="1464520" y="1505708"/>
                </a:lnTo>
                <a:lnTo>
                  <a:pt x="1500047" y="1490992"/>
                </a:lnTo>
                <a:lnTo>
                  <a:pt x="3447962" y="1490992"/>
                </a:lnTo>
                <a:lnTo>
                  <a:pt x="3499880" y="1692908"/>
                </a:lnTo>
                <a:cubicBezTo>
                  <a:pt x="3528123" y="1830928"/>
                  <a:pt x="3542955" y="1973834"/>
                  <a:pt x="3542955" y="2120203"/>
                </a:cubicBezTo>
                <a:cubicBezTo>
                  <a:pt x="3542955" y="2266573"/>
                  <a:pt x="3528123" y="2409478"/>
                  <a:pt x="3499880" y="2547498"/>
                </a:cubicBezTo>
                <a:lnTo>
                  <a:pt x="3453960" y="2726088"/>
                </a:lnTo>
                <a:lnTo>
                  <a:pt x="3453961" y="2726088"/>
                </a:lnTo>
                <a:lnTo>
                  <a:pt x="3447636" y="2750685"/>
                </a:lnTo>
                <a:cubicBezTo>
                  <a:pt x="3430859" y="2804627"/>
                  <a:pt x="3411985" y="2857645"/>
                  <a:pt x="3391110" y="2909644"/>
                </a:cubicBezTo>
                <a:lnTo>
                  <a:pt x="3347453" y="3007014"/>
                </a:lnTo>
                <a:lnTo>
                  <a:pt x="1500047" y="3007014"/>
                </a:lnTo>
                <a:cubicBezTo>
                  <a:pt x="1472298" y="3007014"/>
                  <a:pt x="1449803" y="3029509"/>
                  <a:pt x="1449803" y="3057258"/>
                </a:cubicBezTo>
                <a:lnTo>
                  <a:pt x="1449803" y="4191867"/>
                </a:lnTo>
                <a:cubicBezTo>
                  <a:pt x="1449803" y="4205742"/>
                  <a:pt x="1455427" y="4218303"/>
                  <a:pt x="1464519" y="4227395"/>
                </a:cubicBezTo>
                <a:lnTo>
                  <a:pt x="1480310" y="4238042"/>
                </a:lnTo>
                <a:lnTo>
                  <a:pt x="1422754" y="4240404"/>
                </a:lnTo>
                <a:cubicBezTo>
                  <a:pt x="910461" y="4240404"/>
                  <a:pt x="440605" y="4058712"/>
                  <a:pt x="74109" y="3756253"/>
                </a:cubicBezTo>
                <a:lnTo>
                  <a:pt x="0" y="3688898"/>
                </a:lnTo>
                <a:lnTo>
                  <a:pt x="0" y="551506"/>
                </a:lnTo>
                <a:lnTo>
                  <a:pt x="74109" y="484151"/>
                </a:lnTo>
                <a:cubicBezTo>
                  <a:pt x="440605" y="181692"/>
                  <a:pt x="910461" y="0"/>
                  <a:pt x="1422754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4" name="Google Shape;744;p130"/>
          <p:cNvSpPr/>
          <p:nvPr/>
        </p:nvSpPr>
        <p:spPr>
          <a:xfrm>
            <a:off x="548298" y="2898001"/>
            <a:ext cx="1748913" cy="1748913"/>
          </a:xfrm>
          <a:prstGeom prst="ellipse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5" name="Google Shape;745;p130"/>
          <p:cNvSpPr/>
          <p:nvPr/>
        </p:nvSpPr>
        <p:spPr>
          <a:xfrm>
            <a:off x="2297212" y="3158932"/>
            <a:ext cx="1245744" cy="1245744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6" name="Google Shape;746;p130"/>
          <p:cNvSpPr/>
          <p:nvPr/>
        </p:nvSpPr>
        <p:spPr>
          <a:xfrm>
            <a:off x="842066" y="1659563"/>
            <a:ext cx="1245744" cy="1245744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7" name="Google Shape;747;p130"/>
          <p:cNvSpPr/>
          <p:nvPr/>
        </p:nvSpPr>
        <p:spPr>
          <a:xfrm>
            <a:off x="842066" y="4663050"/>
            <a:ext cx="1245744" cy="1245744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8" name="Google Shape;748;p130"/>
          <p:cNvSpPr txBox="1"/>
          <p:nvPr>
            <p:ph idx="5" type="body"/>
          </p:nvPr>
        </p:nvSpPr>
        <p:spPr>
          <a:xfrm>
            <a:off x="417525" y="835144"/>
            <a:ext cx="5335912" cy="5003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1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7_01_텍스트 4단">
  <p:cSld name="07_01_텍스트 4단">
    <p:spTree>
      <p:nvGrpSpPr>
        <p:cNvPr id="749" name="Shape 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0" name="Google Shape;750;p131"/>
          <p:cNvSpPr/>
          <p:nvPr/>
        </p:nvSpPr>
        <p:spPr>
          <a:xfrm>
            <a:off x="504818" y="1627224"/>
            <a:ext cx="4888042" cy="1996085"/>
          </a:xfrm>
          <a:prstGeom prst="roundRect">
            <a:avLst>
              <a:gd fmla="val 1642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1" name="Google Shape;751;p131"/>
          <p:cNvSpPr txBox="1"/>
          <p:nvPr>
            <p:ph idx="1" type="body"/>
          </p:nvPr>
        </p:nvSpPr>
        <p:spPr>
          <a:xfrm>
            <a:off x="417525" y="182918"/>
            <a:ext cx="5335912" cy="2605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B3B3B3"/>
              </a:buClr>
              <a:buSzPts val="1100"/>
              <a:buFont typeface="Arial"/>
              <a:buNone/>
              <a:defRPr b="1" i="0" sz="1100" u="none" cap="none" strike="noStrike">
                <a:solidFill>
                  <a:srgbClr val="B3B3B3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52" name="Google Shape;752;p131"/>
          <p:cNvSpPr txBox="1"/>
          <p:nvPr>
            <p:ph idx="2" type="body"/>
          </p:nvPr>
        </p:nvSpPr>
        <p:spPr>
          <a:xfrm>
            <a:off x="671178" y="2539149"/>
            <a:ext cx="4584108" cy="6059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41428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53" name="Google Shape;753;p131"/>
          <p:cNvSpPr txBox="1"/>
          <p:nvPr>
            <p:ph idx="3" type="body"/>
          </p:nvPr>
        </p:nvSpPr>
        <p:spPr>
          <a:xfrm>
            <a:off x="671178" y="2152382"/>
            <a:ext cx="4584108" cy="3696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  <a:defRPr b="1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54" name="Google Shape;754;p131"/>
          <p:cNvSpPr txBox="1"/>
          <p:nvPr>
            <p:ph idx="4" type="body"/>
          </p:nvPr>
        </p:nvSpPr>
        <p:spPr>
          <a:xfrm>
            <a:off x="671178" y="1850933"/>
            <a:ext cx="4584108" cy="2682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55" name="Google Shape;755;p131"/>
          <p:cNvSpPr txBox="1"/>
          <p:nvPr>
            <p:ph idx="5" type="body"/>
          </p:nvPr>
        </p:nvSpPr>
        <p:spPr>
          <a:xfrm>
            <a:off x="671178" y="3175799"/>
            <a:ext cx="4584108" cy="2682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Arial"/>
              <a:buNone/>
              <a:defRPr b="1" i="0" sz="1100" u="sng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56" name="Google Shape;756;p131"/>
          <p:cNvSpPr/>
          <p:nvPr/>
        </p:nvSpPr>
        <p:spPr>
          <a:xfrm>
            <a:off x="5649574" y="1627224"/>
            <a:ext cx="4888042" cy="1996085"/>
          </a:xfrm>
          <a:prstGeom prst="roundRect">
            <a:avLst>
              <a:gd fmla="val 1642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7" name="Google Shape;757;p131"/>
          <p:cNvSpPr txBox="1"/>
          <p:nvPr>
            <p:ph idx="6" type="body"/>
          </p:nvPr>
        </p:nvSpPr>
        <p:spPr>
          <a:xfrm>
            <a:off x="5815934" y="2539149"/>
            <a:ext cx="4584108" cy="6059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41428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58" name="Google Shape;758;p131"/>
          <p:cNvSpPr txBox="1"/>
          <p:nvPr>
            <p:ph idx="7" type="body"/>
          </p:nvPr>
        </p:nvSpPr>
        <p:spPr>
          <a:xfrm>
            <a:off x="5815934" y="2152382"/>
            <a:ext cx="4584108" cy="3696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  <a:defRPr b="1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59" name="Google Shape;759;p131"/>
          <p:cNvSpPr txBox="1"/>
          <p:nvPr>
            <p:ph idx="8" type="body"/>
          </p:nvPr>
        </p:nvSpPr>
        <p:spPr>
          <a:xfrm>
            <a:off x="5815934" y="1850933"/>
            <a:ext cx="4584108" cy="2682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60" name="Google Shape;760;p131"/>
          <p:cNvSpPr txBox="1"/>
          <p:nvPr>
            <p:ph idx="9" type="body"/>
          </p:nvPr>
        </p:nvSpPr>
        <p:spPr>
          <a:xfrm>
            <a:off x="5815934" y="3175799"/>
            <a:ext cx="4584108" cy="2682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Arial"/>
              <a:buNone/>
              <a:defRPr b="1" i="0" sz="1100" u="sng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61" name="Google Shape;761;p131"/>
          <p:cNvSpPr/>
          <p:nvPr/>
        </p:nvSpPr>
        <p:spPr>
          <a:xfrm>
            <a:off x="504818" y="3904604"/>
            <a:ext cx="4888042" cy="1996085"/>
          </a:xfrm>
          <a:prstGeom prst="roundRect">
            <a:avLst>
              <a:gd fmla="val 1642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2" name="Google Shape;762;p131"/>
          <p:cNvSpPr txBox="1"/>
          <p:nvPr>
            <p:ph idx="13" type="body"/>
          </p:nvPr>
        </p:nvSpPr>
        <p:spPr>
          <a:xfrm>
            <a:off x="671178" y="4817112"/>
            <a:ext cx="4584108" cy="6059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41428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63" name="Google Shape;763;p131"/>
          <p:cNvSpPr txBox="1"/>
          <p:nvPr>
            <p:ph idx="14" type="body"/>
          </p:nvPr>
        </p:nvSpPr>
        <p:spPr>
          <a:xfrm>
            <a:off x="671178" y="4430345"/>
            <a:ext cx="4584108" cy="3696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  <a:defRPr b="1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64" name="Google Shape;764;p131"/>
          <p:cNvSpPr txBox="1"/>
          <p:nvPr>
            <p:ph idx="15" type="body"/>
          </p:nvPr>
        </p:nvSpPr>
        <p:spPr>
          <a:xfrm>
            <a:off x="671178" y="4128896"/>
            <a:ext cx="4584108" cy="2682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65" name="Google Shape;765;p131"/>
          <p:cNvSpPr txBox="1"/>
          <p:nvPr>
            <p:ph idx="16" type="body"/>
          </p:nvPr>
        </p:nvSpPr>
        <p:spPr>
          <a:xfrm>
            <a:off x="671178" y="5453762"/>
            <a:ext cx="4584108" cy="2682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Arial"/>
              <a:buNone/>
              <a:defRPr b="1" i="0" sz="1100" u="sng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66" name="Google Shape;766;p131"/>
          <p:cNvSpPr/>
          <p:nvPr/>
        </p:nvSpPr>
        <p:spPr>
          <a:xfrm>
            <a:off x="5649574" y="3904604"/>
            <a:ext cx="4888042" cy="1996085"/>
          </a:xfrm>
          <a:prstGeom prst="roundRect">
            <a:avLst>
              <a:gd fmla="val 1642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7" name="Google Shape;767;p131"/>
          <p:cNvSpPr txBox="1"/>
          <p:nvPr>
            <p:ph idx="17" type="body"/>
          </p:nvPr>
        </p:nvSpPr>
        <p:spPr>
          <a:xfrm>
            <a:off x="5815934" y="4817112"/>
            <a:ext cx="4584108" cy="6059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41428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68" name="Google Shape;768;p131"/>
          <p:cNvSpPr txBox="1"/>
          <p:nvPr>
            <p:ph idx="18" type="body"/>
          </p:nvPr>
        </p:nvSpPr>
        <p:spPr>
          <a:xfrm>
            <a:off x="5815934" y="4430345"/>
            <a:ext cx="4584108" cy="3696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  <a:defRPr b="1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69" name="Google Shape;769;p131"/>
          <p:cNvSpPr txBox="1"/>
          <p:nvPr>
            <p:ph idx="19" type="body"/>
          </p:nvPr>
        </p:nvSpPr>
        <p:spPr>
          <a:xfrm>
            <a:off x="5815934" y="4128896"/>
            <a:ext cx="4584108" cy="2682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70" name="Google Shape;770;p131"/>
          <p:cNvSpPr txBox="1"/>
          <p:nvPr>
            <p:ph idx="20" type="body"/>
          </p:nvPr>
        </p:nvSpPr>
        <p:spPr>
          <a:xfrm>
            <a:off x="5815934" y="5453762"/>
            <a:ext cx="4584108" cy="2682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Arial"/>
              <a:buNone/>
              <a:defRPr b="1" i="0" sz="1100" u="sng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71" name="Google Shape;771;p131"/>
          <p:cNvSpPr txBox="1"/>
          <p:nvPr>
            <p:ph idx="21" type="body"/>
          </p:nvPr>
        </p:nvSpPr>
        <p:spPr>
          <a:xfrm>
            <a:off x="417525" y="835144"/>
            <a:ext cx="5335912" cy="5003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1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7_02_텍스트 4단">
  <p:cSld name="07_02_텍스트 4단">
    <p:spTree>
      <p:nvGrpSpPr>
        <p:cNvPr id="772" name="Shape 7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3" name="Google Shape;773;p132"/>
          <p:cNvSpPr txBox="1"/>
          <p:nvPr>
            <p:ph idx="1" type="body"/>
          </p:nvPr>
        </p:nvSpPr>
        <p:spPr>
          <a:xfrm>
            <a:off x="417525" y="182918"/>
            <a:ext cx="5335912" cy="2605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B3B3B3"/>
              </a:buClr>
              <a:buSzPts val="1100"/>
              <a:buFont typeface="Arial"/>
              <a:buNone/>
              <a:defRPr b="1" i="0" sz="1100" u="none" cap="none" strike="noStrike">
                <a:solidFill>
                  <a:srgbClr val="B3B3B3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74" name="Google Shape;774;p132"/>
          <p:cNvSpPr/>
          <p:nvPr/>
        </p:nvSpPr>
        <p:spPr>
          <a:xfrm>
            <a:off x="504818" y="1627224"/>
            <a:ext cx="2304000" cy="4273200"/>
          </a:xfrm>
          <a:prstGeom prst="roundRect">
            <a:avLst>
              <a:gd fmla="val 2541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5" name="Google Shape;775;p132"/>
          <p:cNvSpPr txBox="1"/>
          <p:nvPr>
            <p:ph idx="2" type="body"/>
          </p:nvPr>
        </p:nvSpPr>
        <p:spPr>
          <a:xfrm>
            <a:off x="608423" y="3541060"/>
            <a:ext cx="2002749" cy="11675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72000">
            <a:noAutofit/>
          </a:bodyPr>
          <a:lstStyle>
            <a:lvl1pPr indent="-228600" lvl="0" marL="457200" marR="0" rtl="0" algn="l">
              <a:lnSpc>
                <a:spcPct val="16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76" name="Google Shape;776;p132"/>
          <p:cNvSpPr txBox="1"/>
          <p:nvPr>
            <p:ph idx="3" type="body"/>
          </p:nvPr>
        </p:nvSpPr>
        <p:spPr>
          <a:xfrm>
            <a:off x="608423" y="2339842"/>
            <a:ext cx="2002749" cy="12012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2909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  <a:defRPr b="1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77" name="Google Shape;777;p132"/>
          <p:cNvSpPr txBox="1"/>
          <p:nvPr>
            <p:ph idx="4" type="body"/>
          </p:nvPr>
        </p:nvSpPr>
        <p:spPr>
          <a:xfrm>
            <a:off x="608423" y="1970808"/>
            <a:ext cx="2002749" cy="2682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78" name="Google Shape;778;p132"/>
          <p:cNvSpPr/>
          <p:nvPr/>
        </p:nvSpPr>
        <p:spPr>
          <a:xfrm>
            <a:off x="3086654" y="1627224"/>
            <a:ext cx="2304000" cy="4273200"/>
          </a:xfrm>
          <a:prstGeom prst="roundRect">
            <a:avLst>
              <a:gd fmla="val 2541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9" name="Google Shape;779;p132"/>
          <p:cNvSpPr txBox="1"/>
          <p:nvPr>
            <p:ph idx="5" type="body"/>
          </p:nvPr>
        </p:nvSpPr>
        <p:spPr>
          <a:xfrm>
            <a:off x="3190259" y="1970808"/>
            <a:ext cx="2002749" cy="2682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80" name="Google Shape;780;p132"/>
          <p:cNvSpPr/>
          <p:nvPr/>
        </p:nvSpPr>
        <p:spPr>
          <a:xfrm>
            <a:off x="5650560" y="1627224"/>
            <a:ext cx="2304000" cy="4273200"/>
          </a:xfrm>
          <a:prstGeom prst="roundRect">
            <a:avLst>
              <a:gd fmla="val 2541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1" name="Google Shape;781;p132"/>
          <p:cNvSpPr txBox="1"/>
          <p:nvPr>
            <p:ph idx="6" type="body"/>
          </p:nvPr>
        </p:nvSpPr>
        <p:spPr>
          <a:xfrm>
            <a:off x="5754165" y="1970808"/>
            <a:ext cx="2002749" cy="2682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82" name="Google Shape;782;p132"/>
          <p:cNvSpPr/>
          <p:nvPr/>
        </p:nvSpPr>
        <p:spPr>
          <a:xfrm>
            <a:off x="8232396" y="1627224"/>
            <a:ext cx="2304000" cy="4273200"/>
          </a:xfrm>
          <a:prstGeom prst="roundRect">
            <a:avLst>
              <a:gd fmla="val 2541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3" name="Google Shape;783;p132"/>
          <p:cNvSpPr txBox="1"/>
          <p:nvPr>
            <p:ph idx="7" type="body"/>
          </p:nvPr>
        </p:nvSpPr>
        <p:spPr>
          <a:xfrm>
            <a:off x="8336001" y="1970808"/>
            <a:ext cx="2002749" cy="2682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84" name="Google Shape;784;p132"/>
          <p:cNvSpPr txBox="1"/>
          <p:nvPr>
            <p:ph idx="8" type="body"/>
          </p:nvPr>
        </p:nvSpPr>
        <p:spPr>
          <a:xfrm>
            <a:off x="3190259" y="3541060"/>
            <a:ext cx="2002749" cy="11675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72000">
            <a:noAutofit/>
          </a:bodyPr>
          <a:lstStyle>
            <a:lvl1pPr indent="-228600" lvl="0" marL="457200" marR="0" rtl="0" algn="l">
              <a:lnSpc>
                <a:spcPct val="16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85" name="Google Shape;785;p132"/>
          <p:cNvSpPr txBox="1"/>
          <p:nvPr>
            <p:ph idx="9" type="body"/>
          </p:nvPr>
        </p:nvSpPr>
        <p:spPr>
          <a:xfrm>
            <a:off x="3190259" y="2339842"/>
            <a:ext cx="2002749" cy="12012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2909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  <a:defRPr b="1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86" name="Google Shape;786;p132"/>
          <p:cNvSpPr txBox="1"/>
          <p:nvPr>
            <p:ph idx="13" type="body"/>
          </p:nvPr>
        </p:nvSpPr>
        <p:spPr>
          <a:xfrm>
            <a:off x="5753437" y="3541060"/>
            <a:ext cx="2002749" cy="11675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72000">
            <a:noAutofit/>
          </a:bodyPr>
          <a:lstStyle>
            <a:lvl1pPr indent="-228600" lvl="0" marL="457200" marR="0" rtl="0" algn="l">
              <a:lnSpc>
                <a:spcPct val="16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87" name="Google Shape;787;p132"/>
          <p:cNvSpPr txBox="1"/>
          <p:nvPr>
            <p:ph idx="14" type="body"/>
          </p:nvPr>
        </p:nvSpPr>
        <p:spPr>
          <a:xfrm>
            <a:off x="5753437" y="2339842"/>
            <a:ext cx="2002749" cy="12012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2909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  <a:defRPr b="1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88" name="Google Shape;788;p132"/>
          <p:cNvSpPr txBox="1"/>
          <p:nvPr>
            <p:ph idx="15" type="body"/>
          </p:nvPr>
        </p:nvSpPr>
        <p:spPr>
          <a:xfrm>
            <a:off x="8336001" y="3541060"/>
            <a:ext cx="2002749" cy="11675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72000">
            <a:noAutofit/>
          </a:bodyPr>
          <a:lstStyle>
            <a:lvl1pPr indent="-228600" lvl="0" marL="457200" marR="0" rtl="0" algn="l">
              <a:lnSpc>
                <a:spcPct val="16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89" name="Google Shape;789;p132"/>
          <p:cNvSpPr txBox="1"/>
          <p:nvPr>
            <p:ph idx="16" type="body"/>
          </p:nvPr>
        </p:nvSpPr>
        <p:spPr>
          <a:xfrm>
            <a:off x="8336001" y="2339842"/>
            <a:ext cx="2002749" cy="12012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2909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  <a:defRPr b="1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90" name="Google Shape;790;p132"/>
          <p:cNvSpPr txBox="1"/>
          <p:nvPr>
            <p:ph idx="17" type="body"/>
          </p:nvPr>
        </p:nvSpPr>
        <p:spPr>
          <a:xfrm>
            <a:off x="608423" y="4745477"/>
            <a:ext cx="2002749" cy="608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43636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Arial"/>
              <a:buNone/>
              <a:defRPr b="1" i="0" sz="1100" u="sng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91" name="Google Shape;791;p132"/>
          <p:cNvSpPr txBox="1"/>
          <p:nvPr>
            <p:ph idx="18" type="body"/>
          </p:nvPr>
        </p:nvSpPr>
        <p:spPr>
          <a:xfrm>
            <a:off x="3190259" y="4745477"/>
            <a:ext cx="2002749" cy="608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43636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Arial"/>
              <a:buNone/>
              <a:defRPr b="1" i="0" sz="1100" u="sng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92" name="Google Shape;792;p132"/>
          <p:cNvSpPr txBox="1"/>
          <p:nvPr>
            <p:ph idx="19" type="body"/>
          </p:nvPr>
        </p:nvSpPr>
        <p:spPr>
          <a:xfrm>
            <a:off x="5753437" y="4745477"/>
            <a:ext cx="2002749" cy="608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43636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Arial"/>
              <a:buNone/>
              <a:defRPr b="1" i="0" sz="1100" u="sng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93" name="Google Shape;793;p132"/>
          <p:cNvSpPr txBox="1"/>
          <p:nvPr>
            <p:ph idx="20" type="body"/>
          </p:nvPr>
        </p:nvSpPr>
        <p:spPr>
          <a:xfrm>
            <a:off x="8336001" y="4745477"/>
            <a:ext cx="2002749" cy="608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43636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Arial"/>
              <a:buNone/>
              <a:defRPr b="1" i="0" sz="1100" u="sng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94" name="Google Shape;794;p132"/>
          <p:cNvSpPr txBox="1"/>
          <p:nvPr>
            <p:ph idx="21" type="body"/>
          </p:nvPr>
        </p:nvSpPr>
        <p:spPr>
          <a:xfrm>
            <a:off x="417525" y="835144"/>
            <a:ext cx="5335912" cy="5003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1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7_03_텍스트 4단">
  <p:cSld name="07_03_텍스트 4단">
    <p:spTree>
      <p:nvGrpSpPr>
        <p:cNvPr id="795" name="Shape 7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6" name="Google Shape;796;p133"/>
          <p:cNvSpPr/>
          <p:nvPr/>
        </p:nvSpPr>
        <p:spPr>
          <a:xfrm>
            <a:off x="5653712" y="1627224"/>
            <a:ext cx="2304000" cy="1980000"/>
          </a:xfrm>
          <a:prstGeom prst="roundRect">
            <a:avLst>
              <a:gd fmla="val 2541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7" name="Google Shape;797;p133"/>
          <p:cNvSpPr/>
          <p:nvPr/>
        </p:nvSpPr>
        <p:spPr>
          <a:xfrm>
            <a:off x="504818" y="3922320"/>
            <a:ext cx="2304000" cy="1980000"/>
          </a:xfrm>
          <a:prstGeom prst="roundRect">
            <a:avLst>
              <a:gd fmla="val 2541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8" name="Google Shape;798;p133"/>
          <p:cNvSpPr/>
          <p:nvPr/>
        </p:nvSpPr>
        <p:spPr>
          <a:xfrm>
            <a:off x="5653712" y="3922320"/>
            <a:ext cx="2304000" cy="1980000"/>
          </a:xfrm>
          <a:prstGeom prst="roundRect">
            <a:avLst>
              <a:gd fmla="val 2541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9" name="Google Shape;799;p133"/>
          <p:cNvSpPr/>
          <p:nvPr/>
        </p:nvSpPr>
        <p:spPr>
          <a:xfrm>
            <a:off x="504818" y="1627224"/>
            <a:ext cx="2304000" cy="1980000"/>
          </a:xfrm>
          <a:prstGeom prst="roundRect">
            <a:avLst>
              <a:gd fmla="val 2541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0" name="Google Shape;800;p133"/>
          <p:cNvSpPr txBox="1"/>
          <p:nvPr>
            <p:ph idx="1" type="body"/>
          </p:nvPr>
        </p:nvSpPr>
        <p:spPr>
          <a:xfrm>
            <a:off x="417525" y="182918"/>
            <a:ext cx="5335912" cy="2605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B3B3B3"/>
              </a:buClr>
              <a:buSzPts val="1100"/>
              <a:buFont typeface="Arial"/>
              <a:buNone/>
              <a:defRPr b="1" i="0" sz="1100" u="none" cap="none" strike="noStrike">
                <a:solidFill>
                  <a:srgbClr val="B3B3B3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01" name="Google Shape;801;p133"/>
          <p:cNvSpPr txBox="1"/>
          <p:nvPr>
            <p:ph idx="2" type="body"/>
          </p:nvPr>
        </p:nvSpPr>
        <p:spPr>
          <a:xfrm>
            <a:off x="2999220" y="2544274"/>
            <a:ext cx="2453694" cy="11138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72000">
            <a:noAutofit/>
          </a:bodyPr>
          <a:lstStyle>
            <a:lvl1pPr indent="-228600" lvl="0" marL="457200" marR="0" rtl="0" algn="l">
              <a:lnSpc>
                <a:spcPct val="158461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02" name="Google Shape;802;p133"/>
          <p:cNvSpPr txBox="1"/>
          <p:nvPr>
            <p:ph idx="3" type="body"/>
          </p:nvPr>
        </p:nvSpPr>
        <p:spPr>
          <a:xfrm>
            <a:off x="2999220" y="1686989"/>
            <a:ext cx="2453694" cy="8572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2909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  <a:defRPr b="1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03" name="Google Shape;803;p133"/>
          <p:cNvSpPr txBox="1"/>
          <p:nvPr>
            <p:ph idx="4" type="body"/>
          </p:nvPr>
        </p:nvSpPr>
        <p:spPr>
          <a:xfrm>
            <a:off x="8158510" y="2544274"/>
            <a:ext cx="2453694" cy="11138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72000">
            <a:noAutofit/>
          </a:bodyPr>
          <a:lstStyle>
            <a:lvl1pPr indent="-228600" lvl="0" marL="457200" marR="0" rtl="0" algn="l">
              <a:lnSpc>
                <a:spcPct val="158461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04" name="Google Shape;804;p133"/>
          <p:cNvSpPr txBox="1"/>
          <p:nvPr>
            <p:ph idx="5" type="body"/>
          </p:nvPr>
        </p:nvSpPr>
        <p:spPr>
          <a:xfrm>
            <a:off x="8158510" y="1686989"/>
            <a:ext cx="2453694" cy="8572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2909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  <a:defRPr b="1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05" name="Google Shape;805;p133"/>
          <p:cNvSpPr txBox="1"/>
          <p:nvPr>
            <p:ph idx="6" type="body"/>
          </p:nvPr>
        </p:nvSpPr>
        <p:spPr>
          <a:xfrm>
            <a:off x="2999220" y="4788483"/>
            <a:ext cx="2453694" cy="11138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72000">
            <a:noAutofit/>
          </a:bodyPr>
          <a:lstStyle>
            <a:lvl1pPr indent="-228600" lvl="0" marL="457200" marR="0" rtl="0" algn="l">
              <a:lnSpc>
                <a:spcPct val="158461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06" name="Google Shape;806;p133"/>
          <p:cNvSpPr txBox="1"/>
          <p:nvPr>
            <p:ph idx="7" type="body"/>
          </p:nvPr>
        </p:nvSpPr>
        <p:spPr>
          <a:xfrm>
            <a:off x="2999220" y="3931198"/>
            <a:ext cx="2453694" cy="8572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2909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  <a:defRPr b="1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07" name="Google Shape;807;p133"/>
          <p:cNvSpPr txBox="1"/>
          <p:nvPr>
            <p:ph idx="8" type="body"/>
          </p:nvPr>
        </p:nvSpPr>
        <p:spPr>
          <a:xfrm>
            <a:off x="8158510" y="4788483"/>
            <a:ext cx="2453694" cy="11138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72000">
            <a:noAutofit/>
          </a:bodyPr>
          <a:lstStyle>
            <a:lvl1pPr indent="-228600" lvl="0" marL="457200" marR="0" rtl="0" algn="l">
              <a:lnSpc>
                <a:spcPct val="158461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08" name="Google Shape;808;p133"/>
          <p:cNvSpPr txBox="1"/>
          <p:nvPr>
            <p:ph idx="9" type="body"/>
          </p:nvPr>
        </p:nvSpPr>
        <p:spPr>
          <a:xfrm>
            <a:off x="8158510" y="3931198"/>
            <a:ext cx="2453694" cy="8572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2909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  <a:defRPr b="1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09" name="Google Shape;809;p133"/>
          <p:cNvSpPr txBox="1"/>
          <p:nvPr>
            <p:ph idx="13" type="body"/>
          </p:nvPr>
        </p:nvSpPr>
        <p:spPr>
          <a:xfrm>
            <a:off x="417525" y="835144"/>
            <a:ext cx="5335912" cy="5003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1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7_04_텍스트 4단">
  <p:cSld name="07_04_텍스트 4단">
    <p:spTree>
      <p:nvGrpSpPr>
        <p:cNvPr id="810" name="Shape 8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1" name="Google Shape;811;p134"/>
          <p:cNvSpPr txBox="1"/>
          <p:nvPr>
            <p:ph idx="1" type="body"/>
          </p:nvPr>
        </p:nvSpPr>
        <p:spPr>
          <a:xfrm>
            <a:off x="417525" y="182918"/>
            <a:ext cx="5335912" cy="2605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B3B3B3"/>
              </a:buClr>
              <a:buSzPts val="1100"/>
              <a:buFont typeface="Arial"/>
              <a:buNone/>
              <a:defRPr b="1" i="0" sz="1100" u="none" cap="none" strike="noStrike">
                <a:solidFill>
                  <a:srgbClr val="B3B3B3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12" name="Google Shape;812;p134"/>
          <p:cNvSpPr/>
          <p:nvPr>
            <p:ph idx="2" type="body"/>
          </p:nvPr>
        </p:nvSpPr>
        <p:spPr>
          <a:xfrm>
            <a:off x="516327" y="1656459"/>
            <a:ext cx="4871461" cy="654847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 cap="flat" cmpd="sng" w="222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300"/>
              <a:buFont typeface="Arial"/>
              <a:buNone/>
              <a:defRPr b="1" i="0" sz="23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13" name="Google Shape;813;p134"/>
          <p:cNvSpPr txBox="1"/>
          <p:nvPr>
            <p:ph idx="3" type="body"/>
          </p:nvPr>
        </p:nvSpPr>
        <p:spPr>
          <a:xfrm>
            <a:off x="1703955" y="3511003"/>
            <a:ext cx="3683833" cy="6006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56666"/>
              </a:lnSpc>
              <a:spcBef>
                <a:spcPts val="1000"/>
              </a:spcBef>
              <a:spcAft>
                <a:spcPts val="0"/>
              </a:spcAft>
              <a:buClr>
                <a:srgbClr val="9C9C9C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9C9C9C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14" name="Google Shape;814;p134"/>
          <p:cNvSpPr txBox="1"/>
          <p:nvPr>
            <p:ph idx="4" type="body"/>
          </p:nvPr>
        </p:nvSpPr>
        <p:spPr>
          <a:xfrm>
            <a:off x="1703955" y="2663776"/>
            <a:ext cx="3683833" cy="8503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72000">
            <a:noAutofit/>
          </a:bodyPr>
          <a:lstStyle>
            <a:lvl1pPr indent="-228600" lvl="0" marL="457200" marR="0" rtl="0" algn="l">
              <a:lnSpc>
                <a:spcPct val="133636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  <a:defRPr b="0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15" name="Google Shape;815;p134"/>
          <p:cNvSpPr/>
          <p:nvPr>
            <p:ph idx="5" type="body"/>
          </p:nvPr>
        </p:nvSpPr>
        <p:spPr>
          <a:xfrm>
            <a:off x="516327" y="2555990"/>
            <a:ext cx="1026000" cy="1544400"/>
          </a:xfrm>
          <a:prstGeom prst="roundRect">
            <a:avLst>
              <a:gd fmla="val 5801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16" name="Google Shape;816;p134"/>
          <p:cNvSpPr txBox="1"/>
          <p:nvPr>
            <p:ph idx="6" type="body"/>
          </p:nvPr>
        </p:nvSpPr>
        <p:spPr>
          <a:xfrm>
            <a:off x="6848385" y="3511003"/>
            <a:ext cx="3683833" cy="6006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56666"/>
              </a:lnSpc>
              <a:spcBef>
                <a:spcPts val="1000"/>
              </a:spcBef>
              <a:spcAft>
                <a:spcPts val="0"/>
              </a:spcAft>
              <a:buClr>
                <a:srgbClr val="9C9C9C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9C9C9C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17" name="Google Shape;817;p134"/>
          <p:cNvSpPr txBox="1"/>
          <p:nvPr>
            <p:ph idx="7" type="body"/>
          </p:nvPr>
        </p:nvSpPr>
        <p:spPr>
          <a:xfrm>
            <a:off x="6848385" y="2663776"/>
            <a:ext cx="3683833" cy="8503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72000">
            <a:noAutofit/>
          </a:bodyPr>
          <a:lstStyle>
            <a:lvl1pPr indent="-228600" lvl="0" marL="457200" marR="0" rtl="0" algn="l">
              <a:lnSpc>
                <a:spcPct val="133636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  <a:defRPr b="0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18" name="Google Shape;818;p134"/>
          <p:cNvSpPr/>
          <p:nvPr>
            <p:ph idx="8" type="body"/>
          </p:nvPr>
        </p:nvSpPr>
        <p:spPr>
          <a:xfrm>
            <a:off x="5660757" y="2555990"/>
            <a:ext cx="1026000" cy="1544400"/>
          </a:xfrm>
          <a:prstGeom prst="roundRect">
            <a:avLst>
              <a:gd fmla="val 5801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19" name="Google Shape;819;p134"/>
          <p:cNvSpPr txBox="1"/>
          <p:nvPr>
            <p:ph idx="9" type="body"/>
          </p:nvPr>
        </p:nvSpPr>
        <p:spPr>
          <a:xfrm>
            <a:off x="1703955" y="5324034"/>
            <a:ext cx="3683833" cy="6006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56666"/>
              </a:lnSpc>
              <a:spcBef>
                <a:spcPts val="1000"/>
              </a:spcBef>
              <a:spcAft>
                <a:spcPts val="0"/>
              </a:spcAft>
              <a:buClr>
                <a:srgbClr val="9C9C9C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9C9C9C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20" name="Google Shape;820;p134"/>
          <p:cNvSpPr txBox="1"/>
          <p:nvPr>
            <p:ph idx="13" type="body"/>
          </p:nvPr>
        </p:nvSpPr>
        <p:spPr>
          <a:xfrm>
            <a:off x="1703955" y="4476807"/>
            <a:ext cx="3683833" cy="8503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72000">
            <a:noAutofit/>
          </a:bodyPr>
          <a:lstStyle>
            <a:lvl1pPr indent="-228600" lvl="0" marL="457200" marR="0" rtl="0" algn="l">
              <a:lnSpc>
                <a:spcPct val="133636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  <a:defRPr b="0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21" name="Google Shape;821;p134"/>
          <p:cNvSpPr/>
          <p:nvPr>
            <p:ph idx="14" type="body"/>
          </p:nvPr>
        </p:nvSpPr>
        <p:spPr>
          <a:xfrm>
            <a:off x="516327" y="4369021"/>
            <a:ext cx="1026000" cy="1544400"/>
          </a:xfrm>
          <a:prstGeom prst="roundRect">
            <a:avLst>
              <a:gd fmla="val 5801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22" name="Google Shape;822;p134"/>
          <p:cNvSpPr txBox="1"/>
          <p:nvPr>
            <p:ph idx="15" type="body"/>
          </p:nvPr>
        </p:nvSpPr>
        <p:spPr>
          <a:xfrm>
            <a:off x="6848385" y="5324034"/>
            <a:ext cx="3683833" cy="6006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56666"/>
              </a:lnSpc>
              <a:spcBef>
                <a:spcPts val="1000"/>
              </a:spcBef>
              <a:spcAft>
                <a:spcPts val="0"/>
              </a:spcAft>
              <a:buClr>
                <a:srgbClr val="9C9C9C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9C9C9C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23" name="Google Shape;823;p134"/>
          <p:cNvSpPr txBox="1"/>
          <p:nvPr>
            <p:ph idx="16" type="body"/>
          </p:nvPr>
        </p:nvSpPr>
        <p:spPr>
          <a:xfrm>
            <a:off x="6848385" y="4476807"/>
            <a:ext cx="3683833" cy="8503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72000">
            <a:noAutofit/>
          </a:bodyPr>
          <a:lstStyle>
            <a:lvl1pPr indent="-228600" lvl="0" marL="457200" marR="0" rtl="0" algn="l">
              <a:lnSpc>
                <a:spcPct val="133636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  <a:defRPr b="0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24" name="Google Shape;824;p134"/>
          <p:cNvSpPr/>
          <p:nvPr>
            <p:ph idx="17" type="body"/>
          </p:nvPr>
        </p:nvSpPr>
        <p:spPr>
          <a:xfrm>
            <a:off x="5660757" y="4369021"/>
            <a:ext cx="1026000" cy="1544400"/>
          </a:xfrm>
          <a:prstGeom prst="roundRect">
            <a:avLst>
              <a:gd fmla="val 5801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25" name="Google Shape;825;p134"/>
          <p:cNvSpPr/>
          <p:nvPr>
            <p:ph idx="18" type="body"/>
          </p:nvPr>
        </p:nvSpPr>
        <p:spPr>
          <a:xfrm>
            <a:off x="5645101" y="1656459"/>
            <a:ext cx="4871461" cy="654847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 cap="flat" cmpd="sng" w="222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300"/>
              <a:buFont typeface="Arial"/>
              <a:buNone/>
              <a:defRPr b="1" i="0" sz="23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26" name="Google Shape;826;p134"/>
          <p:cNvSpPr txBox="1"/>
          <p:nvPr>
            <p:ph idx="19" type="body"/>
          </p:nvPr>
        </p:nvSpPr>
        <p:spPr>
          <a:xfrm>
            <a:off x="417525" y="835144"/>
            <a:ext cx="5335912" cy="5003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1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7_05_텍스트 4단">
  <p:cSld name="07_05_텍스트 4단">
    <p:spTree>
      <p:nvGrpSpPr>
        <p:cNvPr id="827" name="Shape 8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8" name="Google Shape;828;p135"/>
          <p:cNvSpPr txBox="1"/>
          <p:nvPr>
            <p:ph idx="1" type="body"/>
          </p:nvPr>
        </p:nvSpPr>
        <p:spPr>
          <a:xfrm>
            <a:off x="417525" y="182918"/>
            <a:ext cx="5335912" cy="2605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B3B3B3"/>
              </a:buClr>
              <a:buSzPts val="1100"/>
              <a:buFont typeface="Arial"/>
              <a:buNone/>
              <a:defRPr b="1" i="0" sz="1100" u="none" cap="none" strike="noStrike">
                <a:solidFill>
                  <a:srgbClr val="B3B3B3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cxnSp>
        <p:nvCxnSpPr>
          <p:cNvPr id="829" name="Google Shape;829;p135"/>
          <p:cNvCxnSpPr/>
          <p:nvPr/>
        </p:nvCxnSpPr>
        <p:spPr>
          <a:xfrm>
            <a:off x="0" y="2667735"/>
            <a:ext cx="9393382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830" name="Google Shape;830;p135"/>
          <p:cNvSpPr txBox="1"/>
          <p:nvPr>
            <p:ph idx="2" type="body"/>
          </p:nvPr>
        </p:nvSpPr>
        <p:spPr>
          <a:xfrm>
            <a:off x="445233" y="3817058"/>
            <a:ext cx="2453694" cy="1678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148571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31" name="Google Shape;831;p135"/>
          <p:cNvSpPr txBox="1"/>
          <p:nvPr>
            <p:ph idx="3" type="body"/>
          </p:nvPr>
        </p:nvSpPr>
        <p:spPr>
          <a:xfrm>
            <a:off x="445233" y="3297297"/>
            <a:ext cx="2453694" cy="5363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  <a:defRPr b="1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32" name="Google Shape;832;p135"/>
          <p:cNvSpPr txBox="1"/>
          <p:nvPr>
            <p:ph idx="4" type="body"/>
          </p:nvPr>
        </p:nvSpPr>
        <p:spPr>
          <a:xfrm>
            <a:off x="3022179" y="3817058"/>
            <a:ext cx="2453694" cy="1678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155714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33" name="Google Shape;833;p135"/>
          <p:cNvSpPr txBox="1"/>
          <p:nvPr>
            <p:ph idx="5" type="body"/>
          </p:nvPr>
        </p:nvSpPr>
        <p:spPr>
          <a:xfrm>
            <a:off x="3022179" y="3297297"/>
            <a:ext cx="2453694" cy="5363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  <a:defRPr b="1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34" name="Google Shape;834;p135"/>
          <p:cNvSpPr txBox="1"/>
          <p:nvPr>
            <p:ph idx="6" type="body"/>
          </p:nvPr>
        </p:nvSpPr>
        <p:spPr>
          <a:xfrm>
            <a:off x="5599125" y="3817058"/>
            <a:ext cx="2453694" cy="1678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155714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35" name="Google Shape;835;p135"/>
          <p:cNvSpPr txBox="1"/>
          <p:nvPr>
            <p:ph idx="7" type="body"/>
          </p:nvPr>
        </p:nvSpPr>
        <p:spPr>
          <a:xfrm>
            <a:off x="5599125" y="3297297"/>
            <a:ext cx="2453694" cy="5363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  <a:defRPr b="1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36" name="Google Shape;836;p135"/>
          <p:cNvSpPr txBox="1"/>
          <p:nvPr>
            <p:ph idx="8" type="body"/>
          </p:nvPr>
        </p:nvSpPr>
        <p:spPr>
          <a:xfrm>
            <a:off x="8176071" y="3817058"/>
            <a:ext cx="2453694" cy="1678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155714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37" name="Google Shape;837;p135"/>
          <p:cNvSpPr txBox="1"/>
          <p:nvPr>
            <p:ph idx="9" type="body"/>
          </p:nvPr>
        </p:nvSpPr>
        <p:spPr>
          <a:xfrm>
            <a:off x="8176071" y="3297297"/>
            <a:ext cx="2453694" cy="5363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  <a:defRPr b="1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38" name="Google Shape;838;p135"/>
          <p:cNvSpPr/>
          <p:nvPr/>
        </p:nvSpPr>
        <p:spPr>
          <a:xfrm>
            <a:off x="1215149" y="2202122"/>
            <a:ext cx="913862" cy="913862"/>
          </a:xfrm>
          <a:prstGeom prst="ellipse">
            <a:avLst/>
          </a:prstGeom>
          <a:solidFill>
            <a:schemeClr val="lt1"/>
          </a:solidFill>
          <a:ln cap="flat" cmpd="sng" w="1905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9" name="Google Shape;839;p135"/>
          <p:cNvSpPr/>
          <p:nvPr/>
        </p:nvSpPr>
        <p:spPr>
          <a:xfrm>
            <a:off x="3782829" y="2202122"/>
            <a:ext cx="913862" cy="913862"/>
          </a:xfrm>
          <a:prstGeom prst="ellipse">
            <a:avLst/>
          </a:prstGeom>
          <a:solidFill>
            <a:schemeClr val="lt1"/>
          </a:solidFill>
          <a:ln cap="flat" cmpd="sng" w="1905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0" name="Google Shape;840;p135"/>
          <p:cNvSpPr/>
          <p:nvPr/>
        </p:nvSpPr>
        <p:spPr>
          <a:xfrm>
            <a:off x="6350509" y="2202122"/>
            <a:ext cx="913862" cy="913862"/>
          </a:xfrm>
          <a:prstGeom prst="ellipse">
            <a:avLst/>
          </a:prstGeom>
          <a:solidFill>
            <a:schemeClr val="lt1"/>
          </a:solidFill>
          <a:ln cap="flat" cmpd="sng" w="1905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1" name="Google Shape;841;p135"/>
          <p:cNvSpPr/>
          <p:nvPr/>
        </p:nvSpPr>
        <p:spPr>
          <a:xfrm>
            <a:off x="8918189" y="2202122"/>
            <a:ext cx="913862" cy="913862"/>
          </a:xfrm>
          <a:prstGeom prst="ellipse">
            <a:avLst/>
          </a:prstGeom>
          <a:solidFill>
            <a:schemeClr val="lt1"/>
          </a:solidFill>
          <a:ln cap="flat" cmpd="sng" w="1905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2" name="Google Shape;842;p135"/>
          <p:cNvSpPr txBox="1"/>
          <p:nvPr>
            <p:ph idx="13" type="body"/>
          </p:nvPr>
        </p:nvSpPr>
        <p:spPr>
          <a:xfrm>
            <a:off x="417525" y="835144"/>
            <a:ext cx="5335912" cy="5003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1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7_06_텍스트 4단">
  <p:cSld name="07_06_텍스트 4단">
    <p:spTree>
      <p:nvGrpSpPr>
        <p:cNvPr id="843" name="Shape 8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4" name="Google Shape;844;p136"/>
          <p:cNvSpPr/>
          <p:nvPr/>
        </p:nvSpPr>
        <p:spPr>
          <a:xfrm>
            <a:off x="504818" y="1627224"/>
            <a:ext cx="4888042" cy="1996085"/>
          </a:xfrm>
          <a:prstGeom prst="roundRect">
            <a:avLst>
              <a:gd fmla="val 1642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5" name="Google Shape;845;p136"/>
          <p:cNvSpPr/>
          <p:nvPr/>
        </p:nvSpPr>
        <p:spPr>
          <a:xfrm>
            <a:off x="5649574" y="1627224"/>
            <a:ext cx="4888042" cy="1996085"/>
          </a:xfrm>
          <a:prstGeom prst="roundRect">
            <a:avLst>
              <a:gd fmla="val 1642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6" name="Google Shape;846;p136"/>
          <p:cNvSpPr/>
          <p:nvPr/>
        </p:nvSpPr>
        <p:spPr>
          <a:xfrm>
            <a:off x="504818" y="3904604"/>
            <a:ext cx="4888042" cy="1996085"/>
          </a:xfrm>
          <a:prstGeom prst="roundRect">
            <a:avLst>
              <a:gd fmla="val 1642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7" name="Google Shape;847;p136"/>
          <p:cNvSpPr/>
          <p:nvPr/>
        </p:nvSpPr>
        <p:spPr>
          <a:xfrm>
            <a:off x="5649574" y="3904604"/>
            <a:ext cx="4888042" cy="1996085"/>
          </a:xfrm>
          <a:prstGeom prst="roundRect">
            <a:avLst>
              <a:gd fmla="val 1642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8" name="Google Shape;848;p136"/>
          <p:cNvSpPr txBox="1"/>
          <p:nvPr>
            <p:ph idx="1" type="body"/>
          </p:nvPr>
        </p:nvSpPr>
        <p:spPr>
          <a:xfrm>
            <a:off x="417525" y="182918"/>
            <a:ext cx="5335912" cy="2605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B3B3B3"/>
              </a:buClr>
              <a:buSzPts val="1100"/>
              <a:buFont typeface="Arial"/>
              <a:buNone/>
              <a:defRPr b="1" i="0" sz="1100" u="none" cap="none" strike="noStrike">
                <a:solidFill>
                  <a:srgbClr val="B3B3B3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49" name="Google Shape;849;p136"/>
          <p:cNvSpPr txBox="1"/>
          <p:nvPr>
            <p:ph idx="2" type="body"/>
          </p:nvPr>
        </p:nvSpPr>
        <p:spPr>
          <a:xfrm>
            <a:off x="1206882" y="1992881"/>
            <a:ext cx="3499620" cy="4757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142727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Arial"/>
              <a:buNone/>
              <a:defRPr b="1" i="0" sz="22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50" name="Google Shape;850;p136"/>
          <p:cNvSpPr txBox="1"/>
          <p:nvPr>
            <p:ph idx="3" type="body"/>
          </p:nvPr>
        </p:nvSpPr>
        <p:spPr>
          <a:xfrm>
            <a:off x="1206882" y="2439823"/>
            <a:ext cx="3499620" cy="83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152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51" name="Google Shape;851;p136"/>
          <p:cNvSpPr txBox="1"/>
          <p:nvPr>
            <p:ph idx="4" type="body"/>
          </p:nvPr>
        </p:nvSpPr>
        <p:spPr>
          <a:xfrm>
            <a:off x="6360773" y="1994001"/>
            <a:ext cx="3499620" cy="4757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142727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Arial"/>
              <a:buNone/>
              <a:defRPr b="1" i="0" sz="22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52" name="Google Shape;852;p136"/>
          <p:cNvSpPr txBox="1"/>
          <p:nvPr>
            <p:ph idx="5" type="body"/>
          </p:nvPr>
        </p:nvSpPr>
        <p:spPr>
          <a:xfrm>
            <a:off x="6360773" y="2440942"/>
            <a:ext cx="3499620" cy="83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147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53" name="Google Shape;853;p136"/>
          <p:cNvSpPr txBox="1"/>
          <p:nvPr>
            <p:ph idx="6" type="body"/>
          </p:nvPr>
        </p:nvSpPr>
        <p:spPr>
          <a:xfrm>
            <a:off x="1206882" y="4253581"/>
            <a:ext cx="3499620" cy="4757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142727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Arial"/>
              <a:buNone/>
              <a:defRPr b="1" i="0" sz="22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54" name="Google Shape;854;p136"/>
          <p:cNvSpPr txBox="1"/>
          <p:nvPr>
            <p:ph idx="7" type="body"/>
          </p:nvPr>
        </p:nvSpPr>
        <p:spPr>
          <a:xfrm>
            <a:off x="1206882" y="4700522"/>
            <a:ext cx="3499620" cy="83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147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55" name="Google Shape;855;p136"/>
          <p:cNvSpPr txBox="1"/>
          <p:nvPr>
            <p:ph idx="8" type="body"/>
          </p:nvPr>
        </p:nvSpPr>
        <p:spPr>
          <a:xfrm>
            <a:off x="6360773" y="4253581"/>
            <a:ext cx="3499620" cy="4757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142727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Arial"/>
              <a:buNone/>
              <a:defRPr b="1" i="0" sz="22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56" name="Google Shape;856;p136"/>
          <p:cNvSpPr txBox="1"/>
          <p:nvPr>
            <p:ph idx="9" type="body"/>
          </p:nvPr>
        </p:nvSpPr>
        <p:spPr>
          <a:xfrm>
            <a:off x="6360773" y="4700522"/>
            <a:ext cx="3499620" cy="83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147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57" name="Google Shape;857;p136"/>
          <p:cNvSpPr/>
          <p:nvPr/>
        </p:nvSpPr>
        <p:spPr>
          <a:xfrm>
            <a:off x="4476170" y="2733230"/>
            <a:ext cx="2097149" cy="2097149"/>
          </a:xfrm>
          <a:prstGeom prst="ellipse">
            <a:avLst/>
          </a:prstGeom>
          <a:solidFill>
            <a:schemeClr val="accent2"/>
          </a:solidFill>
          <a:ln cap="flat" cmpd="sng" w="1905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8" name="Google Shape;858;p136"/>
          <p:cNvSpPr txBox="1"/>
          <p:nvPr>
            <p:ph idx="13" type="body"/>
          </p:nvPr>
        </p:nvSpPr>
        <p:spPr>
          <a:xfrm>
            <a:off x="4630794" y="3843479"/>
            <a:ext cx="1795858" cy="4757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142727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Arial"/>
              <a:buNone/>
              <a:defRPr b="1" i="0" sz="22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59" name="Google Shape;859;p136"/>
          <p:cNvSpPr txBox="1"/>
          <p:nvPr>
            <p:ph idx="14" type="body"/>
          </p:nvPr>
        </p:nvSpPr>
        <p:spPr>
          <a:xfrm>
            <a:off x="417525" y="835144"/>
            <a:ext cx="5335912" cy="5003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1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7_07_텍스트 4단">
  <p:cSld name="07_07_텍스트 4단">
    <p:spTree>
      <p:nvGrpSpPr>
        <p:cNvPr id="860" name="Shape 8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1" name="Google Shape;861;p137"/>
          <p:cNvSpPr/>
          <p:nvPr/>
        </p:nvSpPr>
        <p:spPr>
          <a:xfrm>
            <a:off x="504817" y="1627224"/>
            <a:ext cx="3430800" cy="1994400"/>
          </a:xfrm>
          <a:prstGeom prst="roundRect">
            <a:avLst>
              <a:gd fmla="val 1642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2" name="Google Shape;862;p137"/>
          <p:cNvSpPr/>
          <p:nvPr/>
        </p:nvSpPr>
        <p:spPr>
          <a:xfrm>
            <a:off x="504818" y="3904604"/>
            <a:ext cx="3425799" cy="1996085"/>
          </a:xfrm>
          <a:prstGeom prst="roundRect">
            <a:avLst>
              <a:gd fmla="val 1642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3" name="Google Shape;863;p137"/>
          <p:cNvSpPr/>
          <p:nvPr/>
        </p:nvSpPr>
        <p:spPr>
          <a:xfrm>
            <a:off x="7106816" y="1627224"/>
            <a:ext cx="3430800" cy="1996085"/>
          </a:xfrm>
          <a:prstGeom prst="roundRect">
            <a:avLst>
              <a:gd fmla="val 1642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4" name="Google Shape;864;p137"/>
          <p:cNvSpPr/>
          <p:nvPr/>
        </p:nvSpPr>
        <p:spPr>
          <a:xfrm>
            <a:off x="7106816" y="3904604"/>
            <a:ext cx="3430800" cy="1996085"/>
          </a:xfrm>
          <a:prstGeom prst="roundRect">
            <a:avLst>
              <a:gd fmla="val 1642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5" name="Google Shape;865;p137"/>
          <p:cNvSpPr txBox="1"/>
          <p:nvPr>
            <p:ph idx="1" type="body"/>
          </p:nvPr>
        </p:nvSpPr>
        <p:spPr>
          <a:xfrm>
            <a:off x="417525" y="182918"/>
            <a:ext cx="5335912" cy="2605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B3B3B3"/>
              </a:buClr>
              <a:buSzPts val="1100"/>
              <a:buFont typeface="Arial"/>
              <a:buNone/>
              <a:defRPr b="1" i="0" sz="1100" u="none" cap="none" strike="noStrike">
                <a:solidFill>
                  <a:srgbClr val="B3B3B3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66" name="Google Shape;866;p137"/>
          <p:cNvSpPr/>
          <p:nvPr/>
        </p:nvSpPr>
        <p:spPr>
          <a:xfrm>
            <a:off x="3375394" y="1655169"/>
            <a:ext cx="4286646" cy="4286646"/>
          </a:xfrm>
          <a:prstGeom prst="donut">
            <a:avLst>
              <a:gd fmla="val 29805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7" name="Google Shape;867;p137"/>
          <p:cNvSpPr/>
          <p:nvPr/>
        </p:nvSpPr>
        <p:spPr>
          <a:xfrm>
            <a:off x="5909526" y="4285673"/>
            <a:ext cx="1255048" cy="1255048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8" name="Google Shape;868;p137"/>
          <p:cNvSpPr/>
          <p:nvPr/>
        </p:nvSpPr>
        <p:spPr>
          <a:xfrm>
            <a:off x="3872859" y="4285673"/>
            <a:ext cx="1255048" cy="1255048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9" name="Google Shape;869;p137"/>
          <p:cNvSpPr/>
          <p:nvPr/>
        </p:nvSpPr>
        <p:spPr>
          <a:xfrm>
            <a:off x="5909526" y="2056450"/>
            <a:ext cx="1255048" cy="1255048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0" name="Google Shape;870;p137"/>
          <p:cNvSpPr/>
          <p:nvPr/>
        </p:nvSpPr>
        <p:spPr>
          <a:xfrm>
            <a:off x="3872859" y="2056450"/>
            <a:ext cx="1255048" cy="1255048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1" name="Google Shape;871;p137"/>
          <p:cNvSpPr txBox="1"/>
          <p:nvPr>
            <p:ph idx="2" type="body"/>
          </p:nvPr>
        </p:nvSpPr>
        <p:spPr>
          <a:xfrm>
            <a:off x="804375" y="2094594"/>
            <a:ext cx="2843062" cy="108766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0">
            <a:noAutofit/>
          </a:bodyPr>
          <a:lstStyle>
            <a:lvl1pPr indent="-228600" lvl="0" marL="457200" marR="0" rtl="0" algn="ctr">
              <a:lnSpc>
                <a:spcPct val="148571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72" name="Google Shape;872;p137"/>
          <p:cNvSpPr txBox="1"/>
          <p:nvPr>
            <p:ph idx="3" type="body"/>
          </p:nvPr>
        </p:nvSpPr>
        <p:spPr>
          <a:xfrm>
            <a:off x="7389997" y="2092972"/>
            <a:ext cx="2843062" cy="108766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0">
            <a:noAutofit/>
          </a:bodyPr>
          <a:lstStyle>
            <a:lvl1pPr indent="-228600" lvl="0" marL="457200" marR="0" rtl="0" algn="ctr">
              <a:lnSpc>
                <a:spcPct val="148571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73" name="Google Shape;873;p137"/>
          <p:cNvSpPr txBox="1"/>
          <p:nvPr>
            <p:ph idx="4" type="body"/>
          </p:nvPr>
        </p:nvSpPr>
        <p:spPr>
          <a:xfrm>
            <a:off x="804375" y="4331480"/>
            <a:ext cx="2843062" cy="108766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0">
            <a:noAutofit/>
          </a:bodyPr>
          <a:lstStyle>
            <a:lvl1pPr indent="-228600" lvl="0" marL="457200" marR="0" rtl="0" algn="ctr">
              <a:lnSpc>
                <a:spcPct val="148571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74" name="Google Shape;874;p137"/>
          <p:cNvSpPr txBox="1"/>
          <p:nvPr>
            <p:ph idx="5" type="body"/>
          </p:nvPr>
        </p:nvSpPr>
        <p:spPr>
          <a:xfrm>
            <a:off x="7389997" y="4331480"/>
            <a:ext cx="2843062" cy="108766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0">
            <a:noAutofit/>
          </a:bodyPr>
          <a:lstStyle>
            <a:lvl1pPr indent="-228600" lvl="0" marL="457200" marR="0" rtl="0" algn="ctr">
              <a:lnSpc>
                <a:spcPct val="148571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75" name="Google Shape;875;p137"/>
          <p:cNvSpPr txBox="1"/>
          <p:nvPr>
            <p:ph idx="6" type="body"/>
          </p:nvPr>
        </p:nvSpPr>
        <p:spPr>
          <a:xfrm>
            <a:off x="417525" y="835144"/>
            <a:ext cx="5335912" cy="5003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1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8_01_텍스트 5단~">
  <p:cSld name="08_01_텍스트 5단~">
    <p:spTree>
      <p:nvGrpSpPr>
        <p:cNvPr id="876" name="Shape 8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7" name="Google Shape;877;p138"/>
          <p:cNvSpPr txBox="1"/>
          <p:nvPr>
            <p:ph idx="1" type="body"/>
          </p:nvPr>
        </p:nvSpPr>
        <p:spPr>
          <a:xfrm>
            <a:off x="417525" y="182918"/>
            <a:ext cx="5335912" cy="2605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B3B3B3"/>
              </a:buClr>
              <a:buSzPts val="1100"/>
              <a:buFont typeface="Arial"/>
              <a:buNone/>
              <a:defRPr b="1" i="0" sz="1100" u="none" cap="none" strike="noStrike">
                <a:solidFill>
                  <a:srgbClr val="B3B3B3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78" name="Google Shape;878;p138"/>
          <p:cNvSpPr/>
          <p:nvPr/>
        </p:nvSpPr>
        <p:spPr>
          <a:xfrm>
            <a:off x="677625" y="1947980"/>
            <a:ext cx="1481020" cy="1481020"/>
          </a:xfrm>
          <a:prstGeom prst="ellipse">
            <a:avLst/>
          </a:prstGeom>
          <a:solidFill>
            <a:schemeClr val="lt1"/>
          </a:solidFill>
          <a:ln cap="flat" cmpd="sng" w="1905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9" name="Google Shape;879;p138"/>
          <p:cNvSpPr txBox="1"/>
          <p:nvPr>
            <p:ph idx="2" type="body"/>
          </p:nvPr>
        </p:nvSpPr>
        <p:spPr>
          <a:xfrm>
            <a:off x="378343" y="4275920"/>
            <a:ext cx="2054681" cy="1581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72000">
            <a:noAutofit/>
          </a:bodyPr>
          <a:lstStyle>
            <a:lvl1pPr indent="-228600" lvl="0" marL="457200" marR="0" rtl="0" algn="ctr">
              <a:lnSpc>
                <a:spcPct val="158461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80" name="Google Shape;880;p138"/>
          <p:cNvSpPr txBox="1"/>
          <p:nvPr>
            <p:ph idx="3" type="body"/>
          </p:nvPr>
        </p:nvSpPr>
        <p:spPr>
          <a:xfrm>
            <a:off x="378342" y="3565437"/>
            <a:ext cx="2054681" cy="6896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148571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81" name="Google Shape;881;p138"/>
          <p:cNvSpPr/>
          <p:nvPr/>
        </p:nvSpPr>
        <p:spPr>
          <a:xfrm>
            <a:off x="2732307" y="1947980"/>
            <a:ext cx="1481020" cy="1481020"/>
          </a:xfrm>
          <a:prstGeom prst="ellipse">
            <a:avLst/>
          </a:prstGeom>
          <a:solidFill>
            <a:schemeClr val="lt1"/>
          </a:solidFill>
          <a:ln cap="flat" cmpd="sng" w="1905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2" name="Google Shape;882;p138"/>
          <p:cNvSpPr/>
          <p:nvPr/>
        </p:nvSpPr>
        <p:spPr>
          <a:xfrm>
            <a:off x="4786989" y="1947980"/>
            <a:ext cx="1481020" cy="1481020"/>
          </a:xfrm>
          <a:prstGeom prst="ellipse">
            <a:avLst/>
          </a:prstGeom>
          <a:solidFill>
            <a:schemeClr val="lt1"/>
          </a:solidFill>
          <a:ln cap="flat" cmpd="sng" w="1905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3" name="Google Shape;883;p138"/>
          <p:cNvSpPr/>
          <p:nvPr/>
        </p:nvSpPr>
        <p:spPr>
          <a:xfrm>
            <a:off x="6841671" y="1947980"/>
            <a:ext cx="1481020" cy="1481020"/>
          </a:xfrm>
          <a:prstGeom prst="ellipse">
            <a:avLst/>
          </a:prstGeom>
          <a:solidFill>
            <a:schemeClr val="lt1"/>
          </a:solidFill>
          <a:ln cap="flat" cmpd="sng" w="1905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4" name="Google Shape;884;p138"/>
          <p:cNvSpPr/>
          <p:nvPr/>
        </p:nvSpPr>
        <p:spPr>
          <a:xfrm>
            <a:off x="8896353" y="1947980"/>
            <a:ext cx="1481020" cy="1481020"/>
          </a:xfrm>
          <a:prstGeom prst="ellipse">
            <a:avLst/>
          </a:prstGeom>
          <a:solidFill>
            <a:schemeClr val="lt1"/>
          </a:solidFill>
          <a:ln cap="flat" cmpd="sng" w="1905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5" name="Google Shape;885;p138"/>
          <p:cNvSpPr txBox="1"/>
          <p:nvPr>
            <p:ph idx="4" type="body"/>
          </p:nvPr>
        </p:nvSpPr>
        <p:spPr>
          <a:xfrm>
            <a:off x="2446837" y="4275920"/>
            <a:ext cx="2054681" cy="1581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72000">
            <a:noAutofit/>
          </a:bodyPr>
          <a:lstStyle>
            <a:lvl1pPr indent="-228600" lvl="0" marL="457200" marR="0" rtl="0" algn="ctr">
              <a:lnSpc>
                <a:spcPct val="158461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86" name="Google Shape;886;p138"/>
          <p:cNvSpPr txBox="1"/>
          <p:nvPr>
            <p:ph idx="5" type="body"/>
          </p:nvPr>
        </p:nvSpPr>
        <p:spPr>
          <a:xfrm>
            <a:off x="2446836" y="3565437"/>
            <a:ext cx="2054681" cy="6896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148571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87" name="Google Shape;887;p138"/>
          <p:cNvSpPr txBox="1"/>
          <p:nvPr>
            <p:ph idx="6" type="body"/>
          </p:nvPr>
        </p:nvSpPr>
        <p:spPr>
          <a:xfrm>
            <a:off x="4515331" y="4275920"/>
            <a:ext cx="2054681" cy="1581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72000">
            <a:noAutofit/>
          </a:bodyPr>
          <a:lstStyle>
            <a:lvl1pPr indent="-228600" lvl="0" marL="457200" marR="0" rtl="0" algn="ctr">
              <a:lnSpc>
                <a:spcPct val="158461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88" name="Google Shape;888;p138"/>
          <p:cNvSpPr txBox="1"/>
          <p:nvPr>
            <p:ph idx="7" type="body"/>
          </p:nvPr>
        </p:nvSpPr>
        <p:spPr>
          <a:xfrm>
            <a:off x="4515330" y="3565437"/>
            <a:ext cx="2054681" cy="6896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148571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89" name="Google Shape;889;p138"/>
          <p:cNvSpPr txBox="1"/>
          <p:nvPr>
            <p:ph idx="8" type="body"/>
          </p:nvPr>
        </p:nvSpPr>
        <p:spPr>
          <a:xfrm>
            <a:off x="6583825" y="4275920"/>
            <a:ext cx="2054681" cy="1581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72000">
            <a:noAutofit/>
          </a:bodyPr>
          <a:lstStyle>
            <a:lvl1pPr indent="-228600" lvl="0" marL="457200" marR="0" rtl="0" algn="ctr">
              <a:lnSpc>
                <a:spcPct val="158461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90" name="Google Shape;890;p138"/>
          <p:cNvSpPr txBox="1"/>
          <p:nvPr>
            <p:ph idx="9" type="body"/>
          </p:nvPr>
        </p:nvSpPr>
        <p:spPr>
          <a:xfrm>
            <a:off x="6583824" y="3565437"/>
            <a:ext cx="2054681" cy="6896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148571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91" name="Google Shape;891;p138"/>
          <p:cNvSpPr txBox="1"/>
          <p:nvPr>
            <p:ph idx="13" type="body"/>
          </p:nvPr>
        </p:nvSpPr>
        <p:spPr>
          <a:xfrm>
            <a:off x="8652319" y="4275920"/>
            <a:ext cx="2054681" cy="1581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72000">
            <a:noAutofit/>
          </a:bodyPr>
          <a:lstStyle>
            <a:lvl1pPr indent="-228600" lvl="0" marL="457200" marR="0" rtl="0" algn="ctr">
              <a:lnSpc>
                <a:spcPct val="158461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92" name="Google Shape;892;p138"/>
          <p:cNvSpPr txBox="1"/>
          <p:nvPr>
            <p:ph idx="14" type="body"/>
          </p:nvPr>
        </p:nvSpPr>
        <p:spPr>
          <a:xfrm>
            <a:off x="8652318" y="3565437"/>
            <a:ext cx="2054681" cy="6896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148571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93" name="Google Shape;893;p138"/>
          <p:cNvSpPr txBox="1"/>
          <p:nvPr>
            <p:ph idx="15" type="body"/>
          </p:nvPr>
        </p:nvSpPr>
        <p:spPr>
          <a:xfrm>
            <a:off x="417525" y="835144"/>
            <a:ext cx="5335912" cy="5003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1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8_02_텍스트 5단~">
  <p:cSld name="08_02_텍스트 5단~">
    <p:spTree>
      <p:nvGrpSpPr>
        <p:cNvPr id="894" name="Shape 8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5" name="Google Shape;895;p139"/>
          <p:cNvSpPr txBox="1"/>
          <p:nvPr>
            <p:ph idx="1" type="body"/>
          </p:nvPr>
        </p:nvSpPr>
        <p:spPr>
          <a:xfrm>
            <a:off x="417525" y="182918"/>
            <a:ext cx="5335912" cy="2605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B3B3B3"/>
              </a:buClr>
              <a:buSzPts val="1100"/>
              <a:buFont typeface="Arial"/>
              <a:buNone/>
              <a:defRPr b="1" i="0" sz="1100" u="none" cap="none" strike="noStrike">
                <a:solidFill>
                  <a:srgbClr val="B3B3B3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96" name="Google Shape;896;p139"/>
          <p:cNvSpPr/>
          <p:nvPr/>
        </p:nvSpPr>
        <p:spPr>
          <a:xfrm>
            <a:off x="484707" y="1839181"/>
            <a:ext cx="919597" cy="919597"/>
          </a:xfrm>
          <a:prstGeom prst="ellipse">
            <a:avLst/>
          </a:prstGeom>
          <a:solidFill>
            <a:schemeClr val="lt1"/>
          </a:solidFill>
          <a:ln cap="flat" cmpd="sng" w="1905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7" name="Google Shape;897;p139"/>
          <p:cNvSpPr/>
          <p:nvPr/>
        </p:nvSpPr>
        <p:spPr>
          <a:xfrm>
            <a:off x="5636201" y="1839181"/>
            <a:ext cx="919597" cy="919597"/>
          </a:xfrm>
          <a:prstGeom prst="ellipse">
            <a:avLst/>
          </a:prstGeom>
          <a:solidFill>
            <a:schemeClr val="lt1"/>
          </a:solidFill>
          <a:ln cap="flat" cmpd="sng" w="1905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8" name="Google Shape;898;p139"/>
          <p:cNvSpPr/>
          <p:nvPr/>
        </p:nvSpPr>
        <p:spPr>
          <a:xfrm>
            <a:off x="484707" y="3345054"/>
            <a:ext cx="919597" cy="919597"/>
          </a:xfrm>
          <a:prstGeom prst="ellipse">
            <a:avLst/>
          </a:prstGeom>
          <a:solidFill>
            <a:schemeClr val="lt1"/>
          </a:solidFill>
          <a:ln cap="flat" cmpd="sng" w="1905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9" name="Google Shape;899;p139"/>
          <p:cNvSpPr/>
          <p:nvPr/>
        </p:nvSpPr>
        <p:spPr>
          <a:xfrm>
            <a:off x="5636201" y="3345054"/>
            <a:ext cx="919597" cy="919597"/>
          </a:xfrm>
          <a:prstGeom prst="ellipse">
            <a:avLst/>
          </a:prstGeom>
          <a:solidFill>
            <a:schemeClr val="lt1"/>
          </a:solidFill>
          <a:ln cap="flat" cmpd="sng" w="1905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0" name="Google Shape;900;p139"/>
          <p:cNvSpPr/>
          <p:nvPr/>
        </p:nvSpPr>
        <p:spPr>
          <a:xfrm>
            <a:off x="484707" y="4838207"/>
            <a:ext cx="919597" cy="919597"/>
          </a:xfrm>
          <a:prstGeom prst="ellipse">
            <a:avLst/>
          </a:prstGeom>
          <a:solidFill>
            <a:schemeClr val="lt1"/>
          </a:solidFill>
          <a:ln cap="flat" cmpd="sng" w="1905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1" name="Google Shape;901;p139"/>
          <p:cNvSpPr/>
          <p:nvPr/>
        </p:nvSpPr>
        <p:spPr>
          <a:xfrm>
            <a:off x="5636201" y="4838207"/>
            <a:ext cx="919597" cy="919597"/>
          </a:xfrm>
          <a:prstGeom prst="ellipse">
            <a:avLst/>
          </a:prstGeom>
          <a:solidFill>
            <a:schemeClr val="lt1"/>
          </a:solidFill>
          <a:ln cap="flat" cmpd="sng" w="1905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2" name="Google Shape;902;p139"/>
          <p:cNvSpPr txBox="1"/>
          <p:nvPr>
            <p:ph idx="2" type="body"/>
          </p:nvPr>
        </p:nvSpPr>
        <p:spPr>
          <a:xfrm>
            <a:off x="1562719" y="2115550"/>
            <a:ext cx="3796494" cy="6423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48571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03" name="Google Shape;903;p139"/>
          <p:cNvSpPr txBox="1"/>
          <p:nvPr>
            <p:ph idx="3" type="body"/>
          </p:nvPr>
        </p:nvSpPr>
        <p:spPr>
          <a:xfrm>
            <a:off x="1562719" y="1802013"/>
            <a:ext cx="3796494" cy="3696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04" name="Google Shape;904;p139"/>
          <p:cNvSpPr txBox="1"/>
          <p:nvPr>
            <p:ph idx="4" type="body"/>
          </p:nvPr>
        </p:nvSpPr>
        <p:spPr>
          <a:xfrm>
            <a:off x="6705167" y="2115550"/>
            <a:ext cx="3796494" cy="6423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55714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05" name="Google Shape;905;p139"/>
          <p:cNvSpPr txBox="1"/>
          <p:nvPr>
            <p:ph idx="5" type="body"/>
          </p:nvPr>
        </p:nvSpPr>
        <p:spPr>
          <a:xfrm>
            <a:off x="6705167" y="1802013"/>
            <a:ext cx="3796494" cy="3696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06" name="Google Shape;906;p139"/>
          <p:cNvSpPr txBox="1"/>
          <p:nvPr>
            <p:ph idx="6" type="body"/>
          </p:nvPr>
        </p:nvSpPr>
        <p:spPr>
          <a:xfrm>
            <a:off x="1562719" y="3630314"/>
            <a:ext cx="3796494" cy="6423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55714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07" name="Google Shape;907;p139"/>
          <p:cNvSpPr txBox="1"/>
          <p:nvPr>
            <p:ph idx="7" type="body"/>
          </p:nvPr>
        </p:nvSpPr>
        <p:spPr>
          <a:xfrm>
            <a:off x="1562719" y="3316777"/>
            <a:ext cx="3796494" cy="3696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08" name="Google Shape;908;p139"/>
          <p:cNvSpPr txBox="1"/>
          <p:nvPr>
            <p:ph idx="8" type="body"/>
          </p:nvPr>
        </p:nvSpPr>
        <p:spPr>
          <a:xfrm>
            <a:off x="6705167" y="3630314"/>
            <a:ext cx="3796494" cy="6423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55714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09" name="Google Shape;909;p139"/>
          <p:cNvSpPr txBox="1"/>
          <p:nvPr>
            <p:ph idx="9" type="body"/>
          </p:nvPr>
        </p:nvSpPr>
        <p:spPr>
          <a:xfrm>
            <a:off x="6705167" y="3316777"/>
            <a:ext cx="3796494" cy="3696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10" name="Google Shape;910;p139"/>
          <p:cNvSpPr txBox="1"/>
          <p:nvPr>
            <p:ph idx="13" type="body"/>
          </p:nvPr>
        </p:nvSpPr>
        <p:spPr>
          <a:xfrm>
            <a:off x="1562719" y="5145077"/>
            <a:ext cx="3796494" cy="6423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55714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11" name="Google Shape;911;p139"/>
          <p:cNvSpPr txBox="1"/>
          <p:nvPr>
            <p:ph idx="14" type="body"/>
          </p:nvPr>
        </p:nvSpPr>
        <p:spPr>
          <a:xfrm>
            <a:off x="1562719" y="4831540"/>
            <a:ext cx="3796494" cy="3696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12" name="Google Shape;912;p139"/>
          <p:cNvSpPr txBox="1"/>
          <p:nvPr>
            <p:ph idx="15" type="body"/>
          </p:nvPr>
        </p:nvSpPr>
        <p:spPr>
          <a:xfrm>
            <a:off x="6705167" y="5145077"/>
            <a:ext cx="3796494" cy="6423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55714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13" name="Google Shape;913;p139"/>
          <p:cNvSpPr txBox="1"/>
          <p:nvPr>
            <p:ph idx="16" type="body"/>
          </p:nvPr>
        </p:nvSpPr>
        <p:spPr>
          <a:xfrm>
            <a:off x="6705167" y="4831540"/>
            <a:ext cx="3796494" cy="3696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14" name="Google Shape;914;p139"/>
          <p:cNvSpPr txBox="1"/>
          <p:nvPr>
            <p:ph idx="17" type="body"/>
          </p:nvPr>
        </p:nvSpPr>
        <p:spPr>
          <a:xfrm>
            <a:off x="417525" y="835144"/>
            <a:ext cx="5335912" cy="5003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1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9_01_텍스트연결유형">
  <p:cSld name="09_01_텍스트연결유형">
    <p:spTree>
      <p:nvGrpSpPr>
        <p:cNvPr id="915" name="Shape 9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6" name="Google Shape;916;p140"/>
          <p:cNvSpPr txBox="1"/>
          <p:nvPr>
            <p:ph idx="1" type="body"/>
          </p:nvPr>
        </p:nvSpPr>
        <p:spPr>
          <a:xfrm>
            <a:off x="417525" y="182918"/>
            <a:ext cx="5335912" cy="2605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B3B3B3"/>
              </a:buClr>
              <a:buSzPts val="1100"/>
              <a:buFont typeface="Arial"/>
              <a:buNone/>
              <a:defRPr b="1" i="0" sz="1100" u="none" cap="none" strike="noStrike">
                <a:solidFill>
                  <a:srgbClr val="B3B3B3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17" name="Google Shape;917;p140"/>
          <p:cNvSpPr/>
          <p:nvPr>
            <p:ph idx="2" type="body"/>
          </p:nvPr>
        </p:nvSpPr>
        <p:spPr>
          <a:xfrm>
            <a:off x="516327" y="1627224"/>
            <a:ext cx="10003891" cy="654847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 cap="flat" cmpd="sng" w="222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Arial"/>
              <a:buNone/>
              <a:defRPr b="1" i="0" sz="22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18" name="Google Shape;918;p140"/>
          <p:cNvSpPr/>
          <p:nvPr>
            <p:ph idx="3" type="body"/>
          </p:nvPr>
        </p:nvSpPr>
        <p:spPr>
          <a:xfrm>
            <a:off x="512634" y="2558295"/>
            <a:ext cx="3172676" cy="6480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34285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19" name="Google Shape;919;p140"/>
          <p:cNvSpPr/>
          <p:nvPr>
            <p:ph idx="4" type="body"/>
          </p:nvPr>
        </p:nvSpPr>
        <p:spPr>
          <a:xfrm>
            <a:off x="3931934" y="2558295"/>
            <a:ext cx="6588284" cy="648000"/>
          </a:xfrm>
          <a:prstGeom prst="roundRect">
            <a:avLst>
              <a:gd fmla="val 5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20" name="Google Shape;920;p140"/>
          <p:cNvSpPr/>
          <p:nvPr/>
        </p:nvSpPr>
        <p:spPr>
          <a:xfrm rot="5400000">
            <a:off x="3763760" y="2835996"/>
            <a:ext cx="107414" cy="92598"/>
          </a:xfrm>
          <a:prstGeom prst="triangle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1" name="Google Shape;921;p140"/>
          <p:cNvSpPr/>
          <p:nvPr>
            <p:ph idx="5" type="body"/>
          </p:nvPr>
        </p:nvSpPr>
        <p:spPr>
          <a:xfrm>
            <a:off x="512634" y="3451956"/>
            <a:ext cx="3172676" cy="6480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5714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22" name="Google Shape;922;p140"/>
          <p:cNvSpPr/>
          <p:nvPr>
            <p:ph idx="6" type="body"/>
          </p:nvPr>
        </p:nvSpPr>
        <p:spPr>
          <a:xfrm>
            <a:off x="3931934" y="3451956"/>
            <a:ext cx="6588284" cy="648000"/>
          </a:xfrm>
          <a:prstGeom prst="roundRect">
            <a:avLst>
              <a:gd fmla="val 5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23" name="Google Shape;923;p140"/>
          <p:cNvSpPr/>
          <p:nvPr/>
        </p:nvSpPr>
        <p:spPr>
          <a:xfrm rot="5400000">
            <a:off x="3763760" y="3729657"/>
            <a:ext cx="107414" cy="92598"/>
          </a:xfrm>
          <a:prstGeom prst="triangle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4" name="Google Shape;924;p140"/>
          <p:cNvSpPr/>
          <p:nvPr>
            <p:ph idx="7" type="body"/>
          </p:nvPr>
        </p:nvSpPr>
        <p:spPr>
          <a:xfrm>
            <a:off x="512634" y="4345103"/>
            <a:ext cx="3172676" cy="6480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25" name="Google Shape;925;p140"/>
          <p:cNvSpPr/>
          <p:nvPr>
            <p:ph idx="8" type="body"/>
          </p:nvPr>
        </p:nvSpPr>
        <p:spPr>
          <a:xfrm>
            <a:off x="3931934" y="4345103"/>
            <a:ext cx="6588284" cy="648000"/>
          </a:xfrm>
          <a:prstGeom prst="roundRect">
            <a:avLst>
              <a:gd fmla="val 5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26" name="Google Shape;926;p140"/>
          <p:cNvSpPr/>
          <p:nvPr/>
        </p:nvSpPr>
        <p:spPr>
          <a:xfrm rot="5400000">
            <a:off x="3763760" y="4622804"/>
            <a:ext cx="107414" cy="92598"/>
          </a:xfrm>
          <a:prstGeom prst="triangle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7" name="Google Shape;927;p140"/>
          <p:cNvSpPr/>
          <p:nvPr>
            <p:ph idx="9" type="body"/>
          </p:nvPr>
        </p:nvSpPr>
        <p:spPr>
          <a:xfrm>
            <a:off x="512634" y="5238250"/>
            <a:ext cx="3172676" cy="6480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28" name="Google Shape;928;p140"/>
          <p:cNvSpPr/>
          <p:nvPr>
            <p:ph idx="13" type="body"/>
          </p:nvPr>
        </p:nvSpPr>
        <p:spPr>
          <a:xfrm>
            <a:off x="3931934" y="5238250"/>
            <a:ext cx="6588284" cy="648000"/>
          </a:xfrm>
          <a:prstGeom prst="roundRect">
            <a:avLst>
              <a:gd fmla="val 5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29" name="Google Shape;929;p140"/>
          <p:cNvSpPr/>
          <p:nvPr/>
        </p:nvSpPr>
        <p:spPr>
          <a:xfrm rot="5400000">
            <a:off x="3763760" y="5515951"/>
            <a:ext cx="107414" cy="92598"/>
          </a:xfrm>
          <a:prstGeom prst="triangle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0" name="Google Shape;930;p140"/>
          <p:cNvSpPr txBox="1"/>
          <p:nvPr>
            <p:ph idx="14" type="body"/>
          </p:nvPr>
        </p:nvSpPr>
        <p:spPr>
          <a:xfrm>
            <a:off x="417525" y="835144"/>
            <a:ext cx="5335912" cy="5003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1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9_02_텍스트연결유형">
  <p:cSld name="09_02_텍스트연결유형">
    <p:spTree>
      <p:nvGrpSpPr>
        <p:cNvPr id="931" name="Shape 9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2" name="Google Shape;932;p141"/>
          <p:cNvSpPr txBox="1"/>
          <p:nvPr>
            <p:ph idx="1" type="body"/>
          </p:nvPr>
        </p:nvSpPr>
        <p:spPr>
          <a:xfrm>
            <a:off x="417525" y="182918"/>
            <a:ext cx="5335912" cy="2605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B3B3B3"/>
              </a:buClr>
              <a:buSzPts val="1100"/>
              <a:buFont typeface="Arial"/>
              <a:buNone/>
              <a:defRPr b="1" i="0" sz="1100" u="none" cap="none" strike="noStrike">
                <a:solidFill>
                  <a:srgbClr val="B3B3B3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33" name="Google Shape;933;p141"/>
          <p:cNvSpPr/>
          <p:nvPr>
            <p:ph idx="2" type="body"/>
          </p:nvPr>
        </p:nvSpPr>
        <p:spPr>
          <a:xfrm>
            <a:off x="516327" y="1627224"/>
            <a:ext cx="3151321" cy="654847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 cap="flat" cmpd="sng" w="222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300"/>
              <a:buFont typeface="Arial"/>
              <a:buNone/>
              <a:defRPr b="1" i="0" sz="23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34" name="Google Shape;934;p141"/>
          <p:cNvSpPr/>
          <p:nvPr>
            <p:ph idx="3" type="body"/>
          </p:nvPr>
        </p:nvSpPr>
        <p:spPr>
          <a:xfrm>
            <a:off x="3952863" y="1627224"/>
            <a:ext cx="3151321" cy="654847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 cap="flat" cmpd="sng" w="222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300"/>
              <a:buFont typeface="Arial"/>
              <a:buNone/>
              <a:defRPr b="1" i="0" sz="23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35" name="Google Shape;935;p141"/>
          <p:cNvSpPr/>
          <p:nvPr>
            <p:ph idx="4" type="body"/>
          </p:nvPr>
        </p:nvSpPr>
        <p:spPr>
          <a:xfrm>
            <a:off x="7389399" y="1627224"/>
            <a:ext cx="3151321" cy="654847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 cap="flat" cmpd="sng" w="222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300"/>
              <a:buFont typeface="Arial"/>
              <a:buNone/>
              <a:defRPr b="1" i="0" sz="23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36" name="Google Shape;936;p141"/>
          <p:cNvSpPr/>
          <p:nvPr>
            <p:ph idx="5" type="body"/>
          </p:nvPr>
        </p:nvSpPr>
        <p:spPr>
          <a:xfrm>
            <a:off x="512634" y="2558295"/>
            <a:ext cx="3172676" cy="6480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37" name="Google Shape;937;p141"/>
          <p:cNvSpPr/>
          <p:nvPr>
            <p:ph idx="6" type="body"/>
          </p:nvPr>
        </p:nvSpPr>
        <p:spPr>
          <a:xfrm>
            <a:off x="512634" y="3449427"/>
            <a:ext cx="3172676" cy="6480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38" name="Google Shape;938;p141"/>
          <p:cNvSpPr/>
          <p:nvPr>
            <p:ph idx="7" type="body"/>
          </p:nvPr>
        </p:nvSpPr>
        <p:spPr>
          <a:xfrm>
            <a:off x="512634" y="4340559"/>
            <a:ext cx="3172676" cy="6480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39" name="Google Shape;939;p141"/>
          <p:cNvSpPr/>
          <p:nvPr>
            <p:ph idx="8" type="body"/>
          </p:nvPr>
        </p:nvSpPr>
        <p:spPr>
          <a:xfrm>
            <a:off x="512634" y="5231694"/>
            <a:ext cx="3172676" cy="6480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40" name="Google Shape;940;p141"/>
          <p:cNvSpPr/>
          <p:nvPr/>
        </p:nvSpPr>
        <p:spPr>
          <a:xfrm rot="10800000">
            <a:off x="2045265" y="3281562"/>
            <a:ext cx="107414" cy="92598"/>
          </a:xfrm>
          <a:prstGeom prst="triangle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1" name="Google Shape;941;p141"/>
          <p:cNvSpPr/>
          <p:nvPr/>
        </p:nvSpPr>
        <p:spPr>
          <a:xfrm rot="10800000">
            <a:off x="2045265" y="4172694"/>
            <a:ext cx="107414" cy="92598"/>
          </a:xfrm>
          <a:prstGeom prst="triangle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2" name="Google Shape;942;p141"/>
          <p:cNvSpPr/>
          <p:nvPr/>
        </p:nvSpPr>
        <p:spPr>
          <a:xfrm rot="10800000">
            <a:off x="2045265" y="5063826"/>
            <a:ext cx="107414" cy="92598"/>
          </a:xfrm>
          <a:prstGeom prst="triangle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3" name="Google Shape;943;p141"/>
          <p:cNvSpPr/>
          <p:nvPr>
            <p:ph idx="9" type="body"/>
          </p:nvPr>
        </p:nvSpPr>
        <p:spPr>
          <a:xfrm>
            <a:off x="3931508" y="2558295"/>
            <a:ext cx="3172676" cy="6480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44" name="Google Shape;944;p141"/>
          <p:cNvSpPr/>
          <p:nvPr>
            <p:ph idx="13" type="body"/>
          </p:nvPr>
        </p:nvSpPr>
        <p:spPr>
          <a:xfrm>
            <a:off x="3931508" y="3449427"/>
            <a:ext cx="3172676" cy="6480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45" name="Google Shape;945;p141"/>
          <p:cNvSpPr/>
          <p:nvPr/>
        </p:nvSpPr>
        <p:spPr>
          <a:xfrm rot="10800000">
            <a:off x="5464139" y="3281562"/>
            <a:ext cx="107414" cy="92598"/>
          </a:xfrm>
          <a:prstGeom prst="triangle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6" name="Google Shape;946;p141"/>
          <p:cNvSpPr/>
          <p:nvPr>
            <p:ph idx="14" type="body"/>
          </p:nvPr>
        </p:nvSpPr>
        <p:spPr>
          <a:xfrm>
            <a:off x="7368044" y="2558295"/>
            <a:ext cx="3172676" cy="6480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47" name="Google Shape;947;p141"/>
          <p:cNvSpPr/>
          <p:nvPr>
            <p:ph idx="15" type="body"/>
          </p:nvPr>
        </p:nvSpPr>
        <p:spPr>
          <a:xfrm>
            <a:off x="7368044" y="3449427"/>
            <a:ext cx="3172676" cy="6480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48" name="Google Shape;948;p141"/>
          <p:cNvSpPr/>
          <p:nvPr>
            <p:ph idx="16" type="body"/>
          </p:nvPr>
        </p:nvSpPr>
        <p:spPr>
          <a:xfrm>
            <a:off x="7368044" y="4340559"/>
            <a:ext cx="3172676" cy="6480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49" name="Google Shape;949;p141"/>
          <p:cNvSpPr/>
          <p:nvPr>
            <p:ph idx="17" type="body"/>
          </p:nvPr>
        </p:nvSpPr>
        <p:spPr>
          <a:xfrm>
            <a:off x="7368044" y="5231694"/>
            <a:ext cx="3172676" cy="6480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50" name="Google Shape;950;p141"/>
          <p:cNvSpPr/>
          <p:nvPr/>
        </p:nvSpPr>
        <p:spPr>
          <a:xfrm rot="10800000">
            <a:off x="8900675" y="3281562"/>
            <a:ext cx="107414" cy="92598"/>
          </a:xfrm>
          <a:prstGeom prst="triangle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1" name="Google Shape;951;p141"/>
          <p:cNvSpPr/>
          <p:nvPr/>
        </p:nvSpPr>
        <p:spPr>
          <a:xfrm rot="10800000">
            <a:off x="8900675" y="4172694"/>
            <a:ext cx="107414" cy="92598"/>
          </a:xfrm>
          <a:prstGeom prst="triangle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2" name="Google Shape;952;p141"/>
          <p:cNvSpPr/>
          <p:nvPr/>
        </p:nvSpPr>
        <p:spPr>
          <a:xfrm rot="10800000">
            <a:off x="8900675" y="5063826"/>
            <a:ext cx="107414" cy="92598"/>
          </a:xfrm>
          <a:prstGeom prst="triangle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3" name="Google Shape;953;p141"/>
          <p:cNvSpPr/>
          <p:nvPr/>
        </p:nvSpPr>
        <p:spPr>
          <a:xfrm rot="5400000">
            <a:off x="3372192" y="1899754"/>
            <a:ext cx="142968" cy="123248"/>
          </a:xfrm>
          <a:prstGeom prst="triangle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4" name="Google Shape;954;p141"/>
          <p:cNvSpPr/>
          <p:nvPr/>
        </p:nvSpPr>
        <p:spPr>
          <a:xfrm rot="5400000">
            <a:off x="6811877" y="1899754"/>
            <a:ext cx="142968" cy="123248"/>
          </a:xfrm>
          <a:prstGeom prst="triangle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5" name="Google Shape;955;p141"/>
          <p:cNvSpPr/>
          <p:nvPr/>
        </p:nvSpPr>
        <p:spPr>
          <a:xfrm rot="5400000">
            <a:off x="10256413" y="1899754"/>
            <a:ext cx="142968" cy="123248"/>
          </a:xfrm>
          <a:prstGeom prst="triangle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6" name="Google Shape;956;p141"/>
          <p:cNvSpPr txBox="1"/>
          <p:nvPr>
            <p:ph idx="18" type="body"/>
          </p:nvPr>
        </p:nvSpPr>
        <p:spPr>
          <a:xfrm>
            <a:off x="417525" y="835144"/>
            <a:ext cx="5335912" cy="5003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1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9_03_텍스트연결유형">
  <p:cSld name="09_03_텍스트연결유형">
    <p:spTree>
      <p:nvGrpSpPr>
        <p:cNvPr id="957" name="Shape 9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8" name="Google Shape;958;p142"/>
          <p:cNvSpPr txBox="1"/>
          <p:nvPr>
            <p:ph idx="1" type="body"/>
          </p:nvPr>
        </p:nvSpPr>
        <p:spPr>
          <a:xfrm>
            <a:off x="417525" y="182918"/>
            <a:ext cx="5335912" cy="2605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B3B3B3"/>
              </a:buClr>
              <a:buSzPts val="1100"/>
              <a:buFont typeface="Arial"/>
              <a:buNone/>
              <a:defRPr b="1" i="0" sz="1100" u="none" cap="none" strike="noStrike">
                <a:solidFill>
                  <a:srgbClr val="B3B3B3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59" name="Google Shape;959;p142"/>
          <p:cNvSpPr/>
          <p:nvPr>
            <p:ph idx="2" type="body"/>
          </p:nvPr>
        </p:nvSpPr>
        <p:spPr>
          <a:xfrm>
            <a:off x="517435" y="1627224"/>
            <a:ext cx="2300193" cy="654847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Arial"/>
              <a:buNone/>
              <a:defRPr b="1" i="0" sz="2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60" name="Google Shape;960;p142"/>
          <p:cNvSpPr/>
          <p:nvPr>
            <p:ph idx="3" type="body"/>
          </p:nvPr>
        </p:nvSpPr>
        <p:spPr>
          <a:xfrm>
            <a:off x="512634" y="2558295"/>
            <a:ext cx="2300193" cy="6480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61" name="Google Shape;961;p142"/>
          <p:cNvSpPr/>
          <p:nvPr>
            <p:ph idx="4" type="body"/>
          </p:nvPr>
        </p:nvSpPr>
        <p:spPr>
          <a:xfrm>
            <a:off x="512634" y="3449427"/>
            <a:ext cx="2300193" cy="6480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62" name="Google Shape;962;p142"/>
          <p:cNvSpPr/>
          <p:nvPr>
            <p:ph idx="5" type="body"/>
          </p:nvPr>
        </p:nvSpPr>
        <p:spPr>
          <a:xfrm>
            <a:off x="512634" y="4340559"/>
            <a:ext cx="2300193" cy="6480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63" name="Google Shape;963;p142"/>
          <p:cNvSpPr/>
          <p:nvPr>
            <p:ph idx="6" type="body"/>
          </p:nvPr>
        </p:nvSpPr>
        <p:spPr>
          <a:xfrm>
            <a:off x="512634" y="5231694"/>
            <a:ext cx="2300193" cy="6480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64" name="Google Shape;964;p142"/>
          <p:cNvSpPr/>
          <p:nvPr/>
        </p:nvSpPr>
        <p:spPr>
          <a:xfrm rot="10800000">
            <a:off x="1609024" y="3281562"/>
            <a:ext cx="107414" cy="92598"/>
          </a:xfrm>
          <a:prstGeom prst="triangle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5" name="Google Shape;965;p142"/>
          <p:cNvSpPr/>
          <p:nvPr/>
        </p:nvSpPr>
        <p:spPr>
          <a:xfrm rot="10800000">
            <a:off x="1609024" y="4172694"/>
            <a:ext cx="107414" cy="92598"/>
          </a:xfrm>
          <a:prstGeom prst="triangle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6" name="Google Shape;966;p142"/>
          <p:cNvSpPr/>
          <p:nvPr/>
        </p:nvSpPr>
        <p:spPr>
          <a:xfrm rot="10800000">
            <a:off x="1609024" y="5063826"/>
            <a:ext cx="107414" cy="92598"/>
          </a:xfrm>
          <a:prstGeom prst="triangle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7" name="Google Shape;967;p142"/>
          <p:cNvSpPr/>
          <p:nvPr>
            <p:ph idx="7" type="body"/>
          </p:nvPr>
        </p:nvSpPr>
        <p:spPr>
          <a:xfrm>
            <a:off x="3090515" y="1627224"/>
            <a:ext cx="2300193" cy="654847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Arial"/>
              <a:buNone/>
              <a:defRPr b="1" i="0" sz="2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68" name="Google Shape;968;p142"/>
          <p:cNvSpPr/>
          <p:nvPr>
            <p:ph idx="8" type="body"/>
          </p:nvPr>
        </p:nvSpPr>
        <p:spPr>
          <a:xfrm>
            <a:off x="3085714" y="2558295"/>
            <a:ext cx="2300193" cy="6480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69" name="Google Shape;969;p142"/>
          <p:cNvSpPr/>
          <p:nvPr>
            <p:ph idx="9" type="body"/>
          </p:nvPr>
        </p:nvSpPr>
        <p:spPr>
          <a:xfrm>
            <a:off x="3085714" y="3449427"/>
            <a:ext cx="2300193" cy="6480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70" name="Google Shape;970;p142"/>
          <p:cNvSpPr/>
          <p:nvPr/>
        </p:nvSpPr>
        <p:spPr>
          <a:xfrm rot="10800000">
            <a:off x="4182104" y="3281562"/>
            <a:ext cx="107414" cy="92598"/>
          </a:xfrm>
          <a:prstGeom prst="triangle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1" name="Google Shape;971;p142"/>
          <p:cNvSpPr/>
          <p:nvPr>
            <p:ph idx="13" type="body"/>
          </p:nvPr>
        </p:nvSpPr>
        <p:spPr>
          <a:xfrm>
            <a:off x="5663595" y="1627224"/>
            <a:ext cx="2300193" cy="654847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Arial"/>
              <a:buNone/>
              <a:defRPr b="1" i="0" sz="2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72" name="Google Shape;972;p142"/>
          <p:cNvSpPr/>
          <p:nvPr>
            <p:ph idx="14" type="body"/>
          </p:nvPr>
        </p:nvSpPr>
        <p:spPr>
          <a:xfrm>
            <a:off x="5658794" y="2558295"/>
            <a:ext cx="2300193" cy="6480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73" name="Google Shape;973;p142"/>
          <p:cNvSpPr/>
          <p:nvPr>
            <p:ph idx="15" type="body"/>
          </p:nvPr>
        </p:nvSpPr>
        <p:spPr>
          <a:xfrm>
            <a:off x="5658794" y="3449427"/>
            <a:ext cx="2300193" cy="6480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74" name="Google Shape;974;p142"/>
          <p:cNvSpPr/>
          <p:nvPr>
            <p:ph idx="16" type="body"/>
          </p:nvPr>
        </p:nvSpPr>
        <p:spPr>
          <a:xfrm>
            <a:off x="5658794" y="4340559"/>
            <a:ext cx="2300193" cy="6480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75" name="Google Shape;975;p142"/>
          <p:cNvSpPr/>
          <p:nvPr>
            <p:ph idx="17" type="body"/>
          </p:nvPr>
        </p:nvSpPr>
        <p:spPr>
          <a:xfrm>
            <a:off x="5658794" y="5231694"/>
            <a:ext cx="2300193" cy="6480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76" name="Google Shape;976;p142"/>
          <p:cNvSpPr/>
          <p:nvPr/>
        </p:nvSpPr>
        <p:spPr>
          <a:xfrm rot="10800000">
            <a:off x="6755184" y="3281562"/>
            <a:ext cx="107414" cy="92598"/>
          </a:xfrm>
          <a:prstGeom prst="triangle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7" name="Google Shape;977;p142"/>
          <p:cNvSpPr/>
          <p:nvPr/>
        </p:nvSpPr>
        <p:spPr>
          <a:xfrm rot="10800000">
            <a:off x="6755184" y="4172694"/>
            <a:ext cx="107414" cy="92598"/>
          </a:xfrm>
          <a:prstGeom prst="triangle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8" name="Google Shape;978;p142"/>
          <p:cNvSpPr/>
          <p:nvPr/>
        </p:nvSpPr>
        <p:spPr>
          <a:xfrm rot="10800000">
            <a:off x="6755184" y="5063826"/>
            <a:ext cx="107414" cy="92598"/>
          </a:xfrm>
          <a:prstGeom prst="triangle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9" name="Google Shape;979;p142"/>
          <p:cNvSpPr/>
          <p:nvPr>
            <p:ph idx="18" type="body"/>
          </p:nvPr>
        </p:nvSpPr>
        <p:spPr>
          <a:xfrm>
            <a:off x="8236675" y="1627224"/>
            <a:ext cx="2300193" cy="654847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Arial"/>
              <a:buNone/>
              <a:defRPr b="1" i="0" sz="2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80" name="Google Shape;980;p142"/>
          <p:cNvSpPr/>
          <p:nvPr>
            <p:ph idx="19" type="body"/>
          </p:nvPr>
        </p:nvSpPr>
        <p:spPr>
          <a:xfrm>
            <a:off x="8231874" y="2558295"/>
            <a:ext cx="2300193" cy="6480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81" name="Google Shape;981;p142"/>
          <p:cNvSpPr txBox="1"/>
          <p:nvPr>
            <p:ph idx="20" type="body"/>
          </p:nvPr>
        </p:nvSpPr>
        <p:spPr>
          <a:xfrm>
            <a:off x="417525" y="835144"/>
            <a:ext cx="5335912" cy="5003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1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9_04_텍스트연결유형">
  <p:cSld name="09_04_텍스트연결유형">
    <p:spTree>
      <p:nvGrpSpPr>
        <p:cNvPr id="982" name="Shape 9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" name="Google Shape;983;p143"/>
          <p:cNvSpPr txBox="1"/>
          <p:nvPr>
            <p:ph idx="1" type="body"/>
          </p:nvPr>
        </p:nvSpPr>
        <p:spPr>
          <a:xfrm>
            <a:off x="417525" y="182918"/>
            <a:ext cx="5335912" cy="2605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B3B3B3"/>
              </a:buClr>
              <a:buSzPts val="1100"/>
              <a:buFont typeface="Arial"/>
              <a:buNone/>
              <a:defRPr b="1" i="0" sz="1100" u="none" cap="none" strike="noStrike">
                <a:solidFill>
                  <a:srgbClr val="B3B3B3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84" name="Google Shape;984;p143"/>
          <p:cNvSpPr/>
          <p:nvPr>
            <p:ph idx="2" type="body"/>
          </p:nvPr>
        </p:nvSpPr>
        <p:spPr>
          <a:xfrm>
            <a:off x="1664501" y="1627224"/>
            <a:ext cx="2545992" cy="6480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  <a:defRPr b="0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85" name="Google Shape;985;p143"/>
          <p:cNvSpPr/>
          <p:nvPr>
            <p:ph idx="3" type="body"/>
          </p:nvPr>
        </p:nvSpPr>
        <p:spPr>
          <a:xfrm rot="-5400000">
            <a:off x="1779039" y="1512686"/>
            <a:ext cx="648000" cy="877076"/>
          </a:xfrm>
          <a:prstGeom prst="round2SameRect">
            <a:avLst>
              <a:gd fmla="val 50000" name="adj1"/>
              <a:gd fmla="val 0" name="adj2"/>
            </a:avLst>
          </a:prstGeom>
          <a:solidFill>
            <a:srgbClr val="FFE6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86" name="Google Shape;986;p143"/>
          <p:cNvSpPr txBox="1"/>
          <p:nvPr/>
        </p:nvSpPr>
        <p:spPr>
          <a:xfrm>
            <a:off x="1759383" y="1722109"/>
            <a:ext cx="782180" cy="45820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9048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None/>
            </a:pPr>
            <a:r>
              <a:rPr b="1" i="0" lang="ko-KR" sz="2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1" i="0" sz="2800" u="none" cap="none" strike="noStrike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7" name="Google Shape;987;p143"/>
          <p:cNvSpPr txBox="1"/>
          <p:nvPr>
            <p:ph idx="4" type="body"/>
          </p:nvPr>
        </p:nvSpPr>
        <p:spPr>
          <a:xfrm>
            <a:off x="4370033" y="1791380"/>
            <a:ext cx="7309333" cy="430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  <a:defRPr b="0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88" name="Google Shape;988;p143"/>
          <p:cNvSpPr/>
          <p:nvPr>
            <p:ph idx="5" type="body"/>
          </p:nvPr>
        </p:nvSpPr>
        <p:spPr>
          <a:xfrm>
            <a:off x="1664501" y="2531834"/>
            <a:ext cx="2545992" cy="6480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  <a:defRPr b="0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89" name="Google Shape;989;p143"/>
          <p:cNvSpPr/>
          <p:nvPr>
            <p:ph idx="6" type="body"/>
          </p:nvPr>
        </p:nvSpPr>
        <p:spPr>
          <a:xfrm rot="-5400000">
            <a:off x="1779039" y="2417297"/>
            <a:ext cx="648000" cy="877076"/>
          </a:xfrm>
          <a:prstGeom prst="round2SameRect">
            <a:avLst>
              <a:gd fmla="val 50000" name="adj1"/>
              <a:gd fmla="val 0" name="adj2"/>
            </a:avLst>
          </a:prstGeom>
          <a:solidFill>
            <a:srgbClr val="FFE6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90" name="Google Shape;990;p143"/>
          <p:cNvSpPr txBox="1"/>
          <p:nvPr/>
        </p:nvSpPr>
        <p:spPr>
          <a:xfrm>
            <a:off x="1759383" y="2626709"/>
            <a:ext cx="782180" cy="45820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9048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None/>
            </a:pPr>
            <a:r>
              <a:rPr b="1" i="0" lang="ko-KR" sz="2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1" i="0" sz="2800" u="none" cap="none" strike="noStrike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1" name="Google Shape;991;p143"/>
          <p:cNvSpPr txBox="1"/>
          <p:nvPr>
            <p:ph idx="7" type="body"/>
          </p:nvPr>
        </p:nvSpPr>
        <p:spPr>
          <a:xfrm>
            <a:off x="4370033" y="2696387"/>
            <a:ext cx="7309333" cy="430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  <a:defRPr b="0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92" name="Google Shape;992;p143"/>
          <p:cNvSpPr/>
          <p:nvPr>
            <p:ph idx="8" type="body"/>
          </p:nvPr>
        </p:nvSpPr>
        <p:spPr>
          <a:xfrm>
            <a:off x="1664501" y="3436444"/>
            <a:ext cx="2545992" cy="6480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  <a:defRPr b="0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93" name="Google Shape;993;p143"/>
          <p:cNvSpPr/>
          <p:nvPr>
            <p:ph idx="9" type="body"/>
          </p:nvPr>
        </p:nvSpPr>
        <p:spPr>
          <a:xfrm rot="-5400000">
            <a:off x="1779039" y="3321907"/>
            <a:ext cx="648000" cy="877076"/>
          </a:xfrm>
          <a:prstGeom prst="round2SameRect">
            <a:avLst>
              <a:gd fmla="val 50000" name="adj1"/>
              <a:gd fmla="val 0" name="adj2"/>
            </a:avLst>
          </a:prstGeom>
          <a:solidFill>
            <a:srgbClr val="FFE6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94" name="Google Shape;994;p143"/>
          <p:cNvSpPr txBox="1"/>
          <p:nvPr/>
        </p:nvSpPr>
        <p:spPr>
          <a:xfrm>
            <a:off x="1759383" y="3531334"/>
            <a:ext cx="782180" cy="45820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9048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None/>
            </a:pPr>
            <a:r>
              <a:rPr b="1" i="0" lang="ko-KR" sz="2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1" i="0" sz="2800" u="none" cap="none" strike="noStrike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5" name="Google Shape;995;p143"/>
          <p:cNvSpPr txBox="1"/>
          <p:nvPr>
            <p:ph idx="13" type="body"/>
          </p:nvPr>
        </p:nvSpPr>
        <p:spPr>
          <a:xfrm>
            <a:off x="4370033" y="3577650"/>
            <a:ext cx="7309333" cy="430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  <a:defRPr b="0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96" name="Google Shape;996;p143"/>
          <p:cNvSpPr/>
          <p:nvPr>
            <p:ph idx="14" type="body"/>
          </p:nvPr>
        </p:nvSpPr>
        <p:spPr>
          <a:xfrm>
            <a:off x="1664501" y="4341054"/>
            <a:ext cx="2545992" cy="6480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  <a:defRPr b="0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97" name="Google Shape;997;p143"/>
          <p:cNvSpPr/>
          <p:nvPr>
            <p:ph idx="15" type="body"/>
          </p:nvPr>
        </p:nvSpPr>
        <p:spPr>
          <a:xfrm rot="-5400000">
            <a:off x="1779039" y="4226516"/>
            <a:ext cx="648000" cy="877076"/>
          </a:xfrm>
          <a:prstGeom prst="round2SameRect">
            <a:avLst>
              <a:gd fmla="val 50000" name="adj1"/>
              <a:gd fmla="val 0" name="adj2"/>
            </a:avLst>
          </a:prstGeom>
          <a:solidFill>
            <a:srgbClr val="FFE6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98" name="Google Shape;998;p143"/>
          <p:cNvSpPr txBox="1"/>
          <p:nvPr/>
        </p:nvSpPr>
        <p:spPr>
          <a:xfrm>
            <a:off x="1759383" y="4435934"/>
            <a:ext cx="782180" cy="45820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9048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None/>
            </a:pPr>
            <a:r>
              <a:rPr b="1" i="0" lang="ko-KR" sz="2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1" i="0" sz="2800" u="none" cap="none" strike="noStrike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9" name="Google Shape;999;p143"/>
          <p:cNvSpPr txBox="1"/>
          <p:nvPr>
            <p:ph idx="16" type="body"/>
          </p:nvPr>
        </p:nvSpPr>
        <p:spPr>
          <a:xfrm>
            <a:off x="4370033" y="4482657"/>
            <a:ext cx="7309333" cy="430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  <a:defRPr b="0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00" name="Google Shape;1000;p143"/>
          <p:cNvSpPr/>
          <p:nvPr>
            <p:ph idx="17" type="body"/>
          </p:nvPr>
        </p:nvSpPr>
        <p:spPr>
          <a:xfrm>
            <a:off x="1664501" y="5245664"/>
            <a:ext cx="2545992" cy="6480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  <a:defRPr b="0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01" name="Google Shape;1001;p143"/>
          <p:cNvSpPr/>
          <p:nvPr>
            <p:ph idx="18" type="body"/>
          </p:nvPr>
        </p:nvSpPr>
        <p:spPr>
          <a:xfrm rot="-5400000">
            <a:off x="1779039" y="5131126"/>
            <a:ext cx="648000" cy="877076"/>
          </a:xfrm>
          <a:prstGeom prst="round2SameRect">
            <a:avLst>
              <a:gd fmla="val 50000" name="adj1"/>
              <a:gd fmla="val 0" name="adj2"/>
            </a:avLst>
          </a:prstGeom>
          <a:solidFill>
            <a:srgbClr val="FFE6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02" name="Google Shape;1002;p143"/>
          <p:cNvSpPr txBox="1"/>
          <p:nvPr/>
        </p:nvSpPr>
        <p:spPr>
          <a:xfrm>
            <a:off x="1759383" y="5340559"/>
            <a:ext cx="782180" cy="45820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9048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None/>
            </a:pPr>
            <a:r>
              <a:rPr b="1" i="0" lang="ko-KR" sz="2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 b="1" i="0" sz="2800" u="none" cap="none" strike="noStrike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3" name="Google Shape;1003;p143"/>
          <p:cNvSpPr txBox="1"/>
          <p:nvPr>
            <p:ph idx="19" type="body"/>
          </p:nvPr>
        </p:nvSpPr>
        <p:spPr>
          <a:xfrm>
            <a:off x="4370033" y="5365622"/>
            <a:ext cx="7309333" cy="430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  <a:defRPr b="0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04" name="Google Shape;1004;p143"/>
          <p:cNvSpPr txBox="1"/>
          <p:nvPr>
            <p:ph idx="20" type="body"/>
          </p:nvPr>
        </p:nvSpPr>
        <p:spPr>
          <a:xfrm>
            <a:off x="414721" y="2227314"/>
            <a:ext cx="980985" cy="430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  <a:defRPr b="1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05" name="Google Shape;1005;p143"/>
          <p:cNvSpPr txBox="1"/>
          <p:nvPr>
            <p:ph idx="21" type="body"/>
          </p:nvPr>
        </p:nvSpPr>
        <p:spPr>
          <a:xfrm>
            <a:off x="414721" y="4024216"/>
            <a:ext cx="980985" cy="430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  <a:defRPr b="1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06" name="Google Shape;1006;p143"/>
          <p:cNvSpPr txBox="1"/>
          <p:nvPr>
            <p:ph idx="22" type="body"/>
          </p:nvPr>
        </p:nvSpPr>
        <p:spPr>
          <a:xfrm>
            <a:off x="414721" y="5363917"/>
            <a:ext cx="980985" cy="430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  <a:defRPr b="1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07" name="Google Shape;1007;p143"/>
          <p:cNvSpPr/>
          <p:nvPr/>
        </p:nvSpPr>
        <p:spPr>
          <a:xfrm>
            <a:off x="1525204" y="2006221"/>
            <a:ext cx="136478" cy="896203"/>
          </a:xfrm>
          <a:custGeom>
            <a:rect b="b" l="l" r="r" t="t"/>
            <a:pathLst>
              <a:path extrusionOk="0" h="896203" w="136478">
                <a:moveTo>
                  <a:pt x="136478" y="0"/>
                </a:moveTo>
                <a:lnTo>
                  <a:pt x="0" y="0"/>
                </a:lnTo>
                <a:lnTo>
                  <a:pt x="0" y="896203"/>
                </a:lnTo>
                <a:lnTo>
                  <a:pt x="136478" y="896203"/>
                </a:lnTo>
              </a:path>
            </a:pathLst>
          </a:custGeom>
          <a:noFill/>
          <a:ln cap="flat" cmpd="sng" w="1905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08" name="Google Shape;1008;p143"/>
          <p:cNvCxnSpPr/>
          <p:nvPr/>
        </p:nvCxnSpPr>
        <p:spPr>
          <a:xfrm flipH="1">
            <a:off x="1395706" y="2454322"/>
            <a:ext cx="129498" cy="1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009" name="Google Shape;1009;p143"/>
          <p:cNvSpPr/>
          <p:nvPr/>
        </p:nvSpPr>
        <p:spPr>
          <a:xfrm>
            <a:off x="1525204" y="3789529"/>
            <a:ext cx="136478" cy="896203"/>
          </a:xfrm>
          <a:custGeom>
            <a:rect b="b" l="l" r="r" t="t"/>
            <a:pathLst>
              <a:path extrusionOk="0" h="896203" w="136478">
                <a:moveTo>
                  <a:pt x="136478" y="0"/>
                </a:moveTo>
                <a:lnTo>
                  <a:pt x="0" y="0"/>
                </a:lnTo>
                <a:lnTo>
                  <a:pt x="0" y="896203"/>
                </a:lnTo>
                <a:lnTo>
                  <a:pt x="136478" y="896203"/>
                </a:lnTo>
              </a:path>
            </a:pathLst>
          </a:custGeom>
          <a:noFill/>
          <a:ln cap="flat" cmpd="sng" w="1905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10" name="Google Shape;1010;p143"/>
          <p:cNvCxnSpPr/>
          <p:nvPr/>
        </p:nvCxnSpPr>
        <p:spPr>
          <a:xfrm flipH="1">
            <a:off x="1395706" y="4237630"/>
            <a:ext cx="129498" cy="1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011" name="Google Shape;1011;p143"/>
          <p:cNvCxnSpPr/>
          <p:nvPr/>
        </p:nvCxnSpPr>
        <p:spPr>
          <a:xfrm rot="10800000">
            <a:off x="1395706" y="5584210"/>
            <a:ext cx="265976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012" name="Google Shape;1012;p143"/>
          <p:cNvSpPr txBox="1"/>
          <p:nvPr>
            <p:ph idx="23" type="body"/>
          </p:nvPr>
        </p:nvSpPr>
        <p:spPr>
          <a:xfrm>
            <a:off x="417525" y="835144"/>
            <a:ext cx="5335912" cy="5003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1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9_05_텍스트연결유형">
  <p:cSld name="09_05_텍스트연결유형">
    <p:spTree>
      <p:nvGrpSpPr>
        <p:cNvPr id="1013" name="Shape 10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4" name="Google Shape;1014;p144"/>
          <p:cNvSpPr txBox="1"/>
          <p:nvPr>
            <p:ph idx="1" type="body"/>
          </p:nvPr>
        </p:nvSpPr>
        <p:spPr>
          <a:xfrm>
            <a:off x="417525" y="182918"/>
            <a:ext cx="5335912" cy="2605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B3B3B3"/>
              </a:buClr>
              <a:buSzPts val="1100"/>
              <a:buFont typeface="Arial"/>
              <a:buNone/>
              <a:defRPr b="1" i="0" sz="1100" u="none" cap="none" strike="noStrike">
                <a:solidFill>
                  <a:srgbClr val="B3B3B3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15" name="Google Shape;1015;p144"/>
          <p:cNvSpPr/>
          <p:nvPr>
            <p:ph idx="2" type="body"/>
          </p:nvPr>
        </p:nvSpPr>
        <p:spPr>
          <a:xfrm>
            <a:off x="1664501" y="1627224"/>
            <a:ext cx="8862998" cy="6480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  <a:defRPr b="0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16" name="Google Shape;1016;p144"/>
          <p:cNvSpPr/>
          <p:nvPr>
            <p:ph idx="3" type="body"/>
          </p:nvPr>
        </p:nvSpPr>
        <p:spPr>
          <a:xfrm rot="-5400000">
            <a:off x="1779039" y="1512686"/>
            <a:ext cx="648000" cy="877076"/>
          </a:xfrm>
          <a:prstGeom prst="round2SameRect">
            <a:avLst>
              <a:gd fmla="val 50000" name="adj1"/>
              <a:gd fmla="val 0" name="adj2"/>
            </a:avLst>
          </a:prstGeom>
          <a:solidFill>
            <a:srgbClr val="FFE6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17" name="Google Shape;1017;p144"/>
          <p:cNvSpPr txBox="1"/>
          <p:nvPr/>
        </p:nvSpPr>
        <p:spPr>
          <a:xfrm>
            <a:off x="1759383" y="1722109"/>
            <a:ext cx="782180" cy="45820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9048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None/>
            </a:pPr>
            <a:r>
              <a:rPr b="1" i="0" lang="ko-KR" sz="2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1" i="0" sz="2800" u="none" cap="none" strike="noStrike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8" name="Google Shape;1018;p144"/>
          <p:cNvSpPr/>
          <p:nvPr>
            <p:ph idx="4" type="body"/>
          </p:nvPr>
        </p:nvSpPr>
        <p:spPr>
          <a:xfrm>
            <a:off x="1664501" y="2531834"/>
            <a:ext cx="8862998" cy="6480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  <a:defRPr b="0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19" name="Google Shape;1019;p144"/>
          <p:cNvSpPr/>
          <p:nvPr>
            <p:ph idx="5" type="body"/>
          </p:nvPr>
        </p:nvSpPr>
        <p:spPr>
          <a:xfrm rot="-5400000">
            <a:off x="1779039" y="2417297"/>
            <a:ext cx="648000" cy="877076"/>
          </a:xfrm>
          <a:prstGeom prst="round2SameRect">
            <a:avLst>
              <a:gd fmla="val 50000" name="adj1"/>
              <a:gd fmla="val 0" name="adj2"/>
            </a:avLst>
          </a:prstGeom>
          <a:solidFill>
            <a:srgbClr val="FFE6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20" name="Google Shape;1020;p144"/>
          <p:cNvSpPr txBox="1"/>
          <p:nvPr/>
        </p:nvSpPr>
        <p:spPr>
          <a:xfrm>
            <a:off x="1759383" y="2626709"/>
            <a:ext cx="782180" cy="45820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9048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None/>
            </a:pPr>
            <a:r>
              <a:rPr b="1" i="0" lang="ko-KR" sz="2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1" i="0" sz="2800" u="none" cap="none" strike="noStrike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1" name="Google Shape;1021;p144"/>
          <p:cNvSpPr/>
          <p:nvPr>
            <p:ph idx="6" type="body"/>
          </p:nvPr>
        </p:nvSpPr>
        <p:spPr>
          <a:xfrm>
            <a:off x="1664501" y="3436444"/>
            <a:ext cx="8862998" cy="6480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  <a:defRPr b="0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22" name="Google Shape;1022;p144"/>
          <p:cNvSpPr/>
          <p:nvPr>
            <p:ph idx="7" type="body"/>
          </p:nvPr>
        </p:nvSpPr>
        <p:spPr>
          <a:xfrm rot="-5400000">
            <a:off x="1779039" y="3321907"/>
            <a:ext cx="648000" cy="877076"/>
          </a:xfrm>
          <a:prstGeom prst="round2SameRect">
            <a:avLst>
              <a:gd fmla="val 50000" name="adj1"/>
              <a:gd fmla="val 0" name="adj2"/>
            </a:avLst>
          </a:prstGeom>
          <a:solidFill>
            <a:srgbClr val="FFE6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23" name="Google Shape;1023;p144"/>
          <p:cNvSpPr txBox="1"/>
          <p:nvPr/>
        </p:nvSpPr>
        <p:spPr>
          <a:xfrm>
            <a:off x="1759383" y="3531334"/>
            <a:ext cx="782180" cy="45820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9048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None/>
            </a:pPr>
            <a:r>
              <a:rPr b="1" i="0" lang="ko-KR" sz="2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1" i="0" sz="2800" u="none" cap="none" strike="noStrike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4" name="Google Shape;1024;p144"/>
          <p:cNvSpPr/>
          <p:nvPr>
            <p:ph idx="8" type="body"/>
          </p:nvPr>
        </p:nvSpPr>
        <p:spPr>
          <a:xfrm>
            <a:off x="1664501" y="4341054"/>
            <a:ext cx="8862998" cy="6480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  <a:defRPr b="0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25" name="Google Shape;1025;p144"/>
          <p:cNvSpPr/>
          <p:nvPr>
            <p:ph idx="9" type="body"/>
          </p:nvPr>
        </p:nvSpPr>
        <p:spPr>
          <a:xfrm rot="-5400000">
            <a:off x="1779039" y="4226516"/>
            <a:ext cx="648000" cy="877076"/>
          </a:xfrm>
          <a:prstGeom prst="round2SameRect">
            <a:avLst>
              <a:gd fmla="val 50000" name="adj1"/>
              <a:gd fmla="val 0" name="adj2"/>
            </a:avLst>
          </a:prstGeom>
          <a:solidFill>
            <a:srgbClr val="FFE6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26" name="Google Shape;1026;p144"/>
          <p:cNvSpPr txBox="1"/>
          <p:nvPr/>
        </p:nvSpPr>
        <p:spPr>
          <a:xfrm>
            <a:off x="1759383" y="4435934"/>
            <a:ext cx="782180" cy="45820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9048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None/>
            </a:pPr>
            <a:r>
              <a:rPr b="1" i="0" lang="ko-KR" sz="2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1" i="0" sz="2800" u="none" cap="none" strike="noStrike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7" name="Google Shape;1027;p144"/>
          <p:cNvSpPr/>
          <p:nvPr>
            <p:ph idx="13" type="body"/>
          </p:nvPr>
        </p:nvSpPr>
        <p:spPr>
          <a:xfrm>
            <a:off x="1664501" y="5245664"/>
            <a:ext cx="8862998" cy="6480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  <a:defRPr b="0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28" name="Google Shape;1028;p144"/>
          <p:cNvSpPr/>
          <p:nvPr>
            <p:ph idx="14" type="body"/>
          </p:nvPr>
        </p:nvSpPr>
        <p:spPr>
          <a:xfrm rot="-5400000">
            <a:off x="1779039" y="5131126"/>
            <a:ext cx="648000" cy="877076"/>
          </a:xfrm>
          <a:prstGeom prst="round2SameRect">
            <a:avLst>
              <a:gd fmla="val 50000" name="adj1"/>
              <a:gd fmla="val 0" name="adj2"/>
            </a:avLst>
          </a:prstGeom>
          <a:solidFill>
            <a:srgbClr val="FFE6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29" name="Google Shape;1029;p144"/>
          <p:cNvSpPr txBox="1"/>
          <p:nvPr/>
        </p:nvSpPr>
        <p:spPr>
          <a:xfrm>
            <a:off x="1759383" y="5340559"/>
            <a:ext cx="782180" cy="45820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9048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None/>
            </a:pPr>
            <a:r>
              <a:rPr b="1" i="0" lang="ko-KR" sz="2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 b="1" i="0" sz="2800" u="none" cap="none" strike="noStrike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0" name="Google Shape;1030;p144"/>
          <p:cNvSpPr txBox="1"/>
          <p:nvPr>
            <p:ph idx="15" type="body"/>
          </p:nvPr>
        </p:nvSpPr>
        <p:spPr>
          <a:xfrm>
            <a:off x="414721" y="2227314"/>
            <a:ext cx="980985" cy="430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  <a:defRPr b="1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31" name="Google Shape;1031;p144"/>
          <p:cNvSpPr txBox="1"/>
          <p:nvPr>
            <p:ph idx="16" type="body"/>
          </p:nvPr>
        </p:nvSpPr>
        <p:spPr>
          <a:xfrm>
            <a:off x="414721" y="4024216"/>
            <a:ext cx="980985" cy="430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  <a:defRPr b="1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32" name="Google Shape;1032;p144"/>
          <p:cNvSpPr txBox="1"/>
          <p:nvPr>
            <p:ph idx="17" type="body"/>
          </p:nvPr>
        </p:nvSpPr>
        <p:spPr>
          <a:xfrm>
            <a:off x="414721" y="5363917"/>
            <a:ext cx="980985" cy="430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  <a:defRPr b="1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33" name="Google Shape;1033;p144"/>
          <p:cNvSpPr/>
          <p:nvPr/>
        </p:nvSpPr>
        <p:spPr>
          <a:xfrm>
            <a:off x="1525204" y="2006221"/>
            <a:ext cx="136478" cy="896203"/>
          </a:xfrm>
          <a:custGeom>
            <a:rect b="b" l="l" r="r" t="t"/>
            <a:pathLst>
              <a:path extrusionOk="0" h="896203" w="136478">
                <a:moveTo>
                  <a:pt x="136478" y="0"/>
                </a:moveTo>
                <a:lnTo>
                  <a:pt x="0" y="0"/>
                </a:lnTo>
                <a:lnTo>
                  <a:pt x="0" y="896203"/>
                </a:lnTo>
                <a:lnTo>
                  <a:pt x="136478" y="896203"/>
                </a:lnTo>
              </a:path>
            </a:pathLst>
          </a:custGeom>
          <a:noFill/>
          <a:ln cap="flat" cmpd="sng" w="1905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34" name="Google Shape;1034;p144"/>
          <p:cNvCxnSpPr/>
          <p:nvPr/>
        </p:nvCxnSpPr>
        <p:spPr>
          <a:xfrm flipH="1">
            <a:off x="1395706" y="2454322"/>
            <a:ext cx="129498" cy="1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035" name="Google Shape;1035;p144"/>
          <p:cNvSpPr/>
          <p:nvPr/>
        </p:nvSpPr>
        <p:spPr>
          <a:xfrm>
            <a:off x="1525204" y="3789529"/>
            <a:ext cx="136478" cy="896203"/>
          </a:xfrm>
          <a:custGeom>
            <a:rect b="b" l="l" r="r" t="t"/>
            <a:pathLst>
              <a:path extrusionOk="0" h="896203" w="136478">
                <a:moveTo>
                  <a:pt x="136478" y="0"/>
                </a:moveTo>
                <a:lnTo>
                  <a:pt x="0" y="0"/>
                </a:lnTo>
                <a:lnTo>
                  <a:pt x="0" y="896203"/>
                </a:lnTo>
                <a:lnTo>
                  <a:pt x="136478" y="896203"/>
                </a:lnTo>
              </a:path>
            </a:pathLst>
          </a:custGeom>
          <a:noFill/>
          <a:ln cap="flat" cmpd="sng" w="1905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36" name="Google Shape;1036;p144"/>
          <p:cNvCxnSpPr/>
          <p:nvPr/>
        </p:nvCxnSpPr>
        <p:spPr>
          <a:xfrm flipH="1">
            <a:off x="1395706" y="4237630"/>
            <a:ext cx="129498" cy="1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037" name="Google Shape;1037;p144"/>
          <p:cNvCxnSpPr/>
          <p:nvPr/>
        </p:nvCxnSpPr>
        <p:spPr>
          <a:xfrm rot="10800000">
            <a:off x="1395706" y="5584210"/>
            <a:ext cx="265976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038" name="Google Shape;1038;p144"/>
          <p:cNvSpPr txBox="1"/>
          <p:nvPr>
            <p:ph idx="18" type="body"/>
          </p:nvPr>
        </p:nvSpPr>
        <p:spPr>
          <a:xfrm>
            <a:off x="417525" y="835144"/>
            <a:ext cx="5335912" cy="5003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1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9_06_텍스트연결유형">
  <p:cSld name="09_06_텍스트연결유형">
    <p:spTree>
      <p:nvGrpSpPr>
        <p:cNvPr id="1039" name="Shape 10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0" name="Google Shape;1040;p145"/>
          <p:cNvSpPr txBox="1"/>
          <p:nvPr>
            <p:ph idx="1" type="body"/>
          </p:nvPr>
        </p:nvSpPr>
        <p:spPr>
          <a:xfrm>
            <a:off x="417525" y="182918"/>
            <a:ext cx="5335912" cy="2605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B3B3B3"/>
              </a:buClr>
              <a:buSzPts val="1100"/>
              <a:buFont typeface="Arial"/>
              <a:buNone/>
              <a:defRPr b="1" i="0" sz="1100" u="none" cap="none" strike="noStrike">
                <a:solidFill>
                  <a:srgbClr val="B3B3B3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41" name="Google Shape;1041;p145"/>
          <p:cNvSpPr/>
          <p:nvPr>
            <p:ph idx="2" type="body"/>
          </p:nvPr>
        </p:nvSpPr>
        <p:spPr>
          <a:xfrm>
            <a:off x="512634" y="1627224"/>
            <a:ext cx="3174463" cy="873526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134285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42" name="Google Shape;1042;p145"/>
          <p:cNvSpPr/>
          <p:nvPr>
            <p:ph idx="3" type="body"/>
          </p:nvPr>
        </p:nvSpPr>
        <p:spPr>
          <a:xfrm>
            <a:off x="3944092" y="1627224"/>
            <a:ext cx="4295340" cy="873526"/>
          </a:xfrm>
          <a:prstGeom prst="roundRect">
            <a:avLst>
              <a:gd fmla="val 50000" name="adj"/>
            </a:avLst>
          </a:prstGeom>
          <a:solidFill>
            <a:schemeClr val="accent2"/>
          </a:solidFill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134285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43" name="Google Shape;1043;p145"/>
          <p:cNvSpPr/>
          <p:nvPr/>
        </p:nvSpPr>
        <p:spPr>
          <a:xfrm rot="5400000">
            <a:off x="3763760" y="2053655"/>
            <a:ext cx="107414" cy="92598"/>
          </a:xfrm>
          <a:prstGeom prst="triangle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4" name="Google Shape;1044;p145"/>
          <p:cNvSpPr/>
          <p:nvPr/>
        </p:nvSpPr>
        <p:spPr>
          <a:xfrm rot="5400000">
            <a:off x="8335760" y="2053655"/>
            <a:ext cx="107414" cy="92598"/>
          </a:xfrm>
          <a:prstGeom prst="triangle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5" name="Google Shape;1045;p145"/>
          <p:cNvSpPr/>
          <p:nvPr>
            <p:ph idx="4" type="body"/>
          </p:nvPr>
        </p:nvSpPr>
        <p:spPr>
          <a:xfrm>
            <a:off x="8516091" y="1627224"/>
            <a:ext cx="2033921" cy="4282324"/>
          </a:xfrm>
          <a:prstGeom prst="roundRect">
            <a:avLst>
              <a:gd fmla="val 21962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46" name="Google Shape;1046;p145"/>
          <p:cNvSpPr/>
          <p:nvPr>
            <p:ph idx="5" type="body"/>
          </p:nvPr>
        </p:nvSpPr>
        <p:spPr>
          <a:xfrm>
            <a:off x="512634" y="2763490"/>
            <a:ext cx="3174463" cy="873526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47" name="Google Shape;1047;p145"/>
          <p:cNvSpPr/>
          <p:nvPr>
            <p:ph idx="6" type="body"/>
          </p:nvPr>
        </p:nvSpPr>
        <p:spPr>
          <a:xfrm>
            <a:off x="3944092" y="2763490"/>
            <a:ext cx="4295340" cy="873526"/>
          </a:xfrm>
          <a:prstGeom prst="roundRect">
            <a:avLst>
              <a:gd fmla="val 50000" name="adj"/>
            </a:avLst>
          </a:prstGeom>
          <a:solidFill>
            <a:schemeClr val="accent2"/>
          </a:solidFill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134285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48" name="Google Shape;1048;p145"/>
          <p:cNvSpPr/>
          <p:nvPr/>
        </p:nvSpPr>
        <p:spPr>
          <a:xfrm rot="5400000">
            <a:off x="3763760" y="3199734"/>
            <a:ext cx="107414" cy="92598"/>
          </a:xfrm>
          <a:prstGeom prst="triangle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9" name="Google Shape;1049;p145"/>
          <p:cNvSpPr/>
          <p:nvPr/>
        </p:nvSpPr>
        <p:spPr>
          <a:xfrm rot="5400000">
            <a:off x="8335760" y="3199734"/>
            <a:ext cx="107414" cy="92598"/>
          </a:xfrm>
          <a:prstGeom prst="triangle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0" name="Google Shape;1050;p145"/>
          <p:cNvSpPr/>
          <p:nvPr>
            <p:ph idx="7" type="body"/>
          </p:nvPr>
        </p:nvSpPr>
        <p:spPr>
          <a:xfrm>
            <a:off x="512634" y="3899756"/>
            <a:ext cx="3174463" cy="873526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51" name="Google Shape;1051;p145"/>
          <p:cNvSpPr/>
          <p:nvPr>
            <p:ph idx="8" type="body"/>
          </p:nvPr>
        </p:nvSpPr>
        <p:spPr>
          <a:xfrm>
            <a:off x="3944092" y="3899756"/>
            <a:ext cx="4295340" cy="873526"/>
          </a:xfrm>
          <a:prstGeom prst="roundRect">
            <a:avLst>
              <a:gd fmla="val 50000" name="adj"/>
            </a:avLst>
          </a:prstGeom>
          <a:solidFill>
            <a:schemeClr val="accent2"/>
          </a:solidFill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134285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52" name="Google Shape;1052;p145"/>
          <p:cNvSpPr/>
          <p:nvPr/>
        </p:nvSpPr>
        <p:spPr>
          <a:xfrm rot="5400000">
            <a:off x="3763760" y="4316893"/>
            <a:ext cx="107414" cy="92598"/>
          </a:xfrm>
          <a:prstGeom prst="triangle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3" name="Google Shape;1053;p145"/>
          <p:cNvSpPr/>
          <p:nvPr/>
        </p:nvSpPr>
        <p:spPr>
          <a:xfrm rot="5400000">
            <a:off x="8335760" y="4316893"/>
            <a:ext cx="107414" cy="92598"/>
          </a:xfrm>
          <a:prstGeom prst="triangle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4" name="Google Shape;1054;p145"/>
          <p:cNvSpPr/>
          <p:nvPr>
            <p:ph idx="9" type="body"/>
          </p:nvPr>
        </p:nvSpPr>
        <p:spPr>
          <a:xfrm>
            <a:off x="512634" y="5036022"/>
            <a:ext cx="3174463" cy="873526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55" name="Google Shape;1055;p145"/>
          <p:cNvSpPr/>
          <p:nvPr>
            <p:ph idx="13" type="body"/>
          </p:nvPr>
        </p:nvSpPr>
        <p:spPr>
          <a:xfrm>
            <a:off x="3944092" y="5036022"/>
            <a:ext cx="4295340" cy="873526"/>
          </a:xfrm>
          <a:prstGeom prst="roundRect">
            <a:avLst>
              <a:gd fmla="val 50000" name="adj"/>
            </a:avLst>
          </a:prstGeom>
          <a:solidFill>
            <a:schemeClr val="accent2"/>
          </a:solidFill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134285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56" name="Google Shape;1056;p145"/>
          <p:cNvSpPr/>
          <p:nvPr/>
        </p:nvSpPr>
        <p:spPr>
          <a:xfrm rot="5400000">
            <a:off x="3763760" y="5426486"/>
            <a:ext cx="107414" cy="92598"/>
          </a:xfrm>
          <a:prstGeom prst="triangle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7" name="Google Shape;1057;p145"/>
          <p:cNvSpPr/>
          <p:nvPr/>
        </p:nvSpPr>
        <p:spPr>
          <a:xfrm rot="5400000">
            <a:off x="8335760" y="5426486"/>
            <a:ext cx="107414" cy="92598"/>
          </a:xfrm>
          <a:prstGeom prst="triangle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8" name="Google Shape;1058;p145"/>
          <p:cNvSpPr txBox="1"/>
          <p:nvPr>
            <p:ph idx="14" type="body"/>
          </p:nvPr>
        </p:nvSpPr>
        <p:spPr>
          <a:xfrm>
            <a:off x="417525" y="835144"/>
            <a:ext cx="5335912" cy="5003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1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9_07_텍스트연결유형">
  <p:cSld name="09_07_텍스트연결유형">
    <p:spTree>
      <p:nvGrpSpPr>
        <p:cNvPr id="1059" name="Shape 10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0" name="Google Shape;1060;p146"/>
          <p:cNvSpPr txBox="1"/>
          <p:nvPr>
            <p:ph idx="1" type="body"/>
          </p:nvPr>
        </p:nvSpPr>
        <p:spPr>
          <a:xfrm>
            <a:off x="417525" y="182918"/>
            <a:ext cx="5335912" cy="2605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B3B3B3"/>
              </a:buClr>
              <a:buSzPts val="1100"/>
              <a:buFont typeface="Arial"/>
              <a:buNone/>
              <a:defRPr b="1" i="0" sz="1100" u="none" cap="none" strike="noStrike">
                <a:solidFill>
                  <a:srgbClr val="B3B3B3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61" name="Google Shape;1061;p146"/>
          <p:cNvSpPr/>
          <p:nvPr>
            <p:ph idx="2" type="body"/>
          </p:nvPr>
        </p:nvSpPr>
        <p:spPr>
          <a:xfrm>
            <a:off x="516327" y="1627224"/>
            <a:ext cx="10003891" cy="654847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 cap="flat" cmpd="sng" w="222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Arial"/>
              <a:buNone/>
              <a:defRPr b="1" i="0" sz="22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62" name="Google Shape;1062;p146"/>
          <p:cNvSpPr/>
          <p:nvPr>
            <p:ph idx="3" type="body"/>
          </p:nvPr>
        </p:nvSpPr>
        <p:spPr>
          <a:xfrm>
            <a:off x="512634" y="2558295"/>
            <a:ext cx="3172676" cy="6480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134285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63" name="Google Shape;1063;p146"/>
          <p:cNvSpPr/>
          <p:nvPr>
            <p:ph idx="4" type="body"/>
          </p:nvPr>
        </p:nvSpPr>
        <p:spPr>
          <a:xfrm>
            <a:off x="3930088" y="2558295"/>
            <a:ext cx="3172676" cy="648000"/>
          </a:xfrm>
          <a:prstGeom prst="roundRect">
            <a:avLst>
              <a:gd fmla="val 5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134285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64" name="Google Shape;1064;p146"/>
          <p:cNvSpPr/>
          <p:nvPr/>
        </p:nvSpPr>
        <p:spPr>
          <a:xfrm rot="5400000">
            <a:off x="3753992" y="2835996"/>
            <a:ext cx="107414" cy="92598"/>
          </a:xfrm>
          <a:prstGeom prst="triangle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5" name="Google Shape;1065;p146"/>
          <p:cNvSpPr/>
          <p:nvPr>
            <p:ph idx="5" type="body"/>
          </p:nvPr>
        </p:nvSpPr>
        <p:spPr>
          <a:xfrm>
            <a:off x="512634" y="3451956"/>
            <a:ext cx="3172676" cy="6480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134285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66" name="Google Shape;1066;p146"/>
          <p:cNvSpPr/>
          <p:nvPr>
            <p:ph idx="6" type="body"/>
          </p:nvPr>
        </p:nvSpPr>
        <p:spPr>
          <a:xfrm>
            <a:off x="3930088" y="3451956"/>
            <a:ext cx="3172676" cy="648000"/>
          </a:xfrm>
          <a:prstGeom prst="roundRect">
            <a:avLst>
              <a:gd fmla="val 5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134285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67" name="Google Shape;1067;p146"/>
          <p:cNvSpPr/>
          <p:nvPr/>
        </p:nvSpPr>
        <p:spPr>
          <a:xfrm rot="5400000">
            <a:off x="3753992" y="3729657"/>
            <a:ext cx="107414" cy="92598"/>
          </a:xfrm>
          <a:prstGeom prst="triangle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8" name="Google Shape;1068;p146"/>
          <p:cNvSpPr/>
          <p:nvPr>
            <p:ph idx="7" type="body"/>
          </p:nvPr>
        </p:nvSpPr>
        <p:spPr>
          <a:xfrm>
            <a:off x="512634" y="4345103"/>
            <a:ext cx="3172676" cy="6480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134285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69" name="Google Shape;1069;p146"/>
          <p:cNvSpPr/>
          <p:nvPr>
            <p:ph idx="8" type="body"/>
          </p:nvPr>
        </p:nvSpPr>
        <p:spPr>
          <a:xfrm>
            <a:off x="3930088" y="4345103"/>
            <a:ext cx="3172676" cy="648000"/>
          </a:xfrm>
          <a:prstGeom prst="roundRect">
            <a:avLst>
              <a:gd fmla="val 5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134285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70" name="Google Shape;1070;p146"/>
          <p:cNvSpPr/>
          <p:nvPr/>
        </p:nvSpPr>
        <p:spPr>
          <a:xfrm rot="5400000">
            <a:off x="3753992" y="4622804"/>
            <a:ext cx="107414" cy="92598"/>
          </a:xfrm>
          <a:prstGeom prst="triangle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1" name="Google Shape;1071;p146"/>
          <p:cNvSpPr/>
          <p:nvPr>
            <p:ph idx="9" type="body"/>
          </p:nvPr>
        </p:nvSpPr>
        <p:spPr>
          <a:xfrm>
            <a:off x="512634" y="5238250"/>
            <a:ext cx="3172676" cy="6480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134285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72" name="Google Shape;1072;p146"/>
          <p:cNvSpPr/>
          <p:nvPr>
            <p:ph idx="13" type="body"/>
          </p:nvPr>
        </p:nvSpPr>
        <p:spPr>
          <a:xfrm>
            <a:off x="3930088" y="5238250"/>
            <a:ext cx="3172676" cy="648000"/>
          </a:xfrm>
          <a:prstGeom prst="roundRect">
            <a:avLst>
              <a:gd fmla="val 5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134285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73" name="Google Shape;1073;p146"/>
          <p:cNvSpPr/>
          <p:nvPr/>
        </p:nvSpPr>
        <p:spPr>
          <a:xfrm rot="5400000">
            <a:off x="3753992" y="5515951"/>
            <a:ext cx="107414" cy="92598"/>
          </a:xfrm>
          <a:prstGeom prst="triangle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4" name="Google Shape;1074;p146"/>
          <p:cNvSpPr/>
          <p:nvPr>
            <p:ph idx="14" type="body"/>
          </p:nvPr>
        </p:nvSpPr>
        <p:spPr>
          <a:xfrm>
            <a:off x="7347542" y="2558295"/>
            <a:ext cx="3172676" cy="6480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134285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75" name="Google Shape;1075;p146"/>
          <p:cNvSpPr/>
          <p:nvPr/>
        </p:nvSpPr>
        <p:spPr>
          <a:xfrm rot="5400000">
            <a:off x="7171446" y="2835996"/>
            <a:ext cx="107414" cy="92598"/>
          </a:xfrm>
          <a:prstGeom prst="triangle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6" name="Google Shape;1076;p146"/>
          <p:cNvSpPr/>
          <p:nvPr>
            <p:ph idx="15" type="body"/>
          </p:nvPr>
        </p:nvSpPr>
        <p:spPr>
          <a:xfrm>
            <a:off x="7347542" y="3451956"/>
            <a:ext cx="3172676" cy="6480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134285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77" name="Google Shape;1077;p146"/>
          <p:cNvSpPr/>
          <p:nvPr/>
        </p:nvSpPr>
        <p:spPr>
          <a:xfrm rot="5400000">
            <a:off x="7171446" y="3729657"/>
            <a:ext cx="107414" cy="92598"/>
          </a:xfrm>
          <a:prstGeom prst="triangle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8" name="Google Shape;1078;p146"/>
          <p:cNvSpPr/>
          <p:nvPr>
            <p:ph idx="16" type="body"/>
          </p:nvPr>
        </p:nvSpPr>
        <p:spPr>
          <a:xfrm>
            <a:off x="7347542" y="4345103"/>
            <a:ext cx="3172676" cy="6480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134285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79" name="Google Shape;1079;p146"/>
          <p:cNvSpPr/>
          <p:nvPr/>
        </p:nvSpPr>
        <p:spPr>
          <a:xfrm rot="5400000">
            <a:off x="7171446" y="4622804"/>
            <a:ext cx="107414" cy="92598"/>
          </a:xfrm>
          <a:prstGeom prst="triangle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0" name="Google Shape;1080;p146"/>
          <p:cNvSpPr/>
          <p:nvPr>
            <p:ph idx="17" type="body"/>
          </p:nvPr>
        </p:nvSpPr>
        <p:spPr>
          <a:xfrm>
            <a:off x="7347542" y="5238250"/>
            <a:ext cx="3172676" cy="6480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134285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81" name="Google Shape;1081;p146"/>
          <p:cNvSpPr/>
          <p:nvPr/>
        </p:nvSpPr>
        <p:spPr>
          <a:xfrm rot="5400000">
            <a:off x="7171446" y="5515951"/>
            <a:ext cx="107414" cy="92598"/>
          </a:xfrm>
          <a:prstGeom prst="triangle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2" name="Google Shape;1082;p146"/>
          <p:cNvSpPr txBox="1"/>
          <p:nvPr>
            <p:ph idx="18" type="body"/>
          </p:nvPr>
        </p:nvSpPr>
        <p:spPr>
          <a:xfrm>
            <a:off x="417525" y="835144"/>
            <a:ext cx="5335912" cy="5003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1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9_08_텍스트연결유형">
  <p:cSld name="09_08_텍스트연결유형">
    <p:spTree>
      <p:nvGrpSpPr>
        <p:cNvPr id="1083" name="Shape 10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4" name="Google Shape;1084;p147"/>
          <p:cNvSpPr txBox="1"/>
          <p:nvPr>
            <p:ph idx="1" type="body"/>
          </p:nvPr>
        </p:nvSpPr>
        <p:spPr>
          <a:xfrm>
            <a:off x="417525" y="182918"/>
            <a:ext cx="5335912" cy="2605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B3B3B3"/>
              </a:buClr>
              <a:buSzPts val="1100"/>
              <a:buFont typeface="Arial"/>
              <a:buNone/>
              <a:defRPr b="1" i="0" sz="1100" u="none" cap="none" strike="noStrike">
                <a:solidFill>
                  <a:srgbClr val="B3B3B3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85" name="Google Shape;1085;p147"/>
          <p:cNvSpPr/>
          <p:nvPr/>
        </p:nvSpPr>
        <p:spPr>
          <a:xfrm>
            <a:off x="0" y="2045112"/>
            <a:ext cx="10776155" cy="3489548"/>
          </a:xfrm>
          <a:prstGeom prst="rightArrow">
            <a:avLst>
              <a:gd fmla="val 66148" name="adj1"/>
              <a:gd fmla="val 66795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6" name="Google Shape;1086;p147"/>
          <p:cNvSpPr/>
          <p:nvPr/>
        </p:nvSpPr>
        <p:spPr>
          <a:xfrm>
            <a:off x="519800" y="2526890"/>
            <a:ext cx="3156615" cy="2515480"/>
          </a:xfrm>
          <a:prstGeom prst="roundRect">
            <a:avLst>
              <a:gd fmla="val 1840" name="adj"/>
            </a:avLst>
          </a:prstGeom>
          <a:solidFill>
            <a:schemeClr val="lt1"/>
          </a:solidFill>
          <a:ln cap="flat" cmpd="sng" w="1905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7" name="Google Shape;1087;p147"/>
          <p:cNvSpPr txBox="1"/>
          <p:nvPr>
            <p:ph idx="2" type="body"/>
          </p:nvPr>
        </p:nvSpPr>
        <p:spPr>
          <a:xfrm>
            <a:off x="615190" y="2984782"/>
            <a:ext cx="2966909" cy="3696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2909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Arial"/>
              <a:buNone/>
              <a:defRPr b="1" i="0" sz="22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88" name="Google Shape;1088;p147"/>
          <p:cNvSpPr txBox="1"/>
          <p:nvPr>
            <p:ph idx="3" type="body"/>
          </p:nvPr>
        </p:nvSpPr>
        <p:spPr>
          <a:xfrm>
            <a:off x="615190" y="3408383"/>
            <a:ext cx="2966909" cy="10041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17500" lvl="0" marL="457200" marR="0" rtl="0" algn="l">
              <a:lnSpc>
                <a:spcPct val="148571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89" name="Google Shape;1089;p147"/>
          <p:cNvSpPr/>
          <p:nvPr/>
        </p:nvSpPr>
        <p:spPr>
          <a:xfrm>
            <a:off x="3942508" y="2526890"/>
            <a:ext cx="3156615" cy="2515480"/>
          </a:xfrm>
          <a:prstGeom prst="roundRect">
            <a:avLst>
              <a:gd fmla="val 1840" name="adj"/>
            </a:avLst>
          </a:prstGeom>
          <a:solidFill>
            <a:schemeClr val="lt1"/>
          </a:solidFill>
          <a:ln cap="flat" cmpd="sng" w="1905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0" name="Google Shape;1090;p147"/>
          <p:cNvSpPr txBox="1"/>
          <p:nvPr>
            <p:ph idx="4" type="body"/>
          </p:nvPr>
        </p:nvSpPr>
        <p:spPr>
          <a:xfrm>
            <a:off x="4037898" y="2984782"/>
            <a:ext cx="2966909" cy="3696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2909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Arial"/>
              <a:buNone/>
              <a:defRPr b="1" i="0" sz="22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91" name="Google Shape;1091;p147"/>
          <p:cNvSpPr/>
          <p:nvPr/>
        </p:nvSpPr>
        <p:spPr>
          <a:xfrm>
            <a:off x="7359331" y="2526890"/>
            <a:ext cx="3156615" cy="2515480"/>
          </a:xfrm>
          <a:prstGeom prst="roundRect">
            <a:avLst>
              <a:gd fmla="val 1840" name="adj"/>
            </a:avLst>
          </a:prstGeom>
          <a:solidFill>
            <a:schemeClr val="lt1"/>
          </a:solidFill>
          <a:ln cap="flat" cmpd="sng" w="1905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2" name="Google Shape;1092;p147"/>
          <p:cNvSpPr txBox="1"/>
          <p:nvPr>
            <p:ph idx="5" type="body"/>
          </p:nvPr>
        </p:nvSpPr>
        <p:spPr>
          <a:xfrm>
            <a:off x="7454721" y="2984782"/>
            <a:ext cx="2966909" cy="3696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2909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Arial"/>
              <a:buNone/>
              <a:defRPr b="1" i="0" sz="22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93" name="Google Shape;1093;p147"/>
          <p:cNvSpPr txBox="1"/>
          <p:nvPr>
            <p:ph idx="6" type="body"/>
          </p:nvPr>
        </p:nvSpPr>
        <p:spPr>
          <a:xfrm>
            <a:off x="4037360" y="3408383"/>
            <a:ext cx="2966909" cy="10041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17500" lvl="0" marL="457200" marR="0" rtl="0" algn="l">
              <a:lnSpc>
                <a:spcPct val="148571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94" name="Google Shape;1094;p147"/>
          <p:cNvSpPr txBox="1"/>
          <p:nvPr>
            <p:ph idx="7" type="body"/>
          </p:nvPr>
        </p:nvSpPr>
        <p:spPr>
          <a:xfrm>
            <a:off x="7454183" y="3408383"/>
            <a:ext cx="2966909" cy="10041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17500" lvl="0" marL="457200" marR="0" rtl="0" algn="l">
              <a:lnSpc>
                <a:spcPct val="148571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95" name="Google Shape;1095;p147"/>
          <p:cNvSpPr txBox="1"/>
          <p:nvPr>
            <p:ph idx="8" type="body"/>
          </p:nvPr>
        </p:nvSpPr>
        <p:spPr>
          <a:xfrm>
            <a:off x="417525" y="835144"/>
            <a:ext cx="5335912" cy="5003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1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9_09_텍스트연결유형">
  <p:cSld name="09_09_텍스트연결유형">
    <p:spTree>
      <p:nvGrpSpPr>
        <p:cNvPr id="1096" name="Shape 10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7" name="Google Shape;1097;p148"/>
          <p:cNvSpPr/>
          <p:nvPr/>
        </p:nvSpPr>
        <p:spPr>
          <a:xfrm>
            <a:off x="0" y="2045112"/>
            <a:ext cx="10776155" cy="3489548"/>
          </a:xfrm>
          <a:prstGeom prst="rightArrow">
            <a:avLst>
              <a:gd fmla="val 66148" name="adj1"/>
              <a:gd fmla="val 66795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8" name="Google Shape;1098;p148"/>
          <p:cNvSpPr txBox="1"/>
          <p:nvPr>
            <p:ph idx="1" type="body"/>
          </p:nvPr>
        </p:nvSpPr>
        <p:spPr>
          <a:xfrm>
            <a:off x="417525" y="182918"/>
            <a:ext cx="5335912" cy="2605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B3B3B3"/>
              </a:buClr>
              <a:buSzPts val="1100"/>
              <a:buFont typeface="Arial"/>
              <a:buNone/>
              <a:defRPr b="1" i="0" sz="1100" u="none" cap="none" strike="noStrike">
                <a:solidFill>
                  <a:srgbClr val="B3B3B3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99" name="Google Shape;1099;p148"/>
          <p:cNvSpPr/>
          <p:nvPr/>
        </p:nvSpPr>
        <p:spPr>
          <a:xfrm>
            <a:off x="519800" y="2526890"/>
            <a:ext cx="2298901" cy="2515480"/>
          </a:xfrm>
          <a:prstGeom prst="roundRect">
            <a:avLst>
              <a:gd fmla="val 1840" name="adj"/>
            </a:avLst>
          </a:prstGeom>
          <a:solidFill>
            <a:schemeClr val="lt1"/>
          </a:solidFill>
          <a:ln cap="flat" cmpd="sng" w="1905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0" name="Google Shape;1100;p148"/>
          <p:cNvSpPr txBox="1"/>
          <p:nvPr>
            <p:ph idx="2" type="body"/>
          </p:nvPr>
        </p:nvSpPr>
        <p:spPr>
          <a:xfrm>
            <a:off x="673913" y="2760956"/>
            <a:ext cx="2004239" cy="8269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2909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Arial"/>
              <a:buNone/>
              <a:defRPr b="1" i="0" sz="22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01" name="Google Shape;1101;p148"/>
          <p:cNvSpPr txBox="1"/>
          <p:nvPr>
            <p:ph idx="3" type="body"/>
          </p:nvPr>
        </p:nvSpPr>
        <p:spPr>
          <a:xfrm>
            <a:off x="673913" y="3678173"/>
            <a:ext cx="2004239" cy="10713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48571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02" name="Google Shape;1102;p148"/>
          <p:cNvSpPr/>
          <p:nvPr/>
        </p:nvSpPr>
        <p:spPr>
          <a:xfrm>
            <a:off x="3086831" y="2526890"/>
            <a:ext cx="2298901" cy="2515480"/>
          </a:xfrm>
          <a:prstGeom prst="roundRect">
            <a:avLst>
              <a:gd fmla="val 1840" name="adj"/>
            </a:avLst>
          </a:prstGeom>
          <a:solidFill>
            <a:schemeClr val="lt1"/>
          </a:solidFill>
          <a:ln cap="flat" cmpd="sng" w="1905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3" name="Google Shape;1103;p148"/>
          <p:cNvSpPr/>
          <p:nvPr/>
        </p:nvSpPr>
        <p:spPr>
          <a:xfrm>
            <a:off x="5653862" y="2526890"/>
            <a:ext cx="2298901" cy="2515480"/>
          </a:xfrm>
          <a:prstGeom prst="roundRect">
            <a:avLst>
              <a:gd fmla="val 1840" name="adj"/>
            </a:avLst>
          </a:prstGeom>
          <a:solidFill>
            <a:schemeClr val="lt1"/>
          </a:solidFill>
          <a:ln cap="flat" cmpd="sng" w="1905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4" name="Google Shape;1104;p148"/>
          <p:cNvSpPr/>
          <p:nvPr/>
        </p:nvSpPr>
        <p:spPr>
          <a:xfrm>
            <a:off x="8215008" y="2526890"/>
            <a:ext cx="2298901" cy="2515480"/>
          </a:xfrm>
          <a:prstGeom prst="roundRect">
            <a:avLst>
              <a:gd fmla="val 1840" name="adj"/>
            </a:avLst>
          </a:prstGeom>
          <a:solidFill>
            <a:schemeClr val="lt1"/>
          </a:solidFill>
          <a:ln cap="flat" cmpd="sng" w="1905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5" name="Google Shape;1105;p148"/>
          <p:cNvSpPr txBox="1"/>
          <p:nvPr>
            <p:ph idx="4" type="body"/>
          </p:nvPr>
        </p:nvSpPr>
        <p:spPr>
          <a:xfrm>
            <a:off x="3239559" y="2760956"/>
            <a:ext cx="2004239" cy="8269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2909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Arial"/>
              <a:buNone/>
              <a:defRPr b="1" i="0" sz="22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06" name="Google Shape;1106;p148"/>
          <p:cNvSpPr txBox="1"/>
          <p:nvPr>
            <p:ph idx="5" type="body"/>
          </p:nvPr>
        </p:nvSpPr>
        <p:spPr>
          <a:xfrm>
            <a:off x="3239559" y="3678173"/>
            <a:ext cx="2004239" cy="10713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48571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07" name="Google Shape;1107;p148"/>
          <p:cNvSpPr txBox="1"/>
          <p:nvPr>
            <p:ph idx="6" type="body"/>
          </p:nvPr>
        </p:nvSpPr>
        <p:spPr>
          <a:xfrm>
            <a:off x="5805206" y="2760956"/>
            <a:ext cx="2004239" cy="8269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2909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Arial"/>
              <a:buNone/>
              <a:defRPr b="1" i="0" sz="22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08" name="Google Shape;1108;p148"/>
          <p:cNvSpPr txBox="1"/>
          <p:nvPr>
            <p:ph idx="7" type="body"/>
          </p:nvPr>
        </p:nvSpPr>
        <p:spPr>
          <a:xfrm>
            <a:off x="5805206" y="3678173"/>
            <a:ext cx="2004239" cy="10713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48571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09" name="Google Shape;1109;p148"/>
          <p:cNvSpPr txBox="1"/>
          <p:nvPr>
            <p:ph idx="8" type="body"/>
          </p:nvPr>
        </p:nvSpPr>
        <p:spPr>
          <a:xfrm>
            <a:off x="8361975" y="2760956"/>
            <a:ext cx="2004239" cy="8269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2909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Arial"/>
              <a:buNone/>
              <a:defRPr b="1" i="0" sz="22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10" name="Google Shape;1110;p148"/>
          <p:cNvSpPr txBox="1"/>
          <p:nvPr>
            <p:ph idx="9" type="body"/>
          </p:nvPr>
        </p:nvSpPr>
        <p:spPr>
          <a:xfrm>
            <a:off x="8361975" y="3678173"/>
            <a:ext cx="2004239" cy="10713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48571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11" name="Google Shape;1111;p148"/>
          <p:cNvSpPr txBox="1"/>
          <p:nvPr>
            <p:ph idx="13" type="body"/>
          </p:nvPr>
        </p:nvSpPr>
        <p:spPr>
          <a:xfrm>
            <a:off x="417525" y="835144"/>
            <a:ext cx="5335912" cy="5003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1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9_10_텍스트연결유형">
  <p:cSld name="09_10_텍스트연결유형">
    <p:spTree>
      <p:nvGrpSpPr>
        <p:cNvPr id="1112" name="Shape 1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3" name="Google Shape;1113;p149"/>
          <p:cNvSpPr txBox="1"/>
          <p:nvPr>
            <p:ph idx="1" type="body"/>
          </p:nvPr>
        </p:nvSpPr>
        <p:spPr>
          <a:xfrm>
            <a:off x="417525" y="182918"/>
            <a:ext cx="5335912" cy="2605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B3B3B3"/>
              </a:buClr>
              <a:buSzPts val="1100"/>
              <a:buFont typeface="Arial"/>
              <a:buNone/>
              <a:defRPr b="1" i="0" sz="1100" u="none" cap="none" strike="noStrike">
                <a:solidFill>
                  <a:srgbClr val="B3B3B3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14" name="Google Shape;1114;p149"/>
          <p:cNvSpPr/>
          <p:nvPr/>
        </p:nvSpPr>
        <p:spPr>
          <a:xfrm>
            <a:off x="0" y="2045112"/>
            <a:ext cx="10776155" cy="3489548"/>
          </a:xfrm>
          <a:prstGeom prst="rightArrow">
            <a:avLst>
              <a:gd fmla="val 66148" name="adj1"/>
              <a:gd fmla="val 66795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5" name="Google Shape;1115;p149"/>
          <p:cNvSpPr/>
          <p:nvPr>
            <p:ph idx="2" type="body"/>
          </p:nvPr>
        </p:nvSpPr>
        <p:spPr>
          <a:xfrm>
            <a:off x="516327" y="2967051"/>
            <a:ext cx="1236972" cy="1630116"/>
          </a:xfrm>
          <a:prstGeom prst="roundRect">
            <a:avLst>
              <a:gd fmla="val 5801" name="adj"/>
            </a:avLst>
          </a:prstGeom>
          <a:solidFill>
            <a:schemeClr val="lt1"/>
          </a:solidFill>
          <a:ln cap="flat" cmpd="sng" w="222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134285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16" name="Google Shape;1116;p149"/>
          <p:cNvSpPr/>
          <p:nvPr>
            <p:ph idx="3" type="body"/>
          </p:nvPr>
        </p:nvSpPr>
        <p:spPr>
          <a:xfrm>
            <a:off x="1916921" y="2967051"/>
            <a:ext cx="1236972" cy="1630116"/>
          </a:xfrm>
          <a:prstGeom prst="roundRect">
            <a:avLst>
              <a:gd fmla="val 5801" name="adj"/>
            </a:avLst>
          </a:prstGeom>
          <a:solidFill>
            <a:schemeClr val="lt1"/>
          </a:solidFill>
          <a:ln cap="flat" cmpd="sng" w="222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134285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17" name="Google Shape;1117;p149"/>
          <p:cNvSpPr/>
          <p:nvPr>
            <p:ph idx="4" type="body"/>
          </p:nvPr>
        </p:nvSpPr>
        <p:spPr>
          <a:xfrm>
            <a:off x="3317515" y="2967051"/>
            <a:ext cx="1236972" cy="1630116"/>
          </a:xfrm>
          <a:prstGeom prst="roundRect">
            <a:avLst>
              <a:gd fmla="val 5801" name="adj"/>
            </a:avLst>
          </a:prstGeom>
          <a:solidFill>
            <a:schemeClr val="lt1"/>
          </a:solidFill>
          <a:ln cap="flat" cmpd="sng" w="222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134285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18" name="Google Shape;1118;p149"/>
          <p:cNvSpPr/>
          <p:nvPr>
            <p:ph idx="5" type="body"/>
          </p:nvPr>
        </p:nvSpPr>
        <p:spPr>
          <a:xfrm>
            <a:off x="4718109" y="2967051"/>
            <a:ext cx="1236972" cy="1630116"/>
          </a:xfrm>
          <a:prstGeom prst="roundRect">
            <a:avLst>
              <a:gd fmla="val 5801" name="adj"/>
            </a:avLst>
          </a:prstGeom>
          <a:solidFill>
            <a:schemeClr val="lt1"/>
          </a:solidFill>
          <a:ln cap="flat" cmpd="sng" w="222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134285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19" name="Google Shape;1119;p149"/>
          <p:cNvSpPr/>
          <p:nvPr>
            <p:ph idx="6" type="body"/>
          </p:nvPr>
        </p:nvSpPr>
        <p:spPr>
          <a:xfrm>
            <a:off x="6118703" y="2967051"/>
            <a:ext cx="1236972" cy="1630116"/>
          </a:xfrm>
          <a:prstGeom prst="roundRect">
            <a:avLst>
              <a:gd fmla="val 5801" name="adj"/>
            </a:avLst>
          </a:prstGeom>
          <a:solidFill>
            <a:schemeClr val="lt1"/>
          </a:solidFill>
          <a:ln cap="flat" cmpd="sng" w="222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134285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20" name="Google Shape;1120;p149"/>
          <p:cNvSpPr/>
          <p:nvPr>
            <p:ph idx="7" type="body"/>
          </p:nvPr>
        </p:nvSpPr>
        <p:spPr>
          <a:xfrm>
            <a:off x="7519297" y="2967051"/>
            <a:ext cx="1236972" cy="1630116"/>
          </a:xfrm>
          <a:prstGeom prst="roundRect">
            <a:avLst>
              <a:gd fmla="val 5801" name="adj"/>
            </a:avLst>
          </a:prstGeom>
          <a:solidFill>
            <a:schemeClr val="lt1"/>
          </a:solidFill>
          <a:ln cap="flat" cmpd="sng" w="222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134285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21" name="Google Shape;1121;p149"/>
          <p:cNvSpPr/>
          <p:nvPr>
            <p:ph idx="8" type="body"/>
          </p:nvPr>
        </p:nvSpPr>
        <p:spPr>
          <a:xfrm>
            <a:off x="8919888" y="2967051"/>
            <a:ext cx="1236972" cy="1630116"/>
          </a:xfrm>
          <a:prstGeom prst="roundRect">
            <a:avLst>
              <a:gd fmla="val 5801" name="adj"/>
            </a:avLst>
          </a:prstGeom>
          <a:solidFill>
            <a:schemeClr val="lt1"/>
          </a:solidFill>
          <a:ln cap="flat" cmpd="sng" w="222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134285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22" name="Google Shape;1122;p149"/>
          <p:cNvSpPr txBox="1"/>
          <p:nvPr>
            <p:ph idx="9" type="body"/>
          </p:nvPr>
        </p:nvSpPr>
        <p:spPr>
          <a:xfrm>
            <a:off x="417525" y="835144"/>
            <a:ext cx="5335912" cy="5003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1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0_01_텍스트비교유형">
  <p:cSld name="10_01_텍스트비교유형">
    <p:spTree>
      <p:nvGrpSpPr>
        <p:cNvPr id="1123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p150"/>
          <p:cNvSpPr txBox="1"/>
          <p:nvPr>
            <p:ph idx="1" type="body"/>
          </p:nvPr>
        </p:nvSpPr>
        <p:spPr>
          <a:xfrm>
            <a:off x="417525" y="182918"/>
            <a:ext cx="5335912" cy="2605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B3B3B3"/>
              </a:buClr>
              <a:buSzPts val="1100"/>
              <a:buFont typeface="Arial"/>
              <a:buNone/>
              <a:defRPr b="1" i="0" sz="1100" u="none" cap="none" strike="noStrike">
                <a:solidFill>
                  <a:srgbClr val="B3B3B3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25" name="Google Shape;1125;p150"/>
          <p:cNvSpPr/>
          <p:nvPr>
            <p:ph idx="2" type="body"/>
          </p:nvPr>
        </p:nvSpPr>
        <p:spPr>
          <a:xfrm>
            <a:off x="512634" y="1627224"/>
            <a:ext cx="5436490" cy="897168"/>
          </a:xfrm>
          <a:prstGeom prst="roundRect">
            <a:avLst>
              <a:gd fmla="val 50000" name="adj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134285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26" name="Google Shape;1126;p150"/>
          <p:cNvSpPr/>
          <p:nvPr>
            <p:ph idx="3" type="body"/>
          </p:nvPr>
        </p:nvSpPr>
        <p:spPr>
          <a:xfrm>
            <a:off x="5083728" y="1627224"/>
            <a:ext cx="5436490" cy="897168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134285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27" name="Google Shape;1127;p150"/>
          <p:cNvSpPr/>
          <p:nvPr>
            <p:ph idx="4" type="body"/>
          </p:nvPr>
        </p:nvSpPr>
        <p:spPr>
          <a:xfrm>
            <a:off x="512634" y="2770189"/>
            <a:ext cx="5436490" cy="897168"/>
          </a:xfrm>
          <a:prstGeom prst="roundRect">
            <a:avLst>
              <a:gd fmla="val 50000" name="adj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134285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28" name="Google Shape;1128;p150"/>
          <p:cNvSpPr/>
          <p:nvPr>
            <p:ph idx="5" type="body"/>
          </p:nvPr>
        </p:nvSpPr>
        <p:spPr>
          <a:xfrm>
            <a:off x="5083728" y="2770189"/>
            <a:ext cx="5436490" cy="897168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134285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29" name="Google Shape;1129;p150"/>
          <p:cNvSpPr/>
          <p:nvPr>
            <p:ph idx="6" type="body"/>
          </p:nvPr>
        </p:nvSpPr>
        <p:spPr>
          <a:xfrm>
            <a:off x="512634" y="3913154"/>
            <a:ext cx="5436490" cy="897168"/>
          </a:xfrm>
          <a:prstGeom prst="roundRect">
            <a:avLst>
              <a:gd fmla="val 50000" name="adj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134285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30" name="Google Shape;1130;p150"/>
          <p:cNvSpPr/>
          <p:nvPr>
            <p:ph idx="7" type="body"/>
          </p:nvPr>
        </p:nvSpPr>
        <p:spPr>
          <a:xfrm>
            <a:off x="5083728" y="3913154"/>
            <a:ext cx="5436490" cy="897168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134285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31" name="Google Shape;1131;p150"/>
          <p:cNvSpPr/>
          <p:nvPr>
            <p:ph idx="8" type="body"/>
          </p:nvPr>
        </p:nvSpPr>
        <p:spPr>
          <a:xfrm>
            <a:off x="512634" y="5056118"/>
            <a:ext cx="5436490" cy="897168"/>
          </a:xfrm>
          <a:prstGeom prst="roundRect">
            <a:avLst>
              <a:gd fmla="val 50000" name="adj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134285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32" name="Google Shape;1132;p150"/>
          <p:cNvSpPr/>
          <p:nvPr>
            <p:ph idx="9" type="body"/>
          </p:nvPr>
        </p:nvSpPr>
        <p:spPr>
          <a:xfrm>
            <a:off x="5083728" y="5056118"/>
            <a:ext cx="5436490" cy="897168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134285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33" name="Google Shape;1133;p150"/>
          <p:cNvSpPr txBox="1"/>
          <p:nvPr>
            <p:ph idx="13" type="body"/>
          </p:nvPr>
        </p:nvSpPr>
        <p:spPr>
          <a:xfrm>
            <a:off x="417525" y="835144"/>
            <a:ext cx="5335912" cy="5003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1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0_02_텍스트비교유형">
  <p:cSld name="10_02_텍스트비교유형">
    <p:spTree>
      <p:nvGrpSpPr>
        <p:cNvPr id="1134" name="Shape 1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5" name="Google Shape;1135;p151"/>
          <p:cNvSpPr txBox="1"/>
          <p:nvPr>
            <p:ph idx="1" type="body"/>
          </p:nvPr>
        </p:nvSpPr>
        <p:spPr>
          <a:xfrm>
            <a:off x="417525" y="182918"/>
            <a:ext cx="5335912" cy="2605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B3B3B3"/>
              </a:buClr>
              <a:buSzPts val="1100"/>
              <a:buFont typeface="Arial"/>
              <a:buNone/>
              <a:defRPr b="1" i="0" sz="1100" u="none" cap="none" strike="noStrike">
                <a:solidFill>
                  <a:srgbClr val="B3B3B3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36" name="Google Shape;1136;p151"/>
          <p:cNvSpPr/>
          <p:nvPr>
            <p:ph idx="2" type="body"/>
          </p:nvPr>
        </p:nvSpPr>
        <p:spPr>
          <a:xfrm>
            <a:off x="504825" y="2005013"/>
            <a:ext cx="5081588" cy="712787"/>
          </a:xfrm>
          <a:prstGeom prst="round2SameRect">
            <a:avLst>
              <a:gd fmla="val 16667" name="adj1"/>
              <a:gd fmla="val 0" name="adj2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  <a:defRPr b="1" i="0" sz="2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37" name="Google Shape;1137;p151"/>
          <p:cNvSpPr/>
          <p:nvPr>
            <p:ph idx="3" type="body"/>
          </p:nvPr>
        </p:nvSpPr>
        <p:spPr>
          <a:xfrm>
            <a:off x="504825" y="2717982"/>
            <a:ext cx="5081588" cy="2827138"/>
          </a:xfrm>
          <a:prstGeom prst="round2SameRect">
            <a:avLst>
              <a:gd fmla="val 0" name="adj1"/>
              <a:gd fmla="val 2374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138181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200"/>
              <a:buFont typeface="Arial"/>
              <a:buNone/>
              <a:defRPr b="0" i="0" sz="2200" u="none" cap="none" strike="noStrik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38" name="Google Shape;1138;p151"/>
          <p:cNvSpPr/>
          <p:nvPr>
            <p:ph idx="4" type="body"/>
          </p:nvPr>
        </p:nvSpPr>
        <p:spPr>
          <a:xfrm>
            <a:off x="5395606" y="1650256"/>
            <a:ext cx="5140966" cy="712787"/>
          </a:xfrm>
          <a:prstGeom prst="round2SameRect">
            <a:avLst>
              <a:gd fmla="val 16667" name="adj1"/>
              <a:gd fmla="val 0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  <a:defRPr b="1" i="0" sz="2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39" name="Google Shape;1139;p151"/>
          <p:cNvSpPr/>
          <p:nvPr>
            <p:ph idx="5" type="body"/>
          </p:nvPr>
        </p:nvSpPr>
        <p:spPr>
          <a:xfrm>
            <a:off x="5395606" y="2363224"/>
            <a:ext cx="5140966" cy="3525843"/>
          </a:xfrm>
          <a:prstGeom prst="round2SameRect">
            <a:avLst>
              <a:gd fmla="val 0" name="adj1"/>
              <a:gd fmla="val 2374" name="adj2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138181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  <a:defRPr b="0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40" name="Google Shape;1140;p151"/>
          <p:cNvSpPr txBox="1"/>
          <p:nvPr>
            <p:ph idx="6" type="body"/>
          </p:nvPr>
        </p:nvSpPr>
        <p:spPr>
          <a:xfrm>
            <a:off x="417525" y="835144"/>
            <a:ext cx="5335912" cy="5003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1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0_03_텍스트비교유형">
  <p:cSld name="10_03_텍스트비교유형">
    <p:spTree>
      <p:nvGrpSpPr>
        <p:cNvPr id="1141" name="Shape 1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2" name="Google Shape;1142;p152"/>
          <p:cNvSpPr/>
          <p:nvPr/>
        </p:nvSpPr>
        <p:spPr>
          <a:xfrm flipH="1" rot="5400000">
            <a:off x="3405162" y="2120340"/>
            <a:ext cx="4221543" cy="336315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3" name="Google Shape;1143;p152"/>
          <p:cNvSpPr/>
          <p:nvPr/>
        </p:nvSpPr>
        <p:spPr>
          <a:xfrm rot="-5400000">
            <a:off x="70328" y="2141811"/>
            <a:ext cx="4221543" cy="3306517"/>
          </a:xfrm>
          <a:prstGeom prst="round2SameRect">
            <a:avLst>
              <a:gd fmla="val 1191" name="adj1"/>
              <a:gd fmla="val 0" name="adj2"/>
            </a:avLst>
          </a:prstGeom>
          <a:solidFill>
            <a:schemeClr val="lt1"/>
          </a:solidFill>
          <a:ln cap="flat" cmpd="sng" w="254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4" name="Google Shape;1144;p152"/>
          <p:cNvSpPr/>
          <p:nvPr/>
        </p:nvSpPr>
        <p:spPr>
          <a:xfrm flipH="1" rot="5400000">
            <a:off x="6738742" y="2148657"/>
            <a:ext cx="4221543" cy="3306517"/>
          </a:xfrm>
          <a:prstGeom prst="round2SameRect">
            <a:avLst>
              <a:gd fmla="val 1191" name="adj1"/>
              <a:gd fmla="val 0" name="adj2"/>
            </a:avLst>
          </a:prstGeom>
          <a:solidFill>
            <a:schemeClr val="lt1"/>
          </a:solidFill>
          <a:ln cap="flat" cmpd="sng" w="254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5" name="Google Shape;1145;p152"/>
          <p:cNvSpPr txBox="1"/>
          <p:nvPr>
            <p:ph idx="1" type="body"/>
          </p:nvPr>
        </p:nvSpPr>
        <p:spPr>
          <a:xfrm>
            <a:off x="417525" y="182918"/>
            <a:ext cx="5335912" cy="2605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B3B3B3"/>
              </a:buClr>
              <a:buSzPts val="1100"/>
              <a:buFont typeface="Arial"/>
              <a:buNone/>
              <a:defRPr b="1" i="0" sz="1100" u="none" cap="none" strike="noStrike">
                <a:solidFill>
                  <a:srgbClr val="B3B3B3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46" name="Google Shape;1146;p152"/>
          <p:cNvSpPr txBox="1"/>
          <p:nvPr>
            <p:ph idx="2" type="body"/>
          </p:nvPr>
        </p:nvSpPr>
        <p:spPr>
          <a:xfrm>
            <a:off x="663027" y="1949893"/>
            <a:ext cx="3034021" cy="3522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>
            <a:lvl1pPr indent="-228600" lvl="0" marL="457200" marR="0" rtl="0" algn="ctr">
              <a:lnSpc>
                <a:spcPct val="92727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Arial"/>
              <a:buNone/>
              <a:defRPr b="1" i="0" sz="22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47" name="Google Shape;1147;p152"/>
          <p:cNvSpPr txBox="1"/>
          <p:nvPr>
            <p:ph idx="3" type="body"/>
          </p:nvPr>
        </p:nvSpPr>
        <p:spPr>
          <a:xfrm>
            <a:off x="663027" y="2741555"/>
            <a:ext cx="3034021" cy="46166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>
            <a:lvl1pPr indent="-228600" lvl="0" marL="457200" marR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48" name="Google Shape;1148;p152"/>
          <p:cNvSpPr txBox="1"/>
          <p:nvPr>
            <p:ph idx="4" type="body"/>
          </p:nvPr>
        </p:nvSpPr>
        <p:spPr>
          <a:xfrm>
            <a:off x="663027" y="3587012"/>
            <a:ext cx="3034021" cy="46166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>
            <a:lvl1pPr indent="-228600" lvl="0" marL="457200" marR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49" name="Google Shape;1149;p152"/>
          <p:cNvSpPr txBox="1"/>
          <p:nvPr>
            <p:ph idx="5" type="body"/>
          </p:nvPr>
        </p:nvSpPr>
        <p:spPr>
          <a:xfrm>
            <a:off x="663027" y="4432469"/>
            <a:ext cx="3034021" cy="46166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>
            <a:lvl1pPr indent="-228600" lvl="0" marL="457200" marR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50" name="Google Shape;1150;p152"/>
          <p:cNvSpPr txBox="1"/>
          <p:nvPr>
            <p:ph idx="6" type="body"/>
          </p:nvPr>
        </p:nvSpPr>
        <p:spPr>
          <a:xfrm>
            <a:off x="663027" y="5277927"/>
            <a:ext cx="3034021" cy="46166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>
            <a:lvl1pPr indent="-228600" lvl="0" marL="457200" marR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51" name="Google Shape;1151;p152"/>
          <p:cNvSpPr txBox="1"/>
          <p:nvPr>
            <p:ph idx="7" type="body"/>
          </p:nvPr>
        </p:nvSpPr>
        <p:spPr>
          <a:xfrm>
            <a:off x="7357742" y="1949893"/>
            <a:ext cx="3034021" cy="3522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>
            <a:lvl1pPr indent="-228600" lvl="0" marL="457200" marR="0" rtl="0" algn="ctr">
              <a:lnSpc>
                <a:spcPct val="92727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Arial"/>
              <a:buNone/>
              <a:defRPr b="1" i="0" sz="22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52" name="Google Shape;1152;p152"/>
          <p:cNvSpPr txBox="1"/>
          <p:nvPr>
            <p:ph idx="8" type="body"/>
          </p:nvPr>
        </p:nvSpPr>
        <p:spPr>
          <a:xfrm>
            <a:off x="7357742" y="2741555"/>
            <a:ext cx="3034021" cy="46166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>
            <a:lvl1pPr indent="-228600" lvl="0" marL="457200" marR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53" name="Google Shape;1153;p152"/>
          <p:cNvSpPr txBox="1"/>
          <p:nvPr>
            <p:ph idx="9" type="body"/>
          </p:nvPr>
        </p:nvSpPr>
        <p:spPr>
          <a:xfrm>
            <a:off x="7357742" y="3587012"/>
            <a:ext cx="3034021" cy="46166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>
            <a:lvl1pPr indent="-228600" lvl="0" marL="457200" marR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54" name="Google Shape;1154;p152"/>
          <p:cNvSpPr txBox="1"/>
          <p:nvPr>
            <p:ph idx="13" type="body"/>
          </p:nvPr>
        </p:nvSpPr>
        <p:spPr>
          <a:xfrm>
            <a:off x="7357742" y="4432469"/>
            <a:ext cx="3034021" cy="46166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>
            <a:lvl1pPr indent="-228600" lvl="0" marL="457200" marR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55" name="Google Shape;1155;p152"/>
          <p:cNvSpPr txBox="1"/>
          <p:nvPr>
            <p:ph idx="14" type="body"/>
          </p:nvPr>
        </p:nvSpPr>
        <p:spPr>
          <a:xfrm>
            <a:off x="7357742" y="5277927"/>
            <a:ext cx="3034021" cy="46166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>
            <a:lvl1pPr indent="-228600" lvl="0" marL="457200" marR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56" name="Google Shape;1156;p152"/>
          <p:cNvSpPr txBox="1"/>
          <p:nvPr>
            <p:ph idx="15" type="body"/>
          </p:nvPr>
        </p:nvSpPr>
        <p:spPr>
          <a:xfrm>
            <a:off x="3994056" y="1949893"/>
            <a:ext cx="3034021" cy="3522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>
            <a:lvl1pPr indent="-228600" lvl="0" marL="457200" marR="0" rtl="0" algn="ctr">
              <a:lnSpc>
                <a:spcPct val="92727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  <a:defRPr b="1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57" name="Google Shape;1157;p152"/>
          <p:cNvSpPr txBox="1"/>
          <p:nvPr>
            <p:ph idx="16" type="body"/>
          </p:nvPr>
        </p:nvSpPr>
        <p:spPr>
          <a:xfrm>
            <a:off x="3994056" y="2756944"/>
            <a:ext cx="3034021" cy="4308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>
            <a:lvl1pPr indent="-228600" lvl="0" marL="457200" marR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  <a:defRPr b="0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58" name="Google Shape;1158;p152"/>
          <p:cNvSpPr txBox="1"/>
          <p:nvPr>
            <p:ph idx="17" type="body"/>
          </p:nvPr>
        </p:nvSpPr>
        <p:spPr>
          <a:xfrm>
            <a:off x="3994056" y="3602401"/>
            <a:ext cx="3034021" cy="4308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>
            <a:lvl1pPr indent="-228600" lvl="0" marL="457200" marR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  <a:defRPr b="0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59" name="Google Shape;1159;p152"/>
          <p:cNvSpPr txBox="1"/>
          <p:nvPr>
            <p:ph idx="18" type="body"/>
          </p:nvPr>
        </p:nvSpPr>
        <p:spPr>
          <a:xfrm>
            <a:off x="3994056" y="4447858"/>
            <a:ext cx="3034021" cy="4308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>
            <a:lvl1pPr indent="-228600" lvl="0" marL="457200" marR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  <a:defRPr b="0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60" name="Google Shape;1160;p152"/>
          <p:cNvSpPr txBox="1"/>
          <p:nvPr>
            <p:ph idx="19" type="body"/>
          </p:nvPr>
        </p:nvSpPr>
        <p:spPr>
          <a:xfrm>
            <a:off x="3994056" y="5293316"/>
            <a:ext cx="3034021" cy="4308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>
            <a:lvl1pPr indent="-228600" lvl="0" marL="457200" marR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  <a:defRPr b="0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cxnSp>
        <p:nvCxnSpPr>
          <p:cNvPr id="1161" name="Google Shape;1161;p152"/>
          <p:cNvCxnSpPr/>
          <p:nvPr/>
        </p:nvCxnSpPr>
        <p:spPr>
          <a:xfrm rot="10800000">
            <a:off x="545247" y="2536371"/>
            <a:ext cx="9971315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162" name="Google Shape;1162;p152"/>
          <p:cNvCxnSpPr/>
          <p:nvPr/>
        </p:nvCxnSpPr>
        <p:spPr>
          <a:xfrm rot="10800000">
            <a:off x="545247" y="3389085"/>
            <a:ext cx="9971315" cy="0"/>
          </a:xfrm>
          <a:prstGeom prst="straightConnector1">
            <a:avLst/>
          </a:prstGeom>
          <a:noFill/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163" name="Google Shape;1163;p152"/>
          <p:cNvCxnSpPr/>
          <p:nvPr/>
        </p:nvCxnSpPr>
        <p:spPr>
          <a:xfrm rot="10800000">
            <a:off x="545247" y="4241799"/>
            <a:ext cx="9971315" cy="0"/>
          </a:xfrm>
          <a:prstGeom prst="straightConnector1">
            <a:avLst/>
          </a:prstGeom>
          <a:noFill/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164" name="Google Shape;1164;p152"/>
          <p:cNvCxnSpPr/>
          <p:nvPr/>
        </p:nvCxnSpPr>
        <p:spPr>
          <a:xfrm rot="10800000">
            <a:off x="545247" y="5094514"/>
            <a:ext cx="9971315" cy="0"/>
          </a:xfrm>
          <a:prstGeom prst="straightConnector1">
            <a:avLst/>
          </a:prstGeom>
          <a:noFill/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165" name="Google Shape;1165;p152"/>
          <p:cNvSpPr txBox="1"/>
          <p:nvPr>
            <p:ph idx="20" type="body"/>
          </p:nvPr>
        </p:nvSpPr>
        <p:spPr>
          <a:xfrm>
            <a:off x="417525" y="835144"/>
            <a:ext cx="5335912" cy="5003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1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0_04_텍스트비교유형">
  <p:cSld name="10_04_텍스트비교유형">
    <p:spTree>
      <p:nvGrpSpPr>
        <p:cNvPr id="1166" name="Shape 1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" name="Google Shape;1167;p153"/>
          <p:cNvSpPr txBox="1"/>
          <p:nvPr>
            <p:ph idx="1" type="body"/>
          </p:nvPr>
        </p:nvSpPr>
        <p:spPr>
          <a:xfrm>
            <a:off x="417525" y="182918"/>
            <a:ext cx="5335912" cy="2605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B3B3B3"/>
              </a:buClr>
              <a:buSzPts val="1100"/>
              <a:buFont typeface="Arial"/>
              <a:buNone/>
              <a:defRPr b="1" i="0" sz="1100" u="none" cap="none" strike="noStrike">
                <a:solidFill>
                  <a:srgbClr val="B3B3B3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68" name="Google Shape;1168;p153"/>
          <p:cNvSpPr/>
          <p:nvPr/>
        </p:nvSpPr>
        <p:spPr>
          <a:xfrm>
            <a:off x="7130909" y="2145251"/>
            <a:ext cx="3013810" cy="301381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9" name="Google Shape;1169;p153"/>
          <p:cNvSpPr txBox="1"/>
          <p:nvPr>
            <p:ph idx="2" type="body"/>
          </p:nvPr>
        </p:nvSpPr>
        <p:spPr>
          <a:xfrm>
            <a:off x="7603170" y="2963922"/>
            <a:ext cx="2069287" cy="4308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>
            <a:lvl1pPr indent="-228600" lvl="0" marL="457200" marR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200"/>
              <a:buFont typeface="Arial"/>
              <a:buNone/>
              <a:defRPr b="1" i="0" sz="2200" u="none" cap="none" strike="noStrik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70" name="Google Shape;1170;p153"/>
          <p:cNvSpPr/>
          <p:nvPr/>
        </p:nvSpPr>
        <p:spPr>
          <a:xfrm>
            <a:off x="904279" y="2145251"/>
            <a:ext cx="3013810" cy="301381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1" name="Google Shape;1171;p153"/>
          <p:cNvSpPr txBox="1"/>
          <p:nvPr>
            <p:ph idx="3" type="body"/>
          </p:nvPr>
        </p:nvSpPr>
        <p:spPr>
          <a:xfrm>
            <a:off x="1376540" y="2963922"/>
            <a:ext cx="2069287" cy="4308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>
            <a:lvl1pPr indent="-228600" lvl="0" marL="457200" marR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200"/>
              <a:buFont typeface="Arial"/>
              <a:buNone/>
              <a:defRPr b="1" i="0" sz="2200" u="none" cap="none" strike="noStrik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72" name="Google Shape;1172;p153"/>
          <p:cNvSpPr txBox="1"/>
          <p:nvPr>
            <p:ph idx="4" type="body"/>
          </p:nvPr>
        </p:nvSpPr>
        <p:spPr>
          <a:xfrm>
            <a:off x="1376540" y="3523752"/>
            <a:ext cx="2069287" cy="6065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>
            <a:lvl1pPr indent="-228600" lvl="0" marL="457200" marR="0" rtl="0" algn="ctr">
              <a:lnSpc>
                <a:spcPct val="148571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73" name="Google Shape;1173;p153"/>
          <p:cNvSpPr/>
          <p:nvPr/>
        </p:nvSpPr>
        <p:spPr>
          <a:xfrm>
            <a:off x="3701144" y="1828801"/>
            <a:ext cx="3646710" cy="3646710"/>
          </a:xfrm>
          <a:prstGeom prst="ellipse">
            <a:avLst/>
          </a:prstGeom>
          <a:solidFill>
            <a:schemeClr val="accent2"/>
          </a:solidFill>
          <a:ln cap="flat" cmpd="sng" w="1905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4" name="Google Shape;1174;p153"/>
          <p:cNvSpPr txBox="1"/>
          <p:nvPr>
            <p:ph idx="5" type="body"/>
          </p:nvPr>
        </p:nvSpPr>
        <p:spPr>
          <a:xfrm>
            <a:off x="4489855" y="2799893"/>
            <a:ext cx="2069287" cy="5847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>
            <a:lvl1pPr indent="-228600" lvl="0" marL="457200" marR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Arial"/>
              <a:buNone/>
              <a:defRPr b="1" i="0" sz="32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75" name="Google Shape;1175;p153"/>
          <p:cNvSpPr txBox="1"/>
          <p:nvPr>
            <p:ph idx="6" type="body"/>
          </p:nvPr>
        </p:nvSpPr>
        <p:spPr>
          <a:xfrm>
            <a:off x="4489855" y="3480208"/>
            <a:ext cx="2069287" cy="8106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>
            <a:lvl1pPr indent="-228600" lvl="0" marL="457200" marR="0" rtl="0" algn="ctr">
              <a:lnSpc>
                <a:spcPct val="130909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Arial"/>
              <a:buNone/>
              <a:defRPr b="0" i="0" sz="22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76" name="Google Shape;1176;p153"/>
          <p:cNvSpPr txBox="1"/>
          <p:nvPr>
            <p:ph idx="7" type="body"/>
          </p:nvPr>
        </p:nvSpPr>
        <p:spPr>
          <a:xfrm>
            <a:off x="7603169" y="3523752"/>
            <a:ext cx="2069287" cy="6065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>
            <a:lvl1pPr indent="-228600" lvl="0" marL="457200" marR="0" rtl="0" algn="ctr">
              <a:lnSpc>
                <a:spcPct val="148571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77" name="Google Shape;1177;p153"/>
          <p:cNvSpPr txBox="1"/>
          <p:nvPr>
            <p:ph idx="8" type="body"/>
          </p:nvPr>
        </p:nvSpPr>
        <p:spPr>
          <a:xfrm>
            <a:off x="417525" y="835144"/>
            <a:ext cx="5335912" cy="5003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1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0_05_텍스트비교유형">
  <p:cSld name="10_05_텍스트비교유형">
    <p:spTree>
      <p:nvGrpSpPr>
        <p:cNvPr id="1178" name="Shape 1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9" name="Google Shape;1179;p154"/>
          <p:cNvSpPr txBox="1"/>
          <p:nvPr>
            <p:ph idx="1" type="body"/>
          </p:nvPr>
        </p:nvSpPr>
        <p:spPr>
          <a:xfrm>
            <a:off x="417525" y="182918"/>
            <a:ext cx="5335912" cy="2605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B3B3B3"/>
              </a:buClr>
              <a:buSzPts val="1100"/>
              <a:buFont typeface="Arial"/>
              <a:buNone/>
              <a:defRPr b="1" i="0" sz="1100" u="none" cap="none" strike="noStrike">
                <a:solidFill>
                  <a:srgbClr val="B3B3B3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80" name="Google Shape;1180;p154"/>
          <p:cNvSpPr/>
          <p:nvPr/>
        </p:nvSpPr>
        <p:spPr>
          <a:xfrm>
            <a:off x="6955973" y="922003"/>
            <a:ext cx="3646710" cy="3646710"/>
          </a:xfrm>
          <a:prstGeom prst="ellipse">
            <a:avLst/>
          </a:prstGeom>
          <a:solidFill>
            <a:schemeClr val="accent1">
              <a:alpha val="7058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1" name="Google Shape;1181;p154"/>
          <p:cNvSpPr txBox="1"/>
          <p:nvPr>
            <p:ph idx="2" type="body"/>
          </p:nvPr>
        </p:nvSpPr>
        <p:spPr>
          <a:xfrm>
            <a:off x="7527408" y="2000796"/>
            <a:ext cx="2503838" cy="5232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>
            <a:lvl1pPr indent="-228600" lvl="0" marL="457200" marR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1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82" name="Google Shape;1182;p154"/>
          <p:cNvSpPr txBox="1"/>
          <p:nvPr>
            <p:ph idx="3" type="body"/>
          </p:nvPr>
        </p:nvSpPr>
        <p:spPr>
          <a:xfrm>
            <a:off x="7527408" y="2617679"/>
            <a:ext cx="2503838" cy="8106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>
            <a:lvl1pPr indent="-228600" lvl="0" marL="457200" marR="0" rtl="0" algn="ctr">
              <a:lnSpc>
                <a:spcPct val="130909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  <a:defRPr b="0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83" name="Google Shape;1183;p154"/>
          <p:cNvSpPr/>
          <p:nvPr/>
        </p:nvSpPr>
        <p:spPr>
          <a:xfrm>
            <a:off x="3703619" y="922003"/>
            <a:ext cx="3646710" cy="3646710"/>
          </a:xfrm>
          <a:prstGeom prst="ellipse">
            <a:avLst/>
          </a:prstGeom>
          <a:solidFill>
            <a:schemeClr val="accent1">
              <a:alpha val="7058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4" name="Google Shape;1184;p154"/>
          <p:cNvSpPr txBox="1"/>
          <p:nvPr>
            <p:ph idx="4" type="body"/>
          </p:nvPr>
        </p:nvSpPr>
        <p:spPr>
          <a:xfrm>
            <a:off x="4275054" y="2000796"/>
            <a:ext cx="2503838" cy="5232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>
            <a:lvl1pPr indent="-228600" lvl="0" marL="457200" marR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1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85" name="Google Shape;1185;p154"/>
          <p:cNvSpPr txBox="1"/>
          <p:nvPr>
            <p:ph idx="5" type="body"/>
          </p:nvPr>
        </p:nvSpPr>
        <p:spPr>
          <a:xfrm>
            <a:off x="4275054" y="2617679"/>
            <a:ext cx="2503838" cy="8106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>
            <a:lvl1pPr indent="-228600" lvl="0" marL="457200" marR="0" rtl="0" algn="ctr">
              <a:lnSpc>
                <a:spcPct val="130909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  <a:defRPr b="0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86" name="Google Shape;1186;p154"/>
          <p:cNvSpPr/>
          <p:nvPr/>
        </p:nvSpPr>
        <p:spPr>
          <a:xfrm>
            <a:off x="504818" y="922003"/>
            <a:ext cx="3646710" cy="3646710"/>
          </a:xfrm>
          <a:prstGeom prst="ellipse">
            <a:avLst/>
          </a:prstGeom>
          <a:solidFill>
            <a:schemeClr val="accent1">
              <a:alpha val="7058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7" name="Google Shape;1187;p154"/>
          <p:cNvSpPr txBox="1"/>
          <p:nvPr>
            <p:ph idx="6" type="body"/>
          </p:nvPr>
        </p:nvSpPr>
        <p:spPr>
          <a:xfrm>
            <a:off x="1076253" y="2000796"/>
            <a:ext cx="2503838" cy="5232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>
            <a:lvl1pPr indent="-228600" lvl="0" marL="457200" marR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1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88" name="Google Shape;1188;p154"/>
          <p:cNvSpPr txBox="1"/>
          <p:nvPr>
            <p:ph idx="7" type="body"/>
          </p:nvPr>
        </p:nvSpPr>
        <p:spPr>
          <a:xfrm>
            <a:off x="1076253" y="2617679"/>
            <a:ext cx="2503838" cy="8106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>
            <a:lvl1pPr indent="-228600" lvl="0" marL="457200" marR="0" rtl="0" algn="ctr">
              <a:lnSpc>
                <a:spcPct val="130909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  <a:defRPr b="0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89" name="Google Shape;1189;p154"/>
          <p:cNvSpPr/>
          <p:nvPr>
            <p:ph idx="8" type="body"/>
          </p:nvPr>
        </p:nvSpPr>
        <p:spPr>
          <a:xfrm>
            <a:off x="516327" y="5139327"/>
            <a:ext cx="10003891" cy="792365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 cap="flat" cmpd="sng" w="222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None/>
              <a:defRPr b="1" i="0" sz="2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90" name="Google Shape;1190;p154"/>
          <p:cNvSpPr/>
          <p:nvPr/>
        </p:nvSpPr>
        <p:spPr>
          <a:xfrm rot="10800000">
            <a:off x="5246810" y="4687414"/>
            <a:ext cx="542924" cy="290612"/>
          </a:xfrm>
          <a:prstGeom prst="triangle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1_01_텍스트 표유형">
  <p:cSld name="11_01_텍스트 표유형">
    <p:spTree>
      <p:nvGrpSpPr>
        <p:cNvPr id="1191" name="Shape 1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2" name="Google Shape;1192;p155"/>
          <p:cNvSpPr txBox="1"/>
          <p:nvPr>
            <p:ph idx="1" type="body"/>
          </p:nvPr>
        </p:nvSpPr>
        <p:spPr>
          <a:xfrm>
            <a:off x="417525" y="182918"/>
            <a:ext cx="5335912" cy="2605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B3B3B3"/>
              </a:buClr>
              <a:buSzPts val="1100"/>
              <a:buFont typeface="Arial"/>
              <a:buNone/>
              <a:defRPr b="1" i="0" sz="1100" u="none" cap="none" strike="noStrike">
                <a:solidFill>
                  <a:srgbClr val="B3B3B3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93" name="Google Shape;1193;p155"/>
          <p:cNvSpPr txBox="1"/>
          <p:nvPr>
            <p:ph idx="2" type="body"/>
          </p:nvPr>
        </p:nvSpPr>
        <p:spPr>
          <a:xfrm>
            <a:off x="417525" y="835144"/>
            <a:ext cx="5335912" cy="5003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1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graphicFrame>
        <p:nvGraphicFramePr>
          <p:cNvPr id="1194" name="Google Shape;1194;p155"/>
          <p:cNvGraphicFramePr/>
          <p:nvPr/>
        </p:nvGraphicFramePr>
        <p:xfrm>
          <a:off x="524961" y="167202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{E82F989D-35F4-456C-9C40-42ABAFB51FC2}</a:tableStyleId>
              </a:tblPr>
              <a:tblGrid>
                <a:gridCol w="1598475"/>
                <a:gridCol w="8405925"/>
              </a:tblGrid>
              <a:tr h="710225"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ko-KR" sz="24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주제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 hMerge="1"/>
              </a:tr>
              <a:tr h="710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i="0" lang="ko-KR" sz="1600" u="none" cap="none" strike="noStrike">
                          <a:solidFill>
                            <a:schemeClr val="accen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01</a:t>
                      </a:r>
                      <a:endParaRPr b="1" i="0" sz="1600" u="none" cap="none" strike="noStrike">
                        <a:solidFill>
                          <a:schemeClr val="accen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B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857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ko-KR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표 장표는 해당 슬라이드를 복사하여, 상단 레이아웃 탭에서 수정해주세요. </a:t>
                      </a:r>
                      <a:endParaRPr b="0" i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45725" marR="91450" marL="91450" anchor="ctr">
                    <a:lnR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710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i="0" lang="ko-KR" sz="1600" u="none" cap="none" strike="noStrike">
                          <a:solidFill>
                            <a:schemeClr val="accen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02</a:t>
                      </a:r>
                      <a:endParaRPr b="1" i="0" sz="1600" u="none" cap="none" strike="noStrike">
                        <a:solidFill>
                          <a:schemeClr val="accen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857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ko-KR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표 장표는 해당 슬라이드를 복사하여, 상단 레이아웃 탭에서 수정해주세요. </a:t>
                      </a:r>
                      <a:endParaRPr b="0" i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45725" marR="91450" marL="91450" anchor="ctr">
                    <a:lnR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710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i="0" lang="ko-KR" sz="1600" u="none" cap="none" strike="noStrike">
                          <a:solidFill>
                            <a:schemeClr val="accen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03</a:t>
                      </a:r>
                      <a:endParaRPr b="1" i="0" sz="1600" u="none" cap="none" strike="noStrike">
                        <a:solidFill>
                          <a:schemeClr val="accen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857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ko-KR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표 장표는 해당 슬라이드를 복사하여, 상단 레이아웃 탭에서 수정해주세요. </a:t>
                      </a:r>
                      <a:endParaRPr b="0" i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45725" marR="91450" marL="91450" anchor="ctr">
                    <a:lnR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710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i="0" lang="ko-KR" sz="1600" u="none" cap="none" strike="noStrike">
                          <a:solidFill>
                            <a:schemeClr val="accen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04</a:t>
                      </a:r>
                      <a:endParaRPr b="1" i="0" sz="1600" u="none" cap="none" strike="noStrike">
                        <a:solidFill>
                          <a:schemeClr val="accen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857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ko-KR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표 장표는 해당 슬라이드를 복사하여, 상단 레이아웃 탭에서 수정해주세요. </a:t>
                      </a:r>
                      <a:endParaRPr b="0" i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45725" marR="91450" marL="91450" anchor="ctr">
                    <a:lnR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710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i="0" lang="ko-KR" sz="1600" u="none" cap="none" strike="noStrike">
                          <a:solidFill>
                            <a:schemeClr val="accen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05</a:t>
                      </a:r>
                      <a:endParaRPr b="1" i="0" sz="1600" u="none" cap="none" strike="noStrike">
                        <a:solidFill>
                          <a:schemeClr val="accen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857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ko-KR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표 장표는 해당 슬라이드를 복사하여, 상단 레이아웃 탭에서 수정해주세요. </a:t>
                      </a:r>
                      <a:endParaRPr b="0" i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45725" marR="91450" marL="91450" anchor="ctr">
                    <a:lnR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1_02_텍스트 표유형">
  <p:cSld name="11_02_텍스트 표유형">
    <p:spTree>
      <p:nvGrpSpPr>
        <p:cNvPr id="1195" name="Shape 1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6" name="Google Shape;1196;p156"/>
          <p:cNvSpPr txBox="1"/>
          <p:nvPr>
            <p:ph idx="1" type="body"/>
          </p:nvPr>
        </p:nvSpPr>
        <p:spPr>
          <a:xfrm>
            <a:off x="417525" y="182918"/>
            <a:ext cx="5335912" cy="2605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B3B3B3"/>
              </a:buClr>
              <a:buSzPts val="1100"/>
              <a:buFont typeface="Arial"/>
              <a:buNone/>
              <a:defRPr b="1" i="0" sz="1100" u="none" cap="none" strike="noStrike">
                <a:solidFill>
                  <a:srgbClr val="B3B3B3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97" name="Google Shape;1197;p156"/>
          <p:cNvSpPr txBox="1"/>
          <p:nvPr>
            <p:ph idx="2" type="body"/>
          </p:nvPr>
        </p:nvSpPr>
        <p:spPr>
          <a:xfrm>
            <a:off x="417525" y="835144"/>
            <a:ext cx="5335912" cy="5003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1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graphicFrame>
        <p:nvGraphicFramePr>
          <p:cNvPr id="1198" name="Google Shape;1198;p156"/>
          <p:cNvGraphicFramePr/>
          <p:nvPr/>
        </p:nvGraphicFramePr>
        <p:xfrm>
          <a:off x="524961" y="167202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{E82F989D-35F4-456C-9C40-42ABAFB51FC2}</a:tableStyleId>
              </a:tblPr>
              <a:tblGrid>
                <a:gridCol w="1598475"/>
                <a:gridCol w="4202950"/>
                <a:gridCol w="4202950"/>
              </a:tblGrid>
              <a:tr h="854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i="0" lang="ko-KR" sz="2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비교 A</a:t>
                      </a:r>
                      <a:endParaRPr b="1" i="0" sz="2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B4C5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1" i="0" lang="ko-KR" sz="2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비교 B</a:t>
                      </a:r>
                      <a:endParaRPr b="1" i="0" sz="2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FB4C5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854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b="1" i="0" lang="ko-KR" sz="2200" u="none" cap="none" strike="noStrike">
                          <a:solidFill>
                            <a:schemeClr val="accen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01</a:t>
                      </a:r>
                      <a:endParaRPr b="1" i="0" sz="2200" u="none" cap="none" strike="noStrike">
                        <a:solidFill>
                          <a:schemeClr val="accen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B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ko-KR" sz="16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O</a:t>
                      </a:r>
                      <a:endParaRPr b="0" i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R cap="flat" cmpd="sng" w="12700">
                      <a:solidFill>
                        <a:srgbClr val="FFB4C5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ko-KR" sz="16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FB4C5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854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b="1" i="0" lang="ko-KR" sz="2200" u="none" cap="none" strike="noStrike">
                          <a:solidFill>
                            <a:schemeClr val="accen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02</a:t>
                      </a:r>
                      <a:endParaRPr b="1" i="0" sz="2200" u="none" cap="none" strike="noStrike">
                        <a:solidFill>
                          <a:schemeClr val="accen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ko-KR" sz="16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O</a:t>
                      </a:r>
                      <a:endParaRPr b="0" i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R cap="flat" cmpd="sng" w="12700">
                      <a:solidFill>
                        <a:srgbClr val="FFB4C5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ko-KR" sz="16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FB4C5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854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b="1" i="0" lang="ko-KR" sz="2200" u="none" cap="none" strike="noStrike">
                          <a:solidFill>
                            <a:schemeClr val="accen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03</a:t>
                      </a:r>
                      <a:endParaRPr b="1" i="0" sz="2200" u="none" cap="none" strike="noStrike">
                        <a:solidFill>
                          <a:schemeClr val="accen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ko-KR" sz="16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O</a:t>
                      </a:r>
                      <a:endParaRPr b="0" i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R cap="flat" cmpd="sng" w="12700">
                      <a:solidFill>
                        <a:srgbClr val="FFB4C5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ko-KR" sz="16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FB4C5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854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b="1" i="0" lang="ko-KR" sz="2200" u="none" cap="none" strike="noStrike">
                          <a:solidFill>
                            <a:schemeClr val="accen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04</a:t>
                      </a:r>
                      <a:endParaRPr b="1" i="0" sz="2200" u="none" cap="none" strike="noStrike">
                        <a:solidFill>
                          <a:schemeClr val="accen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ko-KR" sz="16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O</a:t>
                      </a:r>
                      <a:endParaRPr b="0" i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R cap="flat" cmpd="sng" w="12700">
                      <a:solidFill>
                        <a:srgbClr val="FFB4C5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ko-KR" sz="16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FB4C5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1_03_텍스트 표유형">
  <p:cSld name="11_03_텍스트 표유형">
    <p:spTree>
      <p:nvGrpSpPr>
        <p:cNvPr id="1199" name="Shape 1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0" name="Google Shape;1200;p157"/>
          <p:cNvSpPr txBox="1"/>
          <p:nvPr>
            <p:ph idx="1" type="body"/>
          </p:nvPr>
        </p:nvSpPr>
        <p:spPr>
          <a:xfrm>
            <a:off x="417525" y="182918"/>
            <a:ext cx="5335912" cy="2605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B3B3B3"/>
              </a:buClr>
              <a:buSzPts val="1100"/>
              <a:buFont typeface="Arial"/>
              <a:buNone/>
              <a:defRPr b="1" i="0" sz="1100" u="none" cap="none" strike="noStrike">
                <a:solidFill>
                  <a:srgbClr val="B3B3B3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01" name="Google Shape;1201;p157"/>
          <p:cNvSpPr txBox="1"/>
          <p:nvPr>
            <p:ph idx="2" type="body"/>
          </p:nvPr>
        </p:nvSpPr>
        <p:spPr>
          <a:xfrm>
            <a:off x="417525" y="835144"/>
            <a:ext cx="5335912" cy="5003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1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graphicFrame>
        <p:nvGraphicFramePr>
          <p:cNvPr id="1202" name="Google Shape;1202;p157"/>
          <p:cNvGraphicFramePr/>
          <p:nvPr/>
        </p:nvGraphicFramePr>
        <p:xfrm>
          <a:off x="524961" y="167202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{E82F989D-35F4-456C-9C40-42ABAFB51FC2}</a:tableStyleId>
              </a:tblPr>
              <a:tblGrid>
                <a:gridCol w="1125600"/>
                <a:gridCol w="2959600"/>
                <a:gridCol w="2959600"/>
                <a:gridCol w="2959600"/>
              </a:tblGrid>
              <a:tr h="854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i="0" lang="ko-KR" sz="2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비교 A</a:t>
                      </a:r>
                      <a:endParaRPr b="1" i="0" sz="2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B4C5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1" i="0" lang="ko-KR" sz="2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비교 B</a:t>
                      </a:r>
                      <a:endParaRPr b="1" i="0" sz="2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FB4C5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B4C5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1" i="0" lang="ko-KR" sz="2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비교 C</a:t>
                      </a:r>
                      <a:endParaRPr b="1" i="0" sz="2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FB4C5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854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b="1" i="0" lang="ko-KR" sz="2200" u="none" cap="none" strike="noStrike">
                          <a:solidFill>
                            <a:schemeClr val="accen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01</a:t>
                      </a:r>
                      <a:endParaRPr b="1" i="0" sz="2200" u="none" cap="none" strike="noStrike">
                        <a:solidFill>
                          <a:schemeClr val="accen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B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ko-KR" sz="16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O</a:t>
                      </a:r>
                      <a:endParaRPr b="0" i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R cap="flat" cmpd="sng" w="12700">
                      <a:solidFill>
                        <a:srgbClr val="FFB4C5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ko-KR" sz="16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O</a:t>
                      </a:r>
                      <a:endParaRPr b="0" i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FB4C5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B4C5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ko-KR" sz="16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FB4C5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854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b="1" i="0" lang="ko-KR" sz="2200" u="none" cap="none" strike="noStrike">
                          <a:solidFill>
                            <a:schemeClr val="accen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02</a:t>
                      </a:r>
                      <a:endParaRPr b="1" i="0" sz="2200" u="none" cap="none" strike="noStrike">
                        <a:solidFill>
                          <a:schemeClr val="accen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ko-KR" sz="16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O</a:t>
                      </a:r>
                      <a:endParaRPr b="0" i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R cap="flat" cmpd="sng" w="12700">
                      <a:solidFill>
                        <a:srgbClr val="FFB4C5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ko-KR" sz="16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O</a:t>
                      </a:r>
                      <a:endParaRPr b="0" i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FB4C5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B4C5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ko-KR" sz="16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FB4C5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854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b="1" i="0" lang="ko-KR" sz="2200" u="none" cap="none" strike="noStrike">
                          <a:solidFill>
                            <a:schemeClr val="accen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03</a:t>
                      </a:r>
                      <a:endParaRPr b="1" i="0" sz="2200" u="none" cap="none" strike="noStrike">
                        <a:solidFill>
                          <a:schemeClr val="accen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ko-KR" sz="16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O</a:t>
                      </a:r>
                      <a:endParaRPr b="0" i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R cap="flat" cmpd="sng" w="12700">
                      <a:solidFill>
                        <a:srgbClr val="FFB4C5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ko-KR" sz="16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FB4C5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B4C5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ko-KR" sz="16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FB4C5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854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b="1" i="0" lang="ko-KR" sz="2200" u="none" cap="none" strike="noStrike">
                          <a:solidFill>
                            <a:schemeClr val="accen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04</a:t>
                      </a:r>
                      <a:endParaRPr b="1" i="0" sz="2200" u="none" cap="none" strike="noStrike">
                        <a:solidFill>
                          <a:schemeClr val="accen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ko-KR" sz="16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O</a:t>
                      </a:r>
                      <a:endParaRPr b="0" i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R cap="flat" cmpd="sng" w="12700">
                      <a:solidFill>
                        <a:srgbClr val="FFB4C5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ko-KR" sz="16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FB4C5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B4C5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ko-KR" sz="16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FB4C5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2_04_텍스트 표유형">
  <p:cSld name="12_04_텍스트 표유형">
    <p:spTree>
      <p:nvGrpSpPr>
        <p:cNvPr id="1203" name="Shape 1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04" name="Google Shape;1204;p158"/>
          <p:cNvGraphicFramePr/>
          <p:nvPr/>
        </p:nvGraphicFramePr>
        <p:xfrm>
          <a:off x="504818" y="161771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{E82F989D-35F4-456C-9C40-42ABAFB51FC2}</a:tableStyleId>
              </a:tblPr>
              <a:tblGrid>
                <a:gridCol w="1999100"/>
                <a:gridCol w="8033700"/>
              </a:tblGrid>
              <a:tr h="10801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857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i="0" lang="ko-KR" sz="1400" u="none" cap="none" strike="noStrike">
                          <a:solidFill>
                            <a:schemeClr val="accen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01</a:t>
                      </a:r>
                      <a:br>
                        <a:rPr b="1" i="0" lang="ko-KR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b="1" i="0" lang="ko-KR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주제를</a:t>
                      </a:r>
                      <a:br>
                        <a:rPr b="1" i="0" lang="ko-KR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b="1" i="0" lang="ko-KR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입력해주세요</a:t>
                      </a:r>
                      <a:endParaRPr sz="1400" u="none" cap="none" strike="noStrike"/>
                    </a:p>
                  </a:txBody>
                  <a:tcPr marT="45725" marB="45725" marR="91450" marL="1800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-134938" lvl="0" marL="363538" marR="0" rtl="0" algn="l">
                        <a:lnSpc>
                          <a:spcPct val="15230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Char char="•"/>
                      </a:pPr>
                      <a:r>
                        <a:rPr b="0" i="0" lang="ko-KR" sz="13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표 장표는 해당 슬라이드를 복사하여, 상단 레이아웃 탭에서 수정해주세요. 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0801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857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400"/>
                        <a:buFont typeface="Arial"/>
                        <a:buNone/>
                      </a:pPr>
                      <a:r>
                        <a:rPr b="1" i="0" lang="ko-KR" sz="1400" u="none" cap="none" strike="noStrike">
                          <a:solidFill>
                            <a:schemeClr val="accen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02</a:t>
                      </a:r>
                      <a:br>
                        <a:rPr b="1" i="0" lang="ko-KR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b="1" i="0" lang="ko-KR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주제를</a:t>
                      </a:r>
                      <a:br>
                        <a:rPr b="1" i="0" lang="ko-KR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b="1" i="0" lang="ko-KR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입력해주세요</a:t>
                      </a:r>
                      <a:endParaRPr sz="1400" u="none" cap="none" strike="noStrike"/>
                    </a:p>
                  </a:txBody>
                  <a:tcPr marT="45725" marB="45725" marR="91450" marL="1800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-134938" lvl="0" marL="363538" marR="0" rtl="0" algn="l">
                        <a:lnSpc>
                          <a:spcPct val="15230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Char char="•"/>
                      </a:pPr>
                      <a:r>
                        <a:rPr b="0" i="0" lang="ko-KR" sz="13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표 장표는 해당 슬라이드를 복사하여, 상단 레이아웃 탭에서 수정해주세요. 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</a:tr>
              <a:tr h="10801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857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400"/>
                        <a:buFont typeface="Arial"/>
                        <a:buNone/>
                      </a:pPr>
                      <a:r>
                        <a:rPr b="1" i="0" lang="ko-KR" sz="1400" u="none" cap="none" strike="noStrike">
                          <a:solidFill>
                            <a:schemeClr val="accen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03</a:t>
                      </a:r>
                      <a:br>
                        <a:rPr b="1" i="0" lang="ko-KR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b="1" i="0" lang="ko-KR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주제를</a:t>
                      </a:r>
                      <a:br>
                        <a:rPr b="1" i="0" lang="ko-KR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b="1" i="0" lang="ko-KR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입력해주세요</a:t>
                      </a:r>
                      <a:endParaRPr sz="1400" u="none" cap="none" strike="noStrike"/>
                    </a:p>
                  </a:txBody>
                  <a:tcPr marT="45725" marB="45725" marR="91450" marL="1800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-134938" lvl="0" marL="363538" marR="0" rtl="0" algn="l">
                        <a:lnSpc>
                          <a:spcPct val="15230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Char char="•"/>
                      </a:pPr>
                      <a:r>
                        <a:rPr b="0" i="0" lang="ko-KR" sz="13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표 장표는 해당 슬라이드를 복사하여, 상단 레이아웃 탭에서 수정해주세요. 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0801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857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400"/>
                        <a:buFont typeface="Arial"/>
                        <a:buNone/>
                      </a:pPr>
                      <a:r>
                        <a:rPr b="1" i="0" lang="ko-KR" sz="1400" u="none" cap="none" strike="noStrike">
                          <a:solidFill>
                            <a:schemeClr val="accen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04</a:t>
                      </a:r>
                      <a:br>
                        <a:rPr b="1" i="0" lang="ko-KR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b="1" i="0" lang="ko-KR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주제를</a:t>
                      </a:r>
                      <a:br>
                        <a:rPr b="1" i="0" lang="ko-KR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b="1" i="0" lang="ko-KR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입력해주세요</a:t>
                      </a:r>
                      <a:endParaRPr sz="1400" u="none" cap="none" strike="noStrike"/>
                    </a:p>
                  </a:txBody>
                  <a:tcPr marT="45725" marB="45725" marR="91450" marL="1800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-134938" lvl="0" marL="363538" marR="0" rtl="0" algn="l">
                        <a:lnSpc>
                          <a:spcPct val="15230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Char char="•"/>
                      </a:pPr>
                      <a:r>
                        <a:rPr b="0" i="0" lang="ko-KR" sz="13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표 장표는 해당 슬라이드를 복사하여, 상단 레이아웃 탭에서 수정해주세요. 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</a:tr>
            </a:tbl>
          </a:graphicData>
        </a:graphic>
      </p:graphicFrame>
      <p:sp>
        <p:nvSpPr>
          <p:cNvPr id="1205" name="Google Shape;1205;p158"/>
          <p:cNvSpPr txBox="1"/>
          <p:nvPr>
            <p:ph idx="1" type="body"/>
          </p:nvPr>
        </p:nvSpPr>
        <p:spPr>
          <a:xfrm>
            <a:off x="417525" y="182918"/>
            <a:ext cx="5335912" cy="2605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B3B3B3"/>
              </a:buClr>
              <a:buSzPts val="1100"/>
              <a:buFont typeface="Arial"/>
              <a:buNone/>
              <a:defRPr b="1" i="0" sz="1100" u="none" cap="none" strike="noStrike">
                <a:solidFill>
                  <a:srgbClr val="B3B3B3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06" name="Google Shape;1206;p158"/>
          <p:cNvSpPr txBox="1"/>
          <p:nvPr>
            <p:ph idx="2" type="body"/>
          </p:nvPr>
        </p:nvSpPr>
        <p:spPr>
          <a:xfrm>
            <a:off x="675510" y="10578983"/>
            <a:ext cx="1407156" cy="25436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07" name="Google Shape;1207;p158"/>
          <p:cNvSpPr txBox="1"/>
          <p:nvPr>
            <p:ph idx="3" type="body"/>
          </p:nvPr>
        </p:nvSpPr>
        <p:spPr>
          <a:xfrm>
            <a:off x="675510" y="10872404"/>
            <a:ext cx="1407156" cy="5103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noAutofit/>
          </a:bodyPr>
          <a:lstStyle>
            <a:lvl1pPr indent="-228600" lvl="0" marL="457200" marR="0" rtl="0" algn="l">
              <a:lnSpc>
                <a:spcPct val="134285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08" name="Google Shape;1208;p158"/>
          <p:cNvSpPr txBox="1"/>
          <p:nvPr>
            <p:ph idx="4" type="body"/>
          </p:nvPr>
        </p:nvSpPr>
        <p:spPr>
          <a:xfrm>
            <a:off x="2705095" y="10578983"/>
            <a:ext cx="7495348" cy="8149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311150" lvl="0" marL="457200" marR="0" rtl="0" algn="l">
              <a:lnSpc>
                <a:spcPct val="90769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09" name="Google Shape;1209;p158"/>
          <p:cNvSpPr txBox="1"/>
          <p:nvPr>
            <p:ph idx="5" type="body"/>
          </p:nvPr>
        </p:nvSpPr>
        <p:spPr>
          <a:xfrm>
            <a:off x="417525" y="835144"/>
            <a:ext cx="5335912" cy="5003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1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3_04_텍스트 표유형">
  <p:cSld name="13_04_텍스트 표유형">
    <p:spTree>
      <p:nvGrpSpPr>
        <p:cNvPr id="1210" name="Shape 1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11" name="Google Shape;1211;p159"/>
          <p:cNvGraphicFramePr/>
          <p:nvPr/>
        </p:nvGraphicFramePr>
        <p:xfrm>
          <a:off x="504814" y="161771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{E82F989D-35F4-456C-9C40-42ABAFB51FC2}</a:tableStyleId>
              </a:tblPr>
              <a:tblGrid>
                <a:gridCol w="1996650"/>
                <a:gridCol w="5749150"/>
                <a:gridCol w="2287000"/>
              </a:tblGrid>
              <a:tr h="10801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857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i="0" lang="ko-KR" sz="1400" u="none" cap="none" strike="noStrike">
                          <a:solidFill>
                            <a:schemeClr val="accen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01</a:t>
                      </a:r>
                      <a:br>
                        <a:rPr b="1" i="0" lang="ko-KR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b="1" i="0" lang="ko-KR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주제를</a:t>
                      </a:r>
                      <a:br>
                        <a:rPr b="1" i="0" lang="ko-KR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b="1" i="0" lang="ko-KR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입력해주세요</a:t>
                      </a:r>
                      <a:endParaRPr sz="1400" u="none" cap="none" strike="noStrike"/>
                    </a:p>
                  </a:txBody>
                  <a:tcPr marT="45725" marB="45725" marR="91450" marL="1800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-134938" lvl="0" marL="363538" marR="0" rtl="0" algn="l">
                        <a:lnSpc>
                          <a:spcPct val="15230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Char char="•"/>
                      </a:pPr>
                      <a:r>
                        <a:rPr b="0" i="0" lang="ko-KR" sz="13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표 장표는 해당 슬라이드를 복사하여, 상단 레이아웃 탭에서 수정해주세요. 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-134937" lvl="0" marL="269875" marR="0" rtl="0" algn="l">
                        <a:lnSpc>
                          <a:spcPct val="14363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C9C9C"/>
                        </a:buClr>
                        <a:buSzPts val="1100"/>
                        <a:buFont typeface="Arial"/>
                        <a:buChar char="•"/>
                      </a:pPr>
                      <a:r>
                        <a:rPr b="0" i="0" lang="ko-KR" sz="1100" u="none" cap="none" strike="noStrike">
                          <a:solidFill>
                            <a:srgbClr val="9C9C9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내용을 입력해주세요</a:t>
                      </a:r>
                      <a:endParaRPr b="0" i="0" sz="1100" u="none" cap="none" strike="noStrike">
                        <a:solidFill>
                          <a:srgbClr val="9C9C9C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134937" lvl="0" marL="269875" marR="0" rtl="0" algn="l">
                        <a:lnSpc>
                          <a:spcPct val="143636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rgbClr val="9C9C9C"/>
                        </a:buClr>
                        <a:buSzPts val="1100"/>
                        <a:buFont typeface="Arial"/>
                        <a:buChar char="•"/>
                      </a:pPr>
                      <a:r>
                        <a:rPr b="0" i="0" lang="ko-KR" sz="1100" u="none" cap="none" strike="noStrike">
                          <a:solidFill>
                            <a:srgbClr val="9C9C9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내용을 입력해주세요</a:t>
                      </a:r>
                      <a:endParaRPr b="0" i="0" sz="1100" u="none" cap="none" strike="noStrike">
                        <a:solidFill>
                          <a:srgbClr val="9C9C9C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134937" lvl="0" marL="269875" marR="0" rtl="0" algn="l">
                        <a:lnSpc>
                          <a:spcPct val="143636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rgbClr val="9C9C9C"/>
                        </a:buClr>
                        <a:buSzPts val="1100"/>
                        <a:buFont typeface="Arial"/>
                        <a:buChar char="•"/>
                      </a:pPr>
                      <a:r>
                        <a:rPr b="0" i="0" lang="ko-KR" sz="1100" u="none" cap="none" strike="noStrike">
                          <a:solidFill>
                            <a:srgbClr val="9C9C9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내용을 입력해주세요</a:t>
                      </a:r>
                      <a:endParaRPr b="0" i="0" sz="1100" u="none" cap="none" strike="noStrike">
                        <a:solidFill>
                          <a:srgbClr val="9C9C9C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0801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857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400"/>
                        <a:buFont typeface="Arial"/>
                        <a:buNone/>
                      </a:pPr>
                      <a:r>
                        <a:rPr b="1" i="0" lang="ko-KR" sz="1400" u="none" cap="none" strike="noStrike">
                          <a:solidFill>
                            <a:schemeClr val="accen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02</a:t>
                      </a:r>
                      <a:br>
                        <a:rPr b="1" i="0" lang="ko-KR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b="1" i="0" lang="ko-KR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주제를</a:t>
                      </a:r>
                      <a:br>
                        <a:rPr b="1" i="0" lang="ko-KR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b="1" i="0" lang="ko-KR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입력해주세요</a:t>
                      </a:r>
                      <a:endParaRPr sz="1400" u="none" cap="none" strike="noStrike"/>
                    </a:p>
                  </a:txBody>
                  <a:tcPr marT="45725" marB="45725" marR="91450" marL="1800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-134938" lvl="0" marL="363538" marR="0" rtl="0" algn="l">
                        <a:lnSpc>
                          <a:spcPct val="15230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Char char="•"/>
                      </a:pPr>
                      <a:r>
                        <a:rPr b="0" i="0" lang="ko-KR" sz="13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표 장표는 해당 슬라이드를 복사하여, 상단 레이아웃 탭에서 수정해주세요. 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-134937" lvl="0" marL="269875" marR="0" rtl="0" algn="l">
                        <a:lnSpc>
                          <a:spcPct val="14363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C9C9C"/>
                        </a:buClr>
                        <a:buSzPts val="1100"/>
                        <a:buFont typeface="Arial"/>
                        <a:buChar char="•"/>
                      </a:pPr>
                      <a:r>
                        <a:rPr b="0" i="0" lang="ko-KR" sz="1100" u="none" cap="none" strike="noStrike">
                          <a:solidFill>
                            <a:srgbClr val="9C9C9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내용을 입력해주세요</a:t>
                      </a:r>
                      <a:endParaRPr b="0" i="0" sz="1100" u="none" cap="none" strike="noStrike">
                        <a:solidFill>
                          <a:srgbClr val="9C9C9C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134937" lvl="0" marL="269875" marR="0" rtl="0" algn="l">
                        <a:lnSpc>
                          <a:spcPct val="143636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rgbClr val="9C9C9C"/>
                        </a:buClr>
                        <a:buSzPts val="1100"/>
                        <a:buFont typeface="Arial"/>
                        <a:buChar char="•"/>
                      </a:pPr>
                      <a:r>
                        <a:rPr b="0" i="0" lang="ko-KR" sz="1100" u="none" cap="none" strike="noStrike">
                          <a:solidFill>
                            <a:srgbClr val="9C9C9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내용을 입력해주세요</a:t>
                      </a:r>
                      <a:endParaRPr b="0" i="0" sz="1100" u="none" cap="none" strike="noStrike">
                        <a:solidFill>
                          <a:srgbClr val="9C9C9C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134937" lvl="0" marL="269875" marR="0" rtl="0" algn="l">
                        <a:lnSpc>
                          <a:spcPct val="143636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rgbClr val="9C9C9C"/>
                        </a:buClr>
                        <a:buSzPts val="1100"/>
                        <a:buFont typeface="Arial"/>
                        <a:buChar char="•"/>
                      </a:pPr>
                      <a:r>
                        <a:rPr b="0" i="0" lang="ko-KR" sz="1100" u="none" cap="none" strike="noStrike">
                          <a:solidFill>
                            <a:srgbClr val="9C9C9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내용을 입력해주세요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</a:tr>
              <a:tr h="10801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857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400"/>
                        <a:buFont typeface="Arial"/>
                        <a:buNone/>
                      </a:pPr>
                      <a:r>
                        <a:rPr b="1" i="0" lang="ko-KR" sz="1400" u="none" cap="none" strike="noStrike">
                          <a:solidFill>
                            <a:schemeClr val="accen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03</a:t>
                      </a:r>
                      <a:br>
                        <a:rPr b="1" i="0" lang="ko-KR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b="1" i="0" lang="ko-KR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주제를</a:t>
                      </a:r>
                      <a:br>
                        <a:rPr b="1" i="0" lang="ko-KR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b="1" i="0" lang="ko-KR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입력해주세요</a:t>
                      </a:r>
                      <a:endParaRPr sz="1400" u="none" cap="none" strike="noStrike"/>
                    </a:p>
                  </a:txBody>
                  <a:tcPr marT="45725" marB="45725" marR="91450" marL="1800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-134938" lvl="0" marL="363538" marR="0" rtl="0" algn="l">
                        <a:lnSpc>
                          <a:spcPct val="15230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Char char="•"/>
                      </a:pPr>
                      <a:r>
                        <a:rPr b="0" i="0" lang="ko-KR" sz="13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표 장표는 해당 슬라이드를 복사하여, 상단 레이아웃 탭에서 수정해주세요. 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-134937" lvl="0" marL="269875" marR="0" rtl="0" algn="l">
                        <a:lnSpc>
                          <a:spcPct val="14363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C9C9C"/>
                        </a:buClr>
                        <a:buSzPts val="1100"/>
                        <a:buFont typeface="Arial"/>
                        <a:buChar char="•"/>
                      </a:pPr>
                      <a:r>
                        <a:rPr b="0" i="0" lang="ko-KR" sz="1100" u="none" cap="none" strike="noStrike">
                          <a:solidFill>
                            <a:srgbClr val="9C9C9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내용을 입력해주세요</a:t>
                      </a:r>
                      <a:endParaRPr b="0" i="0" sz="1100" u="none" cap="none" strike="noStrike">
                        <a:solidFill>
                          <a:srgbClr val="9C9C9C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134937" lvl="0" marL="269875" marR="0" rtl="0" algn="l">
                        <a:lnSpc>
                          <a:spcPct val="143636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rgbClr val="9C9C9C"/>
                        </a:buClr>
                        <a:buSzPts val="1100"/>
                        <a:buFont typeface="Arial"/>
                        <a:buChar char="•"/>
                      </a:pPr>
                      <a:r>
                        <a:rPr b="0" i="0" lang="ko-KR" sz="1100" u="none" cap="none" strike="noStrike">
                          <a:solidFill>
                            <a:srgbClr val="9C9C9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내용을 입력해주세요</a:t>
                      </a:r>
                      <a:endParaRPr b="0" i="0" sz="1100" u="none" cap="none" strike="noStrike">
                        <a:solidFill>
                          <a:srgbClr val="9C9C9C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134937" lvl="0" marL="269875" marR="0" rtl="0" algn="l">
                        <a:lnSpc>
                          <a:spcPct val="143636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rgbClr val="9C9C9C"/>
                        </a:buClr>
                        <a:buSzPts val="1100"/>
                        <a:buFont typeface="Arial"/>
                        <a:buChar char="•"/>
                      </a:pPr>
                      <a:r>
                        <a:rPr b="0" i="0" lang="ko-KR" sz="1100" u="none" cap="none" strike="noStrike">
                          <a:solidFill>
                            <a:srgbClr val="9C9C9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내용을 입력해주세요</a:t>
                      </a:r>
                      <a:endParaRPr b="0" i="0" sz="1100" u="none" cap="none" strike="noStrike">
                        <a:solidFill>
                          <a:srgbClr val="9C9C9C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0801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857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400"/>
                        <a:buFont typeface="Arial"/>
                        <a:buNone/>
                      </a:pPr>
                      <a:r>
                        <a:rPr b="1" i="0" lang="ko-KR" sz="1400" u="none" cap="none" strike="noStrike">
                          <a:solidFill>
                            <a:schemeClr val="accen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04</a:t>
                      </a:r>
                      <a:br>
                        <a:rPr b="1" i="0" lang="ko-KR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b="1" i="0" lang="ko-KR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주제를</a:t>
                      </a:r>
                      <a:br>
                        <a:rPr b="1" i="0" lang="ko-KR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b="1" i="0" lang="ko-KR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입력해주세요</a:t>
                      </a:r>
                      <a:endParaRPr sz="1400" u="none" cap="none" strike="noStrike"/>
                    </a:p>
                  </a:txBody>
                  <a:tcPr marT="45725" marB="45725" marR="91450" marL="1800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-134938" lvl="0" marL="363538" marR="0" rtl="0" algn="l">
                        <a:lnSpc>
                          <a:spcPct val="15230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Char char="•"/>
                      </a:pPr>
                      <a:r>
                        <a:rPr b="0" i="0" lang="ko-KR" sz="13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표 장표는 해당 슬라이드를 복사하여, 상단 레이아웃 탭에서 수정해주세요. 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-134937" lvl="0" marL="269875" marR="0" rtl="0" algn="l">
                        <a:lnSpc>
                          <a:spcPct val="14363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C9C9C"/>
                        </a:buClr>
                        <a:buSzPts val="1100"/>
                        <a:buFont typeface="Arial"/>
                        <a:buChar char="•"/>
                      </a:pPr>
                      <a:r>
                        <a:rPr b="0" i="0" lang="ko-KR" sz="1100" u="none" cap="none" strike="noStrike">
                          <a:solidFill>
                            <a:srgbClr val="9C9C9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내용을 입력해주세요</a:t>
                      </a:r>
                      <a:endParaRPr b="0" i="0" sz="1100" u="none" cap="none" strike="noStrike">
                        <a:solidFill>
                          <a:srgbClr val="9C9C9C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134937" lvl="0" marL="269875" marR="0" rtl="0" algn="l">
                        <a:lnSpc>
                          <a:spcPct val="143636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rgbClr val="9C9C9C"/>
                        </a:buClr>
                        <a:buSzPts val="1100"/>
                        <a:buFont typeface="Arial"/>
                        <a:buChar char="•"/>
                      </a:pPr>
                      <a:r>
                        <a:rPr b="0" i="0" lang="ko-KR" sz="1100" u="none" cap="none" strike="noStrike">
                          <a:solidFill>
                            <a:srgbClr val="9C9C9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내용을 입력해주세요</a:t>
                      </a:r>
                      <a:endParaRPr b="0" i="0" sz="1100" u="none" cap="none" strike="noStrike">
                        <a:solidFill>
                          <a:srgbClr val="9C9C9C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134937" lvl="0" marL="269875" marR="0" rtl="0" algn="l">
                        <a:lnSpc>
                          <a:spcPct val="143636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rgbClr val="9C9C9C"/>
                        </a:buClr>
                        <a:buSzPts val="1100"/>
                        <a:buFont typeface="Arial"/>
                        <a:buChar char="•"/>
                      </a:pPr>
                      <a:r>
                        <a:rPr b="0" i="0" lang="ko-KR" sz="1100" u="none" cap="none" strike="noStrike">
                          <a:solidFill>
                            <a:srgbClr val="9C9C9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내용을 입력해주세요</a:t>
                      </a:r>
                      <a:endParaRPr b="0" i="0" sz="1100" u="none" cap="none" strike="noStrike">
                        <a:solidFill>
                          <a:srgbClr val="9C9C9C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</a:tr>
            </a:tbl>
          </a:graphicData>
        </a:graphic>
      </p:graphicFrame>
      <p:sp>
        <p:nvSpPr>
          <p:cNvPr id="1212" name="Google Shape;1212;p159"/>
          <p:cNvSpPr txBox="1"/>
          <p:nvPr>
            <p:ph idx="1" type="body"/>
          </p:nvPr>
        </p:nvSpPr>
        <p:spPr>
          <a:xfrm>
            <a:off x="417525" y="182918"/>
            <a:ext cx="5335912" cy="2605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B3B3B3"/>
              </a:buClr>
              <a:buSzPts val="1100"/>
              <a:buFont typeface="Arial"/>
              <a:buNone/>
              <a:defRPr b="1" i="0" sz="1100" u="none" cap="none" strike="noStrike">
                <a:solidFill>
                  <a:srgbClr val="B3B3B3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13" name="Google Shape;1213;p159"/>
          <p:cNvSpPr txBox="1"/>
          <p:nvPr>
            <p:ph idx="2" type="body"/>
          </p:nvPr>
        </p:nvSpPr>
        <p:spPr>
          <a:xfrm>
            <a:off x="417525" y="835144"/>
            <a:ext cx="5335912" cy="5003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1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1_06_텍스트 표유형">
  <p:cSld name="11_06_텍스트 표유형">
    <p:spTree>
      <p:nvGrpSpPr>
        <p:cNvPr id="1214" name="Shape 1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5" name="Google Shape;1215;p160"/>
          <p:cNvSpPr txBox="1"/>
          <p:nvPr>
            <p:ph idx="1" type="body"/>
          </p:nvPr>
        </p:nvSpPr>
        <p:spPr>
          <a:xfrm>
            <a:off x="417525" y="182918"/>
            <a:ext cx="5335912" cy="2605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B3B3B3"/>
              </a:buClr>
              <a:buSzPts val="1100"/>
              <a:buFont typeface="Arial"/>
              <a:buNone/>
              <a:defRPr b="1" i="0" sz="1100" u="none" cap="none" strike="noStrike">
                <a:solidFill>
                  <a:srgbClr val="B3B3B3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16" name="Google Shape;1216;p160"/>
          <p:cNvSpPr/>
          <p:nvPr>
            <p:ph idx="2" type="body"/>
          </p:nvPr>
        </p:nvSpPr>
        <p:spPr>
          <a:xfrm>
            <a:off x="517790" y="1627224"/>
            <a:ext cx="2024443" cy="1230733"/>
          </a:xfrm>
          <a:prstGeom prst="roundRect">
            <a:avLst>
              <a:gd fmla="val 4279" name="adj"/>
            </a:avLst>
          </a:prstGeom>
          <a:solidFill>
            <a:schemeClr val="accent2"/>
          </a:solidFill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34285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17" name="Google Shape;1217;p160"/>
          <p:cNvSpPr/>
          <p:nvPr>
            <p:ph idx="3" type="body"/>
          </p:nvPr>
        </p:nvSpPr>
        <p:spPr>
          <a:xfrm>
            <a:off x="517790" y="3150121"/>
            <a:ext cx="2024443" cy="1230733"/>
          </a:xfrm>
          <a:prstGeom prst="roundRect">
            <a:avLst>
              <a:gd fmla="val 4279" name="adj"/>
            </a:avLst>
          </a:prstGeom>
          <a:solidFill>
            <a:schemeClr val="accent2"/>
          </a:solidFill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18" name="Google Shape;1218;p160"/>
          <p:cNvSpPr/>
          <p:nvPr>
            <p:ph idx="4" type="body"/>
          </p:nvPr>
        </p:nvSpPr>
        <p:spPr>
          <a:xfrm>
            <a:off x="517790" y="4673019"/>
            <a:ext cx="2024443" cy="1230733"/>
          </a:xfrm>
          <a:prstGeom prst="roundRect">
            <a:avLst>
              <a:gd fmla="val 4279" name="adj"/>
            </a:avLst>
          </a:prstGeom>
          <a:solidFill>
            <a:schemeClr val="accent2"/>
          </a:solidFill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19" name="Google Shape;1219;p160"/>
          <p:cNvSpPr/>
          <p:nvPr>
            <p:ph idx="5" type="body"/>
          </p:nvPr>
        </p:nvSpPr>
        <p:spPr>
          <a:xfrm>
            <a:off x="2817867" y="1627224"/>
            <a:ext cx="7711809" cy="1230733"/>
          </a:xfrm>
          <a:prstGeom prst="roundRect">
            <a:avLst>
              <a:gd fmla="val 4279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311150" lvl="0" marL="457200" marR="0" rtl="0" algn="l">
              <a:lnSpc>
                <a:spcPct val="113846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•"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20" name="Google Shape;1220;p160"/>
          <p:cNvSpPr/>
          <p:nvPr>
            <p:ph idx="6" type="body"/>
          </p:nvPr>
        </p:nvSpPr>
        <p:spPr>
          <a:xfrm>
            <a:off x="2817867" y="3150121"/>
            <a:ext cx="7711809" cy="1230733"/>
          </a:xfrm>
          <a:prstGeom prst="roundRect">
            <a:avLst>
              <a:gd fmla="val 4279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311150" lvl="0" marL="457200" marR="0" rtl="0" algn="l">
              <a:lnSpc>
                <a:spcPct val="113846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•"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21" name="Google Shape;1221;p160"/>
          <p:cNvSpPr/>
          <p:nvPr>
            <p:ph idx="7" type="body"/>
          </p:nvPr>
        </p:nvSpPr>
        <p:spPr>
          <a:xfrm>
            <a:off x="2817868" y="4673019"/>
            <a:ext cx="7711808" cy="1230733"/>
          </a:xfrm>
          <a:prstGeom prst="roundRect">
            <a:avLst>
              <a:gd fmla="val 4279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311150" lvl="0" marL="457200" marR="0" rtl="0" algn="l">
              <a:lnSpc>
                <a:spcPct val="113846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•"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22" name="Google Shape;1222;p160"/>
          <p:cNvSpPr txBox="1"/>
          <p:nvPr>
            <p:ph idx="8" type="body"/>
          </p:nvPr>
        </p:nvSpPr>
        <p:spPr>
          <a:xfrm>
            <a:off x="417525" y="835144"/>
            <a:ext cx="5335912" cy="5003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1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1_07_텍스트 표유형">
  <p:cSld name="11_07_텍스트 표유형">
    <p:spTree>
      <p:nvGrpSpPr>
        <p:cNvPr id="1223" name="Shape 1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4" name="Google Shape;1224;p161"/>
          <p:cNvSpPr txBox="1"/>
          <p:nvPr>
            <p:ph idx="1" type="body"/>
          </p:nvPr>
        </p:nvSpPr>
        <p:spPr>
          <a:xfrm>
            <a:off x="417525" y="182918"/>
            <a:ext cx="5335912" cy="2605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B3B3B3"/>
              </a:buClr>
              <a:buSzPts val="1100"/>
              <a:buFont typeface="Arial"/>
              <a:buNone/>
              <a:defRPr b="1" i="0" sz="1100" u="none" cap="none" strike="noStrike">
                <a:solidFill>
                  <a:srgbClr val="B3B3B3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25" name="Google Shape;1225;p161"/>
          <p:cNvSpPr/>
          <p:nvPr>
            <p:ph idx="2" type="body"/>
          </p:nvPr>
        </p:nvSpPr>
        <p:spPr>
          <a:xfrm>
            <a:off x="7374495" y="1627224"/>
            <a:ext cx="3155180" cy="1230733"/>
          </a:xfrm>
          <a:prstGeom prst="roundRect">
            <a:avLst>
              <a:gd fmla="val 4279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98450" lvl="0" marL="457200" marR="0" rtl="0" algn="l">
              <a:lnSpc>
                <a:spcPct val="116363"/>
              </a:lnSpc>
              <a:spcBef>
                <a:spcPts val="1000"/>
              </a:spcBef>
              <a:spcAft>
                <a:spcPts val="0"/>
              </a:spcAft>
              <a:buClr>
                <a:srgbClr val="9C9C9C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rgbClr val="9C9C9C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26" name="Google Shape;1226;p161"/>
          <p:cNvSpPr/>
          <p:nvPr>
            <p:ph idx="3" type="body"/>
          </p:nvPr>
        </p:nvSpPr>
        <p:spPr>
          <a:xfrm>
            <a:off x="517790" y="1627224"/>
            <a:ext cx="2024443" cy="1230733"/>
          </a:xfrm>
          <a:prstGeom prst="roundRect">
            <a:avLst>
              <a:gd fmla="val 4279" name="adj"/>
            </a:avLst>
          </a:prstGeom>
          <a:solidFill>
            <a:schemeClr val="accent2"/>
          </a:solidFill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34285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27" name="Google Shape;1227;p161"/>
          <p:cNvSpPr/>
          <p:nvPr>
            <p:ph idx="4" type="body"/>
          </p:nvPr>
        </p:nvSpPr>
        <p:spPr>
          <a:xfrm>
            <a:off x="517790" y="3150121"/>
            <a:ext cx="2024443" cy="1230733"/>
          </a:xfrm>
          <a:prstGeom prst="roundRect">
            <a:avLst>
              <a:gd fmla="val 4279" name="adj"/>
            </a:avLst>
          </a:prstGeom>
          <a:solidFill>
            <a:schemeClr val="accent2"/>
          </a:solidFill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28" name="Google Shape;1228;p161"/>
          <p:cNvSpPr/>
          <p:nvPr>
            <p:ph idx="5" type="body"/>
          </p:nvPr>
        </p:nvSpPr>
        <p:spPr>
          <a:xfrm>
            <a:off x="517790" y="4673019"/>
            <a:ext cx="2024443" cy="1230733"/>
          </a:xfrm>
          <a:prstGeom prst="roundRect">
            <a:avLst>
              <a:gd fmla="val 4279" name="adj"/>
            </a:avLst>
          </a:prstGeom>
          <a:solidFill>
            <a:schemeClr val="accent2"/>
          </a:solidFill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29" name="Google Shape;1229;p161"/>
          <p:cNvSpPr/>
          <p:nvPr>
            <p:ph idx="6" type="body"/>
          </p:nvPr>
        </p:nvSpPr>
        <p:spPr>
          <a:xfrm>
            <a:off x="2817867" y="1627224"/>
            <a:ext cx="4284444" cy="1230733"/>
          </a:xfrm>
          <a:prstGeom prst="roundRect">
            <a:avLst>
              <a:gd fmla="val 4279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311150" lvl="0" marL="457200" marR="0" rtl="0" algn="l">
              <a:lnSpc>
                <a:spcPct val="113846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•"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30" name="Google Shape;1230;p161"/>
          <p:cNvSpPr/>
          <p:nvPr>
            <p:ph idx="7" type="body"/>
          </p:nvPr>
        </p:nvSpPr>
        <p:spPr>
          <a:xfrm>
            <a:off x="7374495" y="3150121"/>
            <a:ext cx="3155180" cy="1230733"/>
          </a:xfrm>
          <a:prstGeom prst="roundRect">
            <a:avLst>
              <a:gd fmla="val 4279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98450" lvl="0" marL="457200" marR="0" rtl="0" algn="l">
              <a:lnSpc>
                <a:spcPct val="116363"/>
              </a:lnSpc>
              <a:spcBef>
                <a:spcPts val="1000"/>
              </a:spcBef>
              <a:spcAft>
                <a:spcPts val="0"/>
              </a:spcAft>
              <a:buClr>
                <a:srgbClr val="9C9C9C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rgbClr val="9C9C9C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31" name="Google Shape;1231;p161"/>
          <p:cNvSpPr/>
          <p:nvPr>
            <p:ph idx="8" type="body"/>
          </p:nvPr>
        </p:nvSpPr>
        <p:spPr>
          <a:xfrm>
            <a:off x="2817867" y="3150121"/>
            <a:ext cx="4284444" cy="1230733"/>
          </a:xfrm>
          <a:prstGeom prst="roundRect">
            <a:avLst>
              <a:gd fmla="val 4279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311150" lvl="0" marL="457200" marR="0" rtl="0" algn="l">
              <a:lnSpc>
                <a:spcPct val="113846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•"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32" name="Google Shape;1232;p161"/>
          <p:cNvSpPr/>
          <p:nvPr>
            <p:ph idx="9" type="body"/>
          </p:nvPr>
        </p:nvSpPr>
        <p:spPr>
          <a:xfrm>
            <a:off x="7374495" y="4673019"/>
            <a:ext cx="3155180" cy="1230733"/>
          </a:xfrm>
          <a:prstGeom prst="roundRect">
            <a:avLst>
              <a:gd fmla="val 4279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98450" lvl="0" marL="457200" marR="0" rtl="0" algn="l">
              <a:lnSpc>
                <a:spcPct val="116363"/>
              </a:lnSpc>
              <a:spcBef>
                <a:spcPts val="1000"/>
              </a:spcBef>
              <a:spcAft>
                <a:spcPts val="0"/>
              </a:spcAft>
              <a:buClr>
                <a:srgbClr val="9C9C9C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rgbClr val="9C9C9C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33" name="Google Shape;1233;p161"/>
          <p:cNvSpPr/>
          <p:nvPr>
            <p:ph idx="13" type="body"/>
          </p:nvPr>
        </p:nvSpPr>
        <p:spPr>
          <a:xfrm>
            <a:off x="2817867" y="4673019"/>
            <a:ext cx="4284444" cy="1230733"/>
          </a:xfrm>
          <a:prstGeom prst="roundRect">
            <a:avLst>
              <a:gd fmla="val 4279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311150" lvl="0" marL="457200" marR="0" rtl="0" algn="l">
              <a:lnSpc>
                <a:spcPct val="113846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•"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34" name="Google Shape;1234;p161"/>
          <p:cNvSpPr txBox="1"/>
          <p:nvPr>
            <p:ph idx="14" type="body"/>
          </p:nvPr>
        </p:nvSpPr>
        <p:spPr>
          <a:xfrm>
            <a:off x="417525" y="835144"/>
            <a:ext cx="5335912" cy="5003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1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1_08_텍스트 표유형">
  <p:cSld name="11_08_텍스트 표유형">
    <p:spTree>
      <p:nvGrpSpPr>
        <p:cNvPr id="1235" name="Shape 1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6" name="Google Shape;1236;p162"/>
          <p:cNvSpPr txBox="1"/>
          <p:nvPr>
            <p:ph idx="1" type="body"/>
          </p:nvPr>
        </p:nvSpPr>
        <p:spPr>
          <a:xfrm>
            <a:off x="417525" y="182918"/>
            <a:ext cx="5335912" cy="2605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B3B3B3"/>
              </a:buClr>
              <a:buSzPts val="1100"/>
              <a:buFont typeface="Arial"/>
              <a:buNone/>
              <a:defRPr b="1" i="0" sz="1100" u="none" cap="none" strike="noStrike">
                <a:solidFill>
                  <a:srgbClr val="B3B3B3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37" name="Google Shape;1237;p162"/>
          <p:cNvSpPr/>
          <p:nvPr>
            <p:ph idx="2" type="body"/>
          </p:nvPr>
        </p:nvSpPr>
        <p:spPr>
          <a:xfrm>
            <a:off x="517790" y="1627224"/>
            <a:ext cx="2024443" cy="598335"/>
          </a:xfrm>
          <a:prstGeom prst="roundRect">
            <a:avLst>
              <a:gd fmla="val 9317" name="adj"/>
            </a:avLst>
          </a:prstGeom>
          <a:solidFill>
            <a:schemeClr val="accent2"/>
          </a:solidFill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134285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38" name="Google Shape;1238;p162"/>
          <p:cNvSpPr/>
          <p:nvPr>
            <p:ph idx="3" type="body"/>
          </p:nvPr>
        </p:nvSpPr>
        <p:spPr>
          <a:xfrm>
            <a:off x="2808814" y="1627224"/>
            <a:ext cx="5450931" cy="829448"/>
          </a:xfrm>
          <a:prstGeom prst="roundRect">
            <a:avLst>
              <a:gd fmla="val 4279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0">
            <a:noAutofit/>
          </a:bodyPr>
          <a:lstStyle>
            <a:lvl1pPr indent="-228600" lvl="0" marL="457200" marR="0" rtl="0" algn="ctr">
              <a:lnSpc>
                <a:spcPct val="16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39" name="Google Shape;1239;p162"/>
          <p:cNvSpPr/>
          <p:nvPr>
            <p:ph idx="4" type="body"/>
          </p:nvPr>
        </p:nvSpPr>
        <p:spPr>
          <a:xfrm>
            <a:off x="517790" y="4350991"/>
            <a:ext cx="2024443" cy="1552762"/>
          </a:xfrm>
          <a:prstGeom prst="roundRect">
            <a:avLst>
              <a:gd fmla="val 4279" name="adj"/>
            </a:avLst>
          </a:prstGeom>
          <a:solidFill>
            <a:schemeClr val="accent2"/>
          </a:solidFill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134285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40" name="Google Shape;1240;p162"/>
          <p:cNvSpPr/>
          <p:nvPr>
            <p:ph idx="5" type="body"/>
          </p:nvPr>
        </p:nvSpPr>
        <p:spPr>
          <a:xfrm>
            <a:off x="517790" y="2511894"/>
            <a:ext cx="2024443" cy="1552762"/>
          </a:xfrm>
          <a:prstGeom prst="roundRect">
            <a:avLst>
              <a:gd fmla="val 4279" name="adj"/>
            </a:avLst>
          </a:prstGeom>
          <a:solidFill>
            <a:schemeClr val="accent2"/>
          </a:solidFill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134285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41" name="Google Shape;1241;p162"/>
          <p:cNvSpPr txBox="1"/>
          <p:nvPr>
            <p:ph idx="6" type="body"/>
          </p:nvPr>
        </p:nvSpPr>
        <p:spPr>
          <a:xfrm>
            <a:off x="8422788" y="1596195"/>
            <a:ext cx="3281566" cy="127294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34285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42" name="Google Shape;1242;p162"/>
          <p:cNvSpPr txBox="1"/>
          <p:nvPr>
            <p:ph idx="7" type="body"/>
          </p:nvPr>
        </p:nvSpPr>
        <p:spPr>
          <a:xfrm>
            <a:off x="8422788" y="2884284"/>
            <a:ext cx="3281566" cy="5432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43636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43" name="Google Shape;1243;p162"/>
          <p:cNvSpPr/>
          <p:nvPr>
            <p:ph idx="8" type="body"/>
          </p:nvPr>
        </p:nvSpPr>
        <p:spPr>
          <a:xfrm>
            <a:off x="2808814" y="2776251"/>
            <a:ext cx="5450931" cy="829448"/>
          </a:xfrm>
          <a:prstGeom prst="roundRect">
            <a:avLst>
              <a:gd fmla="val 4279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0">
            <a:noAutofit/>
          </a:bodyPr>
          <a:lstStyle>
            <a:lvl1pPr indent="-228600" lvl="0" marL="457200" marR="0" rtl="0" algn="ctr">
              <a:lnSpc>
                <a:spcPct val="16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44" name="Google Shape;1244;p162"/>
          <p:cNvSpPr/>
          <p:nvPr>
            <p:ph idx="9" type="body"/>
          </p:nvPr>
        </p:nvSpPr>
        <p:spPr>
          <a:xfrm>
            <a:off x="2808814" y="3925278"/>
            <a:ext cx="5450931" cy="829448"/>
          </a:xfrm>
          <a:prstGeom prst="roundRect">
            <a:avLst>
              <a:gd fmla="val 4279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0">
            <a:noAutofit/>
          </a:bodyPr>
          <a:lstStyle>
            <a:lvl1pPr indent="-228600" lvl="0" marL="457200" marR="0" rtl="0" algn="ctr">
              <a:lnSpc>
                <a:spcPct val="16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45" name="Google Shape;1245;p162"/>
          <p:cNvSpPr/>
          <p:nvPr>
            <p:ph idx="13" type="body"/>
          </p:nvPr>
        </p:nvSpPr>
        <p:spPr>
          <a:xfrm>
            <a:off x="2808814" y="5074304"/>
            <a:ext cx="5450931" cy="829448"/>
          </a:xfrm>
          <a:prstGeom prst="roundRect">
            <a:avLst>
              <a:gd fmla="val 4279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0">
            <a:noAutofit/>
          </a:bodyPr>
          <a:lstStyle>
            <a:lvl1pPr indent="-228600" lvl="0" marL="457200" marR="0" rtl="0" algn="ctr">
              <a:lnSpc>
                <a:spcPct val="16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46" name="Google Shape;1246;p162"/>
          <p:cNvSpPr txBox="1"/>
          <p:nvPr>
            <p:ph idx="14" type="body"/>
          </p:nvPr>
        </p:nvSpPr>
        <p:spPr>
          <a:xfrm>
            <a:off x="417525" y="835144"/>
            <a:ext cx="5335912" cy="5003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1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1_09_텍스트 표유형">
  <p:cSld name="11_09_텍스트 표유형">
    <p:spTree>
      <p:nvGrpSpPr>
        <p:cNvPr id="1247" name="Shape 1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8" name="Google Shape;1248;p163"/>
          <p:cNvSpPr txBox="1"/>
          <p:nvPr>
            <p:ph idx="1" type="body"/>
          </p:nvPr>
        </p:nvSpPr>
        <p:spPr>
          <a:xfrm>
            <a:off x="417525" y="182918"/>
            <a:ext cx="5335912" cy="2605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B3B3B3"/>
              </a:buClr>
              <a:buSzPts val="1100"/>
              <a:buFont typeface="Arial"/>
              <a:buNone/>
              <a:defRPr b="1" i="0" sz="1100" u="none" cap="none" strike="noStrike">
                <a:solidFill>
                  <a:srgbClr val="B3B3B3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49" name="Google Shape;1249;p163"/>
          <p:cNvSpPr/>
          <p:nvPr>
            <p:ph idx="2" type="body"/>
          </p:nvPr>
        </p:nvSpPr>
        <p:spPr>
          <a:xfrm>
            <a:off x="504818" y="3474492"/>
            <a:ext cx="1944000" cy="648000"/>
          </a:xfrm>
          <a:prstGeom prst="roundRect">
            <a:avLst>
              <a:gd fmla="val 6581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50" name="Google Shape;1250;p163"/>
          <p:cNvSpPr/>
          <p:nvPr>
            <p:ph idx="3" type="body"/>
          </p:nvPr>
        </p:nvSpPr>
        <p:spPr>
          <a:xfrm>
            <a:off x="2713310" y="2412460"/>
            <a:ext cx="1944000" cy="648000"/>
          </a:xfrm>
          <a:prstGeom prst="roundRect">
            <a:avLst>
              <a:gd fmla="val 6581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51" name="Google Shape;1251;p163"/>
          <p:cNvSpPr/>
          <p:nvPr>
            <p:ph idx="4" type="body"/>
          </p:nvPr>
        </p:nvSpPr>
        <p:spPr>
          <a:xfrm>
            <a:off x="2713310" y="4542711"/>
            <a:ext cx="1944000" cy="648000"/>
          </a:xfrm>
          <a:prstGeom prst="roundRect">
            <a:avLst>
              <a:gd fmla="val 6581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52" name="Google Shape;1252;p163"/>
          <p:cNvSpPr/>
          <p:nvPr>
            <p:ph idx="5" type="body"/>
          </p:nvPr>
        </p:nvSpPr>
        <p:spPr>
          <a:xfrm>
            <a:off x="4913900" y="1920478"/>
            <a:ext cx="1944000" cy="612000"/>
          </a:xfrm>
          <a:prstGeom prst="roundRect">
            <a:avLst>
              <a:gd fmla="val 6581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53" name="Google Shape;1253;p163"/>
          <p:cNvSpPr/>
          <p:nvPr>
            <p:ph idx="6" type="body"/>
          </p:nvPr>
        </p:nvSpPr>
        <p:spPr>
          <a:xfrm>
            <a:off x="4913900" y="2894051"/>
            <a:ext cx="1944000" cy="612000"/>
          </a:xfrm>
          <a:prstGeom prst="roundRect">
            <a:avLst>
              <a:gd fmla="val 6581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54" name="Google Shape;1254;p163"/>
          <p:cNvSpPr/>
          <p:nvPr>
            <p:ph idx="7" type="body"/>
          </p:nvPr>
        </p:nvSpPr>
        <p:spPr>
          <a:xfrm>
            <a:off x="4913900" y="4054287"/>
            <a:ext cx="1944000" cy="612000"/>
          </a:xfrm>
          <a:prstGeom prst="roundRect">
            <a:avLst>
              <a:gd fmla="val 6581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55" name="Google Shape;1255;p163"/>
          <p:cNvSpPr/>
          <p:nvPr>
            <p:ph idx="8" type="body"/>
          </p:nvPr>
        </p:nvSpPr>
        <p:spPr>
          <a:xfrm>
            <a:off x="4913900" y="5027860"/>
            <a:ext cx="1944000" cy="612000"/>
          </a:xfrm>
          <a:prstGeom prst="roundRect">
            <a:avLst>
              <a:gd fmla="val 6581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56" name="Google Shape;1256;p163"/>
          <p:cNvSpPr/>
          <p:nvPr/>
        </p:nvSpPr>
        <p:spPr>
          <a:xfrm>
            <a:off x="2593974" y="2714775"/>
            <a:ext cx="119643" cy="2165196"/>
          </a:xfrm>
          <a:custGeom>
            <a:rect b="b" l="l" r="r" t="t"/>
            <a:pathLst>
              <a:path extrusionOk="0" h="896203" w="136478">
                <a:moveTo>
                  <a:pt x="136478" y="0"/>
                </a:moveTo>
                <a:lnTo>
                  <a:pt x="0" y="0"/>
                </a:lnTo>
                <a:lnTo>
                  <a:pt x="0" y="896203"/>
                </a:lnTo>
                <a:lnTo>
                  <a:pt x="136478" y="896203"/>
                </a:lnTo>
              </a:path>
            </a:pathLst>
          </a:custGeom>
          <a:noFill/>
          <a:ln cap="flat" cmpd="sng" w="2857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7" name="Google Shape;1257;p163"/>
          <p:cNvSpPr/>
          <p:nvPr/>
        </p:nvSpPr>
        <p:spPr>
          <a:xfrm>
            <a:off x="4784724" y="2226478"/>
            <a:ext cx="119643" cy="1005670"/>
          </a:xfrm>
          <a:custGeom>
            <a:rect b="b" l="l" r="r" t="t"/>
            <a:pathLst>
              <a:path extrusionOk="0" h="896203" w="136478">
                <a:moveTo>
                  <a:pt x="136478" y="0"/>
                </a:moveTo>
                <a:lnTo>
                  <a:pt x="0" y="0"/>
                </a:lnTo>
                <a:lnTo>
                  <a:pt x="0" y="896203"/>
                </a:lnTo>
                <a:lnTo>
                  <a:pt x="136478" y="896203"/>
                </a:lnTo>
              </a:path>
            </a:pathLst>
          </a:cu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8" name="Google Shape;1258;p163"/>
          <p:cNvSpPr/>
          <p:nvPr/>
        </p:nvSpPr>
        <p:spPr>
          <a:xfrm>
            <a:off x="4784724" y="4372778"/>
            <a:ext cx="119643" cy="1005670"/>
          </a:xfrm>
          <a:custGeom>
            <a:rect b="b" l="l" r="r" t="t"/>
            <a:pathLst>
              <a:path extrusionOk="0" h="896203" w="136478">
                <a:moveTo>
                  <a:pt x="136478" y="0"/>
                </a:moveTo>
                <a:lnTo>
                  <a:pt x="0" y="0"/>
                </a:lnTo>
                <a:lnTo>
                  <a:pt x="0" y="896203"/>
                </a:lnTo>
                <a:lnTo>
                  <a:pt x="136478" y="896203"/>
                </a:lnTo>
              </a:path>
            </a:pathLst>
          </a:cu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9" name="Google Shape;1259;p163"/>
          <p:cNvSpPr txBox="1"/>
          <p:nvPr>
            <p:ph idx="9" type="body"/>
          </p:nvPr>
        </p:nvSpPr>
        <p:spPr>
          <a:xfrm>
            <a:off x="7018808" y="2080757"/>
            <a:ext cx="4660559" cy="32765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>
            <a:lvl1pPr indent="-228600" lvl="0" marL="457200" marR="0" rtl="0" algn="l">
              <a:lnSpc>
                <a:spcPct val="141428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60" name="Google Shape;1260;p163"/>
          <p:cNvSpPr txBox="1"/>
          <p:nvPr>
            <p:ph idx="13" type="body"/>
          </p:nvPr>
        </p:nvSpPr>
        <p:spPr>
          <a:xfrm>
            <a:off x="7018808" y="3040424"/>
            <a:ext cx="4660559" cy="32765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61" name="Google Shape;1261;p163"/>
          <p:cNvSpPr txBox="1"/>
          <p:nvPr>
            <p:ph idx="14" type="body"/>
          </p:nvPr>
        </p:nvSpPr>
        <p:spPr>
          <a:xfrm>
            <a:off x="7018808" y="4217375"/>
            <a:ext cx="4660559" cy="32765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62" name="Google Shape;1262;p163"/>
          <p:cNvSpPr txBox="1"/>
          <p:nvPr>
            <p:ph idx="15" type="body"/>
          </p:nvPr>
        </p:nvSpPr>
        <p:spPr>
          <a:xfrm>
            <a:off x="7018808" y="5177042"/>
            <a:ext cx="4660559" cy="32765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63" name="Google Shape;1263;p163"/>
          <p:cNvSpPr txBox="1"/>
          <p:nvPr>
            <p:ph idx="16" type="body"/>
          </p:nvPr>
        </p:nvSpPr>
        <p:spPr>
          <a:xfrm>
            <a:off x="417525" y="835144"/>
            <a:ext cx="5335912" cy="5003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1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2_01_텍스트&amp;그래프">
  <p:cSld name="12_01_텍스트&amp;그래프">
    <p:spTree>
      <p:nvGrpSpPr>
        <p:cNvPr id="1264" name="Shape 1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5" name="Google Shape;1265;p164"/>
          <p:cNvSpPr txBox="1"/>
          <p:nvPr>
            <p:ph idx="1" type="body"/>
          </p:nvPr>
        </p:nvSpPr>
        <p:spPr>
          <a:xfrm>
            <a:off x="417525" y="182918"/>
            <a:ext cx="5335912" cy="2605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B3B3B3"/>
              </a:buClr>
              <a:buSzPts val="1100"/>
              <a:buFont typeface="Arial"/>
              <a:buNone/>
              <a:defRPr b="1" i="0" sz="1100" u="none" cap="none" strike="noStrike">
                <a:solidFill>
                  <a:srgbClr val="B3B3B3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66" name="Google Shape;1266;p164"/>
          <p:cNvSpPr/>
          <p:nvPr/>
        </p:nvSpPr>
        <p:spPr>
          <a:xfrm>
            <a:off x="5645437" y="962773"/>
            <a:ext cx="4888042" cy="4236472"/>
          </a:xfrm>
          <a:prstGeom prst="roundRect">
            <a:avLst>
              <a:gd fmla="val 1642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7" name="Google Shape;1267;p164"/>
          <p:cNvSpPr/>
          <p:nvPr/>
        </p:nvSpPr>
        <p:spPr>
          <a:xfrm>
            <a:off x="504818" y="962773"/>
            <a:ext cx="4888042" cy="4236472"/>
          </a:xfrm>
          <a:prstGeom prst="roundRect">
            <a:avLst>
              <a:gd fmla="val 1642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8" name="Google Shape;1268;p164"/>
          <p:cNvSpPr txBox="1"/>
          <p:nvPr>
            <p:ph idx="2" type="body"/>
          </p:nvPr>
        </p:nvSpPr>
        <p:spPr>
          <a:xfrm>
            <a:off x="506994" y="5285013"/>
            <a:ext cx="4891272" cy="400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  <a:defRPr b="1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69" name="Google Shape;1269;p164"/>
          <p:cNvSpPr txBox="1"/>
          <p:nvPr>
            <p:ph idx="3" type="body"/>
          </p:nvPr>
        </p:nvSpPr>
        <p:spPr>
          <a:xfrm>
            <a:off x="506995" y="5698115"/>
            <a:ext cx="4891272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>
            <a:lvl1pPr indent="-228600" lvl="0" marL="457200" marR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70" name="Google Shape;1270;p164"/>
          <p:cNvSpPr txBox="1"/>
          <p:nvPr>
            <p:ph idx="4" type="body"/>
          </p:nvPr>
        </p:nvSpPr>
        <p:spPr>
          <a:xfrm>
            <a:off x="5623116" y="5285013"/>
            <a:ext cx="4891272" cy="400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  <a:defRPr b="1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71" name="Google Shape;1271;p164"/>
          <p:cNvSpPr txBox="1"/>
          <p:nvPr>
            <p:ph idx="5" type="body"/>
          </p:nvPr>
        </p:nvSpPr>
        <p:spPr>
          <a:xfrm>
            <a:off x="5623117" y="5698115"/>
            <a:ext cx="4891272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>
            <a:lvl1pPr indent="-228600" lvl="0" marL="457200" marR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72" name="Google Shape;1272;p164"/>
          <p:cNvSpPr/>
          <p:nvPr>
            <p:ph idx="6" type="chart"/>
          </p:nvPr>
        </p:nvSpPr>
        <p:spPr>
          <a:xfrm>
            <a:off x="667442" y="1172211"/>
            <a:ext cx="4562793" cy="385359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73" name="Google Shape;1273;p164"/>
          <p:cNvSpPr/>
          <p:nvPr>
            <p:ph idx="7" type="chart"/>
          </p:nvPr>
        </p:nvSpPr>
        <p:spPr>
          <a:xfrm>
            <a:off x="5808061" y="1172211"/>
            <a:ext cx="4562793" cy="385359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2_02_텍스트&amp;그래프">
  <p:cSld name="12_02_텍스트&amp;그래프">
    <p:spTree>
      <p:nvGrpSpPr>
        <p:cNvPr id="1274" name="Shape 1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5" name="Google Shape;1275;p165"/>
          <p:cNvSpPr/>
          <p:nvPr/>
        </p:nvSpPr>
        <p:spPr>
          <a:xfrm>
            <a:off x="509732" y="762118"/>
            <a:ext cx="10029600" cy="5340875"/>
          </a:xfrm>
          <a:prstGeom prst="roundRect">
            <a:avLst>
              <a:gd fmla="val 1649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6" name="Google Shape;1276;p165"/>
          <p:cNvSpPr txBox="1"/>
          <p:nvPr>
            <p:ph idx="1" type="body"/>
          </p:nvPr>
        </p:nvSpPr>
        <p:spPr>
          <a:xfrm>
            <a:off x="417525" y="182918"/>
            <a:ext cx="5335912" cy="2605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B3B3B3"/>
              </a:buClr>
              <a:buSzPts val="1100"/>
              <a:buFont typeface="Arial"/>
              <a:buNone/>
              <a:defRPr b="1" i="0" sz="1100" u="none" cap="none" strike="noStrike">
                <a:solidFill>
                  <a:srgbClr val="B3B3B3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77" name="Google Shape;1277;p165"/>
          <p:cNvSpPr txBox="1"/>
          <p:nvPr>
            <p:ph idx="2" type="body"/>
          </p:nvPr>
        </p:nvSpPr>
        <p:spPr>
          <a:xfrm>
            <a:off x="803605" y="1790907"/>
            <a:ext cx="4617637" cy="59928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421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Arial"/>
              <a:buNone/>
              <a:defRPr b="1" i="0" sz="3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78" name="Google Shape;1278;p165"/>
          <p:cNvSpPr txBox="1"/>
          <p:nvPr>
            <p:ph idx="3" type="body"/>
          </p:nvPr>
        </p:nvSpPr>
        <p:spPr>
          <a:xfrm>
            <a:off x="803605" y="2393580"/>
            <a:ext cx="4617637" cy="59928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421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3800"/>
              <a:buFont typeface="Arial"/>
              <a:buNone/>
              <a:defRPr b="1" i="0" sz="3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79" name="Google Shape;1279;p165"/>
          <p:cNvSpPr txBox="1"/>
          <p:nvPr>
            <p:ph idx="4" type="body"/>
          </p:nvPr>
        </p:nvSpPr>
        <p:spPr>
          <a:xfrm>
            <a:off x="803605" y="3277225"/>
            <a:ext cx="4617637" cy="4757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noAutofit/>
          </a:bodyPr>
          <a:lstStyle>
            <a:lvl1pPr indent="-228600" lvl="0" marL="457200" marR="0" rtl="0" algn="l">
              <a:lnSpc>
                <a:spcPct val="121333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b="1" i="0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80" name="Google Shape;1280;p165"/>
          <p:cNvSpPr txBox="1"/>
          <p:nvPr>
            <p:ph idx="5" type="body"/>
          </p:nvPr>
        </p:nvSpPr>
        <p:spPr>
          <a:xfrm>
            <a:off x="803605" y="3905499"/>
            <a:ext cx="4617637" cy="11372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noAutofit/>
          </a:bodyPr>
          <a:lstStyle>
            <a:lvl1pPr indent="-317500" lvl="0" marL="457200" marR="0" rtl="0" algn="l">
              <a:lnSpc>
                <a:spcPct val="148571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81" name="Google Shape;1281;p165"/>
          <p:cNvSpPr/>
          <p:nvPr>
            <p:ph idx="6" type="chart"/>
          </p:nvPr>
        </p:nvSpPr>
        <p:spPr>
          <a:xfrm>
            <a:off x="5720029" y="1516587"/>
            <a:ext cx="4540514" cy="40897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2_03_텍스트&amp;그래프">
  <p:cSld name="12_03_텍스트&amp;그래프">
    <p:spTree>
      <p:nvGrpSpPr>
        <p:cNvPr id="1282" name="Shape 1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3" name="Google Shape;1283;p166"/>
          <p:cNvSpPr txBox="1"/>
          <p:nvPr>
            <p:ph idx="1" type="body"/>
          </p:nvPr>
        </p:nvSpPr>
        <p:spPr>
          <a:xfrm>
            <a:off x="417525" y="182918"/>
            <a:ext cx="5335912" cy="2605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B3B3B3"/>
              </a:buClr>
              <a:buSzPts val="1100"/>
              <a:buFont typeface="Arial"/>
              <a:buNone/>
              <a:defRPr b="1" i="0" sz="1100" u="none" cap="none" strike="noStrike">
                <a:solidFill>
                  <a:srgbClr val="B3B3B3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84" name="Google Shape;1284;p166"/>
          <p:cNvSpPr txBox="1"/>
          <p:nvPr>
            <p:ph idx="2" type="body"/>
          </p:nvPr>
        </p:nvSpPr>
        <p:spPr>
          <a:xfrm>
            <a:off x="621050" y="3434653"/>
            <a:ext cx="4357350" cy="5760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noAutofit/>
          </a:bodyPr>
          <a:lstStyle>
            <a:lvl1pPr indent="-228600" lvl="0" marL="457200" marR="0" rtl="0" algn="l">
              <a:lnSpc>
                <a:spcPct val="148571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85" name="Google Shape;1285;p166"/>
          <p:cNvSpPr txBox="1"/>
          <p:nvPr>
            <p:ph idx="3" type="body"/>
          </p:nvPr>
        </p:nvSpPr>
        <p:spPr>
          <a:xfrm>
            <a:off x="621050" y="2640404"/>
            <a:ext cx="4357350" cy="69277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b="1" i="0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86" name="Google Shape;1286;p166"/>
          <p:cNvSpPr txBox="1"/>
          <p:nvPr>
            <p:ph idx="4" type="body"/>
          </p:nvPr>
        </p:nvSpPr>
        <p:spPr>
          <a:xfrm>
            <a:off x="621050" y="4255029"/>
            <a:ext cx="4357350" cy="104905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48571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cxnSp>
        <p:nvCxnSpPr>
          <p:cNvPr id="1287" name="Google Shape;1287;p166"/>
          <p:cNvCxnSpPr/>
          <p:nvPr/>
        </p:nvCxnSpPr>
        <p:spPr>
          <a:xfrm>
            <a:off x="704896" y="4072814"/>
            <a:ext cx="4128119" cy="0"/>
          </a:xfrm>
          <a:prstGeom prst="straightConnector1">
            <a:avLst/>
          </a:prstGeom>
          <a:noFill/>
          <a:ln cap="flat" cmpd="sng" w="9525">
            <a:solidFill>
              <a:srgbClr val="5B5B5B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288" name="Google Shape;1288;p166"/>
          <p:cNvSpPr/>
          <p:nvPr>
            <p:ph idx="5" type="body"/>
          </p:nvPr>
        </p:nvSpPr>
        <p:spPr>
          <a:xfrm>
            <a:off x="523921" y="1900901"/>
            <a:ext cx="3151321" cy="570499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 cap="flat" cmpd="sng" w="222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300"/>
              <a:buFont typeface="Arial"/>
              <a:buNone/>
              <a:defRPr b="1" i="0" sz="23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89" name="Google Shape;1289;p166"/>
          <p:cNvSpPr/>
          <p:nvPr/>
        </p:nvSpPr>
        <p:spPr>
          <a:xfrm>
            <a:off x="5080000" y="962772"/>
            <a:ext cx="5453479" cy="4940084"/>
          </a:xfrm>
          <a:prstGeom prst="roundRect">
            <a:avLst>
              <a:gd fmla="val 1642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0" name="Google Shape;1290;p166"/>
          <p:cNvSpPr/>
          <p:nvPr>
            <p:ph idx="6" type="chart"/>
          </p:nvPr>
        </p:nvSpPr>
        <p:spPr>
          <a:xfrm>
            <a:off x="5361259" y="1231214"/>
            <a:ext cx="4880021" cy="43955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2_04_텍스트&amp;그래프">
  <p:cSld name="12_04_텍스트&amp;그래프">
    <p:spTree>
      <p:nvGrpSpPr>
        <p:cNvPr id="1291" name="Shape 1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2" name="Google Shape;1292;p167"/>
          <p:cNvSpPr/>
          <p:nvPr/>
        </p:nvSpPr>
        <p:spPr>
          <a:xfrm>
            <a:off x="508000" y="962772"/>
            <a:ext cx="5453479" cy="4940084"/>
          </a:xfrm>
          <a:prstGeom prst="roundRect">
            <a:avLst>
              <a:gd fmla="val 1642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3" name="Google Shape;1293;p167"/>
          <p:cNvSpPr txBox="1"/>
          <p:nvPr>
            <p:ph idx="1" type="body"/>
          </p:nvPr>
        </p:nvSpPr>
        <p:spPr>
          <a:xfrm>
            <a:off x="417525" y="182918"/>
            <a:ext cx="5335912" cy="2605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B3B3B3"/>
              </a:buClr>
              <a:buSzPts val="1100"/>
              <a:buFont typeface="Arial"/>
              <a:buNone/>
              <a:defRPr b="1" i="0" sz="1100" u="none" cap="none" strike="noStrike">
                <a:solidFill>
                  <a:srgbClr val="B3B3B3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94" name="Google Shape;1294;p167"/>
          <p:cNvSpPr txBox="1"/>
          <p:nvPr>
            <p:ph idx="2" type="body"/>
          </p:nvPr>
        </p:nvSpPr>
        <p:spPr>
          <a:xfrm>
            <a:off x="6116319" y="1263185"/>
            <a:ext cx="5557521" cy="5003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1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95" name="Google Shape;1295;p167"/>
          <p:cNvSpPr/>
          <p:nvPr>
            <p:ph idx="3" type="chart"/>
          </p:nvPr>
        </p:nvSpPr>
        <p:spPr>
          <a:xfrm>
            <a:off x="794728" y="1231214"/>
            <a:ext cx="4880021" cy="43955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96" name="Google Shape;1296;p167"/>
          <p:cNvSpPr txBox="1"/>
          <p:nvPr>
            <p:ph idx="4" type="body"/>
          </p:nvPr>
        </p:nvSpPr>
        <p:spPr>
          <a:xfrm>
            <a:off x="6116321" y="2048221"/>
            <a:ext cx="752346" cy="4757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97" name="Google Shape;1297;p167"/>
          <p:cNvSpPr txBox="1"/>
          <p:nvPr>
            <p:ph idx="5" type="body"/>
          </p:nvPr>
        </p:nvSpPr>
        <p:spPr>
          <a:xfrm>
            <a:off x="6960093" y="2132627"/>
            <a:ext cx="3523494" cy="3167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98" name="Google Shape;1298;p167"/>
          <p:cNvSpPr txBox="1"/>
          <p:nvPr>
            <p:ph idx="6" type="body"/>
          </p:nvPr>
        </p:nvSpPr>
        <p:spPr>
          <a:xfrm>
            <a:off x="6116319" y="2512356"/>
            <a:ext cx="4367268" cy="3276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>
            <a:lvl1pPr indent="-228600" lvl="0" marL="457200" marR="0" rtl="0" algn="l">
              <a:lnSpc>
                <a:spcPct val="152307"/>
              </a:lnSpc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5B5B5B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99" name="Google Shape;1299;p167"/>
          <p:cNvSpPr txBox="1"/>
          <p:nvPr>
            <p:ph idx="7" type="body"/>
          </p:nvPr>
        </p:nvSpPr>
        <p:spPr>
          <a:xfrm>
            <a:off x="6116321" y="3072298"/>
            <a:ext cx="752346" cy="4757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00" name="Google Shape;1300;p167"/>
          <p:cNvSpPr txBox="1"/>
          <p:nvPr>
            <p:ph idx="8" type="body"/>
          </p:nvPr>
        </p:nvSpPr>
        <p:spPr>
          <a:xfrm>
            <a:off x="6960093" y="3156704"/>
            <a:ext cx="3523494" cy="3167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01" name="Google Shape;1301;p167"/>
          <p:cNvSpPr txBox="1"/>
          <p:nvPr>
            <p:ph idx="9" type="body"/>
          </p:nvPr>
        </p:nvSpPr>
        <p:spPr>
          <a:xfrm>
            <a:off x="6116319" y="3536433"/>
            <a:ext cx="4367268" cy="3276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>
            <a:lvl1pPr indent="-228600" lvl="0" marL="457200" marR="0" rtl="0" algn="l">
              <a:lnSpc>
                <a:spcPct val="152307"/>
              </a:lnSpc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5B5B5B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02" name="Google Shape;1302;p167"/>
          <p:cNvSpPr txBox="1"/>
          <p:nvPr>
            <p:ph idx="13" type="body"/>
          </p:nvPr>
        </p:nvSpPr>
        <p:spPr>
          <a:xfrm>
            <a:off x="6116321" y="4106793"/>
            <a:ext cx="752346" cy="4757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03" name="Google Shape;1303;p167"/>
          <p:cNvSpPr txBox="1"/>
          <p:nvPr>
            <p:ph idx="14" type="body"/>
          </p:nvPr>
        </p:nvSpPr>
        <p:spPr>
          <a:xfrm>
            <a:off x="6960093" y="4191199"/>
            <a:ext cx="3523494" cy="3167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04" name="Google Shape;1304;p167"/>
          <p:cNvSpPr txBox="1"/>
          <p:nvPr>
            <p:ph idx="15" type="body"/>
          </p:nvPr>
        </p:nvSpPr>
        <p:spPr>
          <a:xfrm>
            <a:off x="6116319" y="4570928"/>
            <a:ext cx="4367268" cy="3276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>
            <a:lvl1pPr indent="-228600" lvl="0" marL="457200" marR="0" rtl="0" algn="l">
              <a:lnSpc>
                <a:spcPct val="152307"/>
              </a:lnSpc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5B5B5B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05" name="Google Shape;1305;p167"/>
          <p:cNvSpPr txBox="1"/>
          <p:nvPr>
            <p:ph idx="16" type="body"/>
          </p:nvPr>
        </p:nvSpPr>
        <p:spPr>
          <a:xfrm>
            <a:off x="6116321" y="5130432"/>
            <a:ext cx="752346" cy="4757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06" name="Google Shape;1306;p167"/>
          <p:cNvSpPr txBox="1"/>
          <p:nvPr>
            <p:ph idx="17" type="body"/>
          </p:nvPr>
        </p:nvSpPr>
        <p:spPr>
          <a:xfrm>
            <a:off x="6960093" y="5214838"/>
            <a:ext cx="3523494" cy="3167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07" name="Google Shape;1307;p167"/>
          <p:cNvSpPr txBox="1"/>
          <p:nvPr>
            <p:ph idx="18" type="body"/>
          </p:nvPr>
        </p:nvSpPr>
        <p:spPr>
          <a:xfrm>
            <a:off x="6116319" y="5594567"/>
            <a:ext cx="4367268" cy="3276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>
            <a:lvl1pPr indent="-228600" lvl="0" marL="457200" marR="0" rtl="0" algn="l">
              <a:lnSpc>
                <a:spcPct val="152307"/>
              </a:lnSpc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5B5B5B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2_05_텍스트&amp;그래프">
  <p:cSld name="12_05_텍스트&amp;그래프">
    <p:spTree>
      <p:nvGrpSpPr>
        <p:cNvPr id="1308" name="Shape 1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9" name="Google Shape;1309;p168"/>
          <p:cNvSpPr txBox="1"/>
          <p:nvPr>
            <p:ph idx="1" type="body"/>
          </p:nvPr>
        </p:nvSpPr>
        <p:spPr>
          <a:xfrm>
            <a:off x="417525" y="182918"/>
            <a:ext cx="5335912" cy="2605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B3B3B3"/>
              </a:buClr>
              <a:buSzPts val="1100"/>
              <a:buFont typeface="Arial"/>
              <a:buNone/>
              <a:defRPr b="1" i="0" sz="1100" u="none" cap="none" strike="noStrike">
                <a:solidFill>
                  <a:srgbClr val="B3B3B3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10" name="Google Shape;1310;p168"/>
          <p:cNvSpPr/>
          <p:nvPr/>
        </p:nvSpPr>
        <p:spPr>
          <a:xfrm>
            <a:off x="504818" y="1666236"/>
            <a:ext cx="4888042" cy="4236472"/>
          </a:xfrm>
          <a:prstGeom prst="roundRect">
            <a:avLst>
              <a:gd fmla="val 1642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1" name="Google Shape;1311;p168"/>
          <p:cNvSpPr/>
          <p:nvPr/>
        </p:nvSpPr>
        <p:spPr>
          <a:xfrm>
            <a:off x="5636201" y="1839181"/>
            <a:ext cx="919597" cy="919597"/>
          </a:xfrm>
          <a:prstGeom prst="ellipse">
            <a:avLst/>
          </a:prstGeom>
          <a:solidFill>
            <a:schemeClr val="lt1"/>
          </a:solidFill>
          <a:ln cap="flat" cmpd="sng" w="1905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2" name="Google Shape;1312;p168"/>
          <p:cNvSpPr/>
          <p:nvPr/>
        </p:nvSpPr>
        <p:spPr>
          <a:xfrm>
            <a:off x="5636201" y="3345054"/>
            <a:ext cx="919597" cy="919597"/>
          </a:xfrm>
          <a:prstGeom prst="ellipse">
            <a:avLst/>
          </a:prstGeom>
          <a:solidFill>
            <a:schemeClr val="lt1"/>
          </a:solidFill>
          <a:ln cap="flat" cmpd="sng" w="1905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3" name="Google Shape;1313;p168"/>
          <p:cNvSpPr/>
          <p:nvPr/>
        </p:nvSpPr>
        <p:spPr>
          <a:xfrm>
            <a:off x="5636201" y="4838207"/>
            <a:ext cx="919597" cy="919597"/>
          </a:xfrm>
          <a:prstGeom prst="ellipse">
            <a:avLst/>
          </a:prstGeom>
          <a:solidFill>
            <a:schemeClr val="lt1"/>
          </a:solidFill>
          <a:ln cap="flat" cmpd="sng" w="1905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4" name="Google Shape;1314;p168"/>
          <p:cNvSpPr txBox="1"/>
          <p:nvPr>
            <p:ph idx="2" type="body"/>
          </p:nvPr>
        </p:nvSpPr>
        <p:spPr>
          <a:xfrm>
            <a:off x="6705167" y="2115550"/>
            <a:ext cx="3796494" cy="6423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6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15" name="Google Shape;1315;p168"/>
          <p:cNvSpPr txBox="1"/>
          <p:nvPr>
            <p:ph idx="3" type="body"/>
          </p:nvPr>
        </p:nvSpPr>
        <p:spPr>
          <a:xfrm>
            <a:off x="6705167" y="1802013"/>
            <a:ext cx="3796494" cy="3696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16" name="Google Shape;1316;p168"/>
          <p:cNvSpPr txBox="1"/>
          <p:nvPr>
            <p:ph idx="4" type="body"/>
          </p:nvPr>
        </p:nvSpPr>
        <p:spPr>
          <a:xfrm>
            <a:off x="6705167" y="3630314"/>
            <a:ext cx="3796494" cy="6423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67692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17" name="Google Shape;1317;p168"/>
          <p:cNvSpPr txBox="1"/>
          <p:nvPr>
            <p:ph idx="5" type="body"/>
          </p:nvPr>
        </p:nvSpPr>
        <p:spPr>
          <a:xfrm>
            <a:off x="6705167" y="3316777"/>
            <a:ext cx="3796494" cy="3696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18" name="Google Shape;1318;p168"/>
          <p:cNvSpPr txBox="1"/>
          <p:nvPr>
            <p:ph idx="6" type="body"/>
          </p:nvPr>
        </p:nvSpPr>
        <p:spPr>
          <a:xfrm>
            <a:off x="6705167" y="5145077"/>
            <a:ext cx="3796494" cy="6423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67692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19" name="Google Shape;1319;p168"/>
          <p:cNvSpPr txBox="1"/>
          <p:nvPr>
            <p:ph idx="7" type="body"/>
          </p:nvPr>
        </p:nvSpPr>
        <p:spPr>
          <a:xfrm>
            <a:off x="6705167" y="4831540"/>
            <a:ext cx="3796494" cy="3696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20" name="Google Shape;1320;p168"/>
          <p:cNvSpPr/>
          <p:nvPr>
            <p:ph idx="8" type="chart"/>
          </p:nvPr>
        </p:nvSpPr>
        <p:spPr>
          <a:xfrm>
            <a:off x="693283" y="1839181"/>
            <a:ext cx="4498477" cy="391862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21" name="Google Shape;1321;p168"/>
          <p:cNvSpPr txBox="1"/>
          <p:nvPr>
            <p:ph idx="9" type="body"/>
          </p:nvPr>
        </p:nvSpPr>
        <p:spPr>
          <a:xfrm>
            <a:off x="417525" y="835144"/>
            <a:ext cx="5335912" cy="5003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1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2_06_텍스트&amp;그래프">
  <p:cSld name="12_06_텍스트&amp;그래프">
    <p:spTree>
      <p:nvGrpSpPr>
        <p:cNvPr id="1322" name="Shape 1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3" name="Google Shape;1323;p169"/>
          <p:cNvSpPr/>
          <p:nvPr/>
        </p:nvSpPr>
        <p:spPr>
          <a:xfrm>
            <a:off x="508000" y="962772"/>
            <a:ext cx="5453479" cy="4940084"/>
          </a:xfrm>
          <a:prstGeom prst="roundRect">
            <a:avLst>
              <a:gd fmla="val 1642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4" name="Google Shape;1324;p169"/>
          <p:cNvSpPr txBox="1"/>
          <p:nvPr>
            <p:ph idx="1" type="body"/>
          </p:nvPr>
        </p:nvSpPr>
        <p:spPr>
          <a:xfrm>
            <a:off x="417525" y="182918"/>
            <a:ext cx="5335912" cy="2605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B3B3B3"/>
              </a:buClr>
              <a:buSzPts val="1100"/>
              <a:buFont typeface="Arial"/>
              <a:buNone/>
              <a:defRPr b="1" i="0" sz="1100" u="none" cap="none" strike="noStrike">
                <a:solidFill>
                  <a:srgbClr val="B3B3B3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25" name="Google Shape;1325;p169"/>
          <p:cNvSpPr/>
          <p:nvPr/>
        </p:nvSpPr>
        <p:spPr>
          <a:xfrm>
            <a:off x="6228089" y="981075"/>
            <a:ext cx="4307831" cy="2336289"/>
          </a:xfrm>
          <a:prstGeom prst="roundRect">
            <a:avLst>
              <a:gd fmla="val 1642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6" name="Google Shape;1326;p169"/>
          <p:cNvSpPr txBox="1"/>
          <p:nvPr>
            <p:ph idx="2" type="body"/>
          </p:nvPr>
        </p:nvSpPr>
        <p:spPr>
          <a:xfrm>
            <a:off x="6394449" y="1929095"/>
            <a:ext cx="4039974" cy="6059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41428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27" name="Google Shape;1327;p169"/>
          <p:cNvSpPr txBox="1"/>
          <p:nvPr>
            <p:ph idx="3" type="body"/>
          </p:nvPr>
        </p:nvSpPr>
        <p:spPr>
          <a:xfrm>
            <a:off x="6394449" y="1506816"/>
            <a:ext cx="4039974" cy="3696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  <a:defRPr b="1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28" name="Google Shape;1328;p169"/>
          <p:cNvSpPr txBox="1"/>
          <p:nvPr>
            <p:ph idx="4" type="body"/>
          </p:nvPr>
        </p:nvSpPr>
        <p:spPr>
          <a:xfrm>
            <a:off x="6394449" y="1205367"/>
            <a:ext cx="4039974" cy="2682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29" name="Google Shape;1329;p169"/>
          <p:cNvSpPr/>
          <p:nvPr/>
        </p:nvSpPr>
        <p:spPr>
          <a:xfrm>
            <a:off x="6228089" y="3546986"/>
            <a:ext cx="4307831" cy="2336289"/>
          </a:xfrm>
          <a:prstGeom prst="roundRect">
            <a:avLst>
              <a:gd fmla="val 1642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0" name="Google Shape;1330;p169"/>
          <p:cNvSpPr txBox="1"/>
          <p:nvPr>
            <p:ph idx="5" type="body"/>
          </p:nvPr>
        </p:nvSpPr>
        <p:spPr>
          <a:xfrm>
            <a:off x="6394449" y="4495006"/>
            <a:ext cx="4039974" cy="6059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48571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31" name="Google Shape;1331;p169"/>
          <p:cNvSpPr txBox="1"/>
          <p:nvPr>
            <p:ph idx="6" type="body"/>
          </p:nvPr>
        </p:nvSpPr>
        <p:spPr>
          <a:xfrm>
            <a:off x="6394449" y="4072727"/>
            <a:ext cx="4039974" cy="3696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  <a:defRPr b="1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32" name="Google Shape;1332;p169"/>
          <p:cNvSpPr txBox="1"/>
          <p:nvPr>
            <p:ph idx="7" type="body"/>
          </p:nvPr>
        </p:nvSpPr>
        <p:spPr>
          <a:xfrm>
            <a:off x="6394449" y="3771278"/>
            <a:ext cx="4039974" cy="2682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33" name="Google Shape;1333;p169"/>
          <p:cNvSpPr/>
          <p:nvPr>
            <p:ph idx="8" type="chart"/>
          </p:nvPr>
        </p:nvSpPr>
        <p:spPr>
          <a:xfrm>
            <a:off x="752072" y="1203784"/>
            <a:ext cx="4945091" cy="445418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34" name="Google Shape;1334;p169"/>
          <p:cNvSpPr txBox="1"/>
          <p:nvPr>
            <p:ph idx="9" type="body"/>
          </p:nvPr>
        </p:nvSpPr>
        <p:spPr>
          <a:xfrm>
            <a:off x="6394449" y="2562716"/>
            <a:ext cx="4039974" cy="608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43636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35" name="Google Shape;1335;p169"/>
          <p:cNvSpPr txBox="1"/>
          <p:nvPr>
            <p:ph idx="13" type="body"/>
          </p:nvPr>
        </p:nvSpPr>
        <p:spPr>
          <a:xfrm>
            <a:off x="6394449" y="5110445"/>
            <a:ext cx="4039974" cy="608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43636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2_07_텍스트&amp;그래프">
  <p:cSld name="12_07_텍스트&amp;그래프">
    <p:spTree>
      <p:nvGrpSpPr>
        <p:cNvPr id="1336" name="Shape 1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7" name="Google Shape;1337;p170"/>
          <p:cNvSpPr txBox="1"/>
          <p:nvPr>
            <p:ph idx="1" type="body"/>
          </p:nvPr>
        </p:nvSpPr>
        <p:spPr>
          <a:xfrm>
            <a:off x="417525" y="182918"/>
            <a:ext cx="5335912" cy="2605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B3B3B3"/>
              </a:buClr>
              <a:buSzPts val="1100"/>
              <a:buFont typeface="Arial"/>
              <a:buNone/>
              <a:defRPr b="1" i="0" sz="1100" u="none" cap="none" strike="noStrike">
                <a:solidFill>
                  <a:srgbClr val="B3B3B3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38" name="Google Shape;1338;p170"/>
          <p:cNvSpPr/>
          <p:nvPr/>
        </p:nvSpPr>
        <p:spPr>
          <a:xfrm>
            <a:off x="5080000" y="962772"/>
            <a:ext cx="5453479" cy="4970658"/>
          </a:xfrm>
          <a:prstGeom prst="roundRect">
            <a:avLst>
              <a:gd fmla="val 1642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9" name="Google Shape;1339;p170"/>
          <p:cNvSpPr/>
          <p:nvPr>
            <p:ph idx="2" type="chart"/>
          </p:nvPr>
        </p:nvSpPr>
        <p:spPr>
          <a:xfrm>
            <a:off x="5361259" y="1231214"/>
            <a:ext cx="4880021" cy="43955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40" name="Google Shape;1340;p170"/>
          <p:cNvSpPr txBox="1"/>
          <p:nvPr>
            <p:ph idx="3" type="body"/>
          </p:nvPr>
        </p:nvSpPr>
        <p:spPr>
          <a:xfrm>
            <a:off x="417525" y="1739384"/>
            <a:ext cx="4449115" cy="5003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1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41" name="Google Shape;1341;p170"/>
          <p:cNvSpPr txBox="1"/>
          <p:nvPr>
            <p:ph idx="4" type="body"/>
          </p:nvPr>
        </p:nvSpPr>
        <p:spPr>
          <a:xfrm>
            <a:off x="417525" y="2634576"/>
            <a:ext cx="4039974" cy="3696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  <a:defRPr b="1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42" name="Google Shape;1342;p170"/>
          <p:cNvSpPr txBox="1"/>
          <p:nvPr>
            <p:ph idx="5" type="body"/>
          </p:nvPr>
        </p:nvSpPr>
        <p:spPr>
          <a:xfrm>
            <a:off x="417525" y="2333127"/>
            <a:ext cx="4039974" cy="2682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43" name="Google Shape;1343;p170"/>
          <p:cNvSpPr txBox="1"/>
          <p:nvPr>
            <p:ph idx="6" type="body"/>
          </p:nvPr>
        </p:nvSpPr>
        <p:spPr>
          <a:xfrm>
            <a:off x="417525" y="4242294"/>
            <a:ext cx="4039974" cy="3696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  <a:defRPr b="1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44" name="Google Shape;1344;p170"/>
          <p:cNvSpPr txBox="1"/>
          <p:nvPr>
            <p:ph idx="7" type="body"/>
          </p:nvPr>
        </p:nvSpPr>
        <p:spPr>
          <a:xfrm>
            <a:off x="417525" y="3940845"/>
            <a:ext cx="4039974" cy="2682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45" name="Google Shape;1345;p170"/>
          <p:cNvSpPr txBox="1"/>
          <p:nvPr>
            <p:ph idx="8" type="body"/>
          </p:nvPr>
        </p:nvSpPr>
        <p:spPr>
          <a:xfrm>
            <a:off x="417525" y="3088183"/>
            <a:ext cx="4039974" cy="6541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48571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cxnSp>
        <p:nvCxnSpPr>
          <p:cNvPr id="1346" name="Google Shape;1346;p170"/>
          <p:cNvCxnSpPr/>
          <p:nvPr/>
        </p:nvCxnSpPr>
        <p:spPr>
          <a:xfrm>
            <a:off x="501696" y="3757950"/>
            <a:ext cx="4128119" cy="0"/>
          </a:xfrm>
          <a:prstGeom prst="straightConnector1">
            <a:avLst/>
          </a:prstGeom>
          <a:noFill/>
          <a:ln cap="flat" cmpd="sng" w="9525">
            <a:solidFill>
              <a:srgbClr val="5B5B5B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347" name="Google Shape;1347;p170"/>
          <p:cNvSpPr txBox="1"/>
          <p:nvPr>
            <p:ph idx="9" type="body"/>
          </p:nvPr>
        </p:nvSpPr>
        <p:spPr>
          <a:xfrm>
            <a:off x="417525" y="4686162"/>
            <a:ext cx="4039974" cy="6541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48571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2_08_텍스트&amp;그래프">
  <p:cSld name="12_08_텍스트&amp;그래프">
    <p:spTree>
      <p:nvGrpSpPr>
        <p:cNvPr id="1348" name="Shape 1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9" name="Google Shape;1349;p171"/>
          <p:cNvSpPr txBox="1"/>
          <p:nvPr>
            <p:ph idx="1" type="body"/>
          </p:nvPr>
        </p:nvSpPr>
        <p:spPr>
          <a:xfrm>
            <a:off x="417525" y="182918"/>
            <a:ext cx="5335912" cy="2605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B3B3B3"/>
              </a:buClr>
              <a:buSzPts val="1100"/>
              <a:buFont typeface="Arial"/>
              <a:buNone/>
              <a:defRPr b="1" i="0" sz="1100" u="none" cap="none" strike="noStrike">
                <a:solidFill>
                  <a:srgbClr val="B3B3B3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cxnSp>
        <p:nvCxnSpPr>
          <p:cNvPr id="1350" name="Google Shape;1350;p171"/>
          <p:cNvCxnSpPr/>
          <p:nvPr/>
        </p:nvCxnSpPr>
        <p:spPr>
          <a:xfrm>
            <a:off x="1991360" y="1656080"/>
            <a:ext cx="0" cy="424688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351" name="Google Shape;1351;p171"/>
          <p:cNvCxnSpPr/>
          <p:nvPr/>
        </p:nvCxnSpPr>
        <p:spPr>
          <a:xfrm rot="10800000">
            <a:off x="518160" y="5486400"/>
            <a:ext cx="1001776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352" name="Google Shape;1352;p171"/>
          <p:cNvCxnSpPr/>
          <p:nvPr/>
        </p:nvCxnSpPr>
        <p:spPr>
          <a:xfrm>
            <a:off x="2804160" y="1656080"/>
            <a:ext cx="0" cy="383032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triangle"/>
            <a:tailEnd len="sm" w="sm" type="none"/>
          </a:ln>
        </p:spPr>
      </p:cxnSp>
      <p:cxnSp>
        <p:nvCxnSpPr>
          <p:cNvPr id="1353" name="Google Shape;1353;p171"/>
          <p:cNvCxnSpPr/>
          <p:nvPr/>
        </p:nvCxnSpPr>
        <p:spPr>
          <a:xfrm rot="10800000">
            <a:off x="1991360" y="4851400"/>
            <a:ext cx="854456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triangle"/>
            <a:tailEnd len="sm" w="sm" type="none"/>
          </a:ln>
        </p:spPr>
      </p:cxnSp>
      <p:cxnSp>
        <p:nvCxnSpPr>
          <p:cNvPr id="1354" name="Google Shape;1354;p171"/>
          <p:cNvCxnSpPr/>
          <p:nvPr/>
        </p:nvCxnSpPr>
        <p:spPr>
          <a:xfrm rot="10800000">
            <a:off x="2804160" y="1717040"/>
            <a:ext cx="7731760" cy="0"/>
          </a:xfrm>
          <a:prstGeom prst="straightConnector1">
            <a:avLst/>
          </a:prstGeom>
          <a:noFill/>
          <a:ln cap="rnd" cmpd="sng" w="9525">
            <a:solidFill>
              <a:schemeClr val="accent6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1355" name="Google Shape;1355;p171"/>
          <p:cNvCxnSpPr/>
          <p:nvPr/>
        </p:nvCxnSpPr>
        <p:spPr>
          <a:xfrm rot="10800000">
            <a:off x="2804160" y="2343912"/>
            <a:ext cx="7731760" cy="0"/>
          </a:xfrm>
          <a:prstGeom prst="straightConnector1">
            <a:avLst/>
          </a:prstGeom>
          <a:noFill/>
          <a:ln cap="rnd" cmpd="sng" w="9525">
            <a:solidFill>
              <a:schemeClr val="accent6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1356" name="Google Shape;1356;p171"/>
          <p:cNvCxnSpPr/>
          <p:nvPr/>
        </p:nvCxnSpPr>
        <p:spPr>
          <a:xfrm rot="10800000">
            <a:off x="2804160" y="2970784"/>
            <a:ext cx="7731760" cy="0"/>
          </a:xfrm>
          <a:prstGeom prst="straightConnector1">
            <a:avLst/>
          </a:prstGeom>
          <a:noFill/>
          <a:ln cap="rnd" cmpd="sng" w="9525">
            <a:solidFill>
              <a:schemeClr val="accent6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1357" name="Google Shape;1357;p171"/>
          <p:cNvCxnSpPr/>
          <p:nvPr/>
        </p:nvCxnSpPr>
        <p:spPr>
          <a:xfrm rot="10800000">
            <a:off x="2804160" y="3597656"/>
            <a:ext cx="7731760" cy="0"/>
          </a:xfrm>
          <a:prstGeom prst="straightConnector1">
            <a:avLst/>
          </a:prstGeom>
          <a:noFill/>
          <a:ln cap="rnd" cmpd="sng" w="9525">
            <a:solidFill>
              <a:schemeClr val="accent6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1358" name="Google Shape;1358;p171"/>
          <p:cNvCxnSpPr/>
          <p:nvPr/>
        </p:nvCxnSpPr>
        <p:spPr>
          <a:xfrm rot="10800000">
            <a:off x="2804160" y="4224528"/>
            <a:ext cx="7731760" cy="0"/>
          </a:xfrm>
          <a:prstGeom prst="straightConnector1">
            <a:avLst/>
          </a:prstGeom>
          <a:noFill/>
          <a:ln cap="rnd" cmpd="sng" w="9525">
            <a:solidFill>
              <a:schemeClr val="accent6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1359" name="Google Shape;1359;p171"/>
          <p:cNvSpPr txBox="1"/>
          <p:nvPr>
            <p:ph idx="2" type="body"/>
          </p:nvPr>
        </p:nvSpPr>
        <p:spPr>
          <a:xfrm>
            <a:off x="417525" y="2950972"/>
            <a:ext cx="1462075" cy="126542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Arial"/>
              <a:buNone/>
              <a:defRPr b="1" i="0" sz="22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60" name="Google Shape;1360;p171"/>
          <p:cNvSpPr txBox="1"/>
          <p:nvPr>
            <p:ph idx="3" type="body"/>
          </p:nvPr>
        </p:nvSpPr>
        <p:spPr>
          <a:xfrm>
            <a:off x="1991361" y="5592573"/>
            <a:ext cx="8544552" cy="5125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Arial"/>
              <a:buNone/>
              <a:defRPr b="1" i="0" sz="22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61" name="Google Shape;1361;p171"/>
          <p:cNvSpPr txBox="1"/>
          <p:nvPr>
            <p:ph idx="4" type="body"/>
          </p:nvPr>
        </p:nvSpPr>
        <p:spPr>
          <a:xfrm>
            <a:off x="1991361" y="4911853"/>
            <a:ext cx="812798" cy="5125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62" name="Google Shape;1362;p171"/>
          <p:cNvSpPr txBox="1"/>
          <p:nvPr>
            <p:ph idx="5" type="body"/>
          </p:nvPr>
        </p:nvSpPr>
        <p:spPr>
          <a:xfrm>
            <a:off x="1991361" y="1487933"/>
            <a:ext cx="812798" cy="5125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63" name="Google Shape;1363;p171"/>
          <p:cNvSpPr txBox="1"/>
          <p:nvPr>
            <p:ph idx="6" type="body"/>
          </p:nvPr>
        </p:nvSpPr>
        <p:spPr>
          <a:xfrm>
            <a:off x="9977121" y="4911853"/>
            <a:ext cx="812798" cy="5125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64" name="Google Shape;1364;p171"/>
          <p:cNvSpPr txBox="1"/>
          <p:nvPr>
            <p:ph idx="7" type="body"/>
          </p:nvPr>
        </p:nvSpPr>
        <p:spPr>
          <a:xfrm>
            <a:off x="4859730" y="3652013"/>
            <a:ext cx="2336791" cy="5125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34285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65" name="Google Shape;1365;p171"/>
          <p:cNvSpPr txBox="1"/>
          <p:nvPr>
            <p:ph idx="8" type="body"/>
          </p:nvPr>
        </p:nvSpPr>
        <p:spPr>
          <a:xfrm>
            <a:off x="6929135" y="2707386"/>
            <a:ext cx="2336791" cy="5125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66" name="Google Shape;1366;p171"/>
          <p:cNvSpPr txBox="1"/>
          <p:nvPr>
            <p:ph idx="9" type="body"/>
          </p:nvPr>
        </p:nvSpPr>
        <p:spPr>
          <a:xfrm>
            <a:off x="9001763" y="1774190"/>
            <a:ext cx="2336791" cy="5125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67" name="Google Shape;1367;p171"/>
          <p:cNvSpPr txBox="1"/>
          <p:nvPr>
            <p:ph idx="13" type="body"/>
          </p:nvPr>
        </p:nvSpPr>
        <p:spPr>
          <a:xfrm>
            <a:off x="417525" y="835144"/>
            <a:ext cx="5335912" cy="5003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1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3_01_텍스트&amp;이미지1단">
  <p:cSld name="13_01_텍스트&amp;이미지1단">
    <p:spTree>
      <p:nvGrpSpPr>
        <p:cNvPr id="1368" name="Shape 1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9" name="Google Shape;1369;p172"/>
          <p:cNvSpPr txBox="1"/>
          <p:nvPr>
            <p:ph idx="1" type="body"/>
          </p:nvPr>
        </p:nvSpPr>
        <p:spPr>
          <a:xfrm>
            <a:off x="417525" y="182918"/>
            <a:ext cx="5335912" cy="2605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B3B3B3"/>
              </a:buClr>
              <a:buSzPts val="1100"/>
              <a:buFont typeface="Arial"/>
              <a:buNone/>
              <a:defRPr b="1" i="0" sz="1100" u="none" cap="none" strike="noStrike">
                <a:solidFill>
                  <a:srgbClr val="B3B3B3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70" name="Google Shape;1370;p172"/>
          <p:cNvSpPr txBox="1"/>
          <p:nvPr>
            <p:ph idx="2" type="body"/>
          </p:nvPr>
        </p:nvSpPr>
        <p:spPr>
          <a:xfrm>
            <a:off x="417525" y="2356318"/>
            <a:ext cx="4440914" cy="115937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26666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b="1" i="0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71" name="Google Shape;1371;p172"/>
          <p:cNvSpPr txBox="1"/>
          <p:nvPr>
            <p:ph idx="3" type="body"/>
          </p:nvPr>
        </p:nvSpPr>
        <p:spPr>
          <a:xfrm>
            <a:off x="417526" y="3695989"/>
            <a:ext cx="4440914" cy="7596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>
            <a:lvl1pPr indent="-228600" lvl="0" marL="457200" marR="0" rtl="0"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72" name="Google Shape;1372;p172"/>
          <p:cNvSpPr/>
          <p:nvPr>
            <p:ph idx="4" type="pic"/>
          </p:nvPr>
        </p:nvSpPr>
        <p:spPr>
          <a:xfrm>
            <a:off x="5104254" y="981075"/>
            <a:ext cx="5438775" cy="49022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3_02_텍스트&amp;이미지1단">
  <p:cSld name="13_02_텍스트&amp;이미지1단">
    <p:spTree>
      <p:nvGrpSpPr>
        <p:cNvPr id="1373" name="Shape 1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4" name="Google Shape;1374;p173"/>
          <p:cNvSpPr txBox="1"/>
          <p:nvPr>
            <p:ph idx="1" type="body"/>
          </p:nvPr>
        </p:nvSpPr>
        <p:spPr>
          <a:xfrm>
            <a:off x="417525" y="182918"/>
            <a:ext cx="5335912" cy="2605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B3B3B3"/>
              </a:buClr>
              <a:buSzPts val="1100"/>
              <a:buFont typeface="Arial"/>
              <a:buNone/>
              <a:defRPr b="1" i="0" sz="1100" u="none" cap="none" strike="noStrike">
                <a:solidFill>
                  <a:srgbClr val="B3B3B3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75" name="Google Shape;1375;p173"/>
          <p:cNvSpPr txBox="1"/>
          <p:nvPr>
            <p:ph idx="2" type="body"/>
          </p:nvPr>
        </p:nvSpPr>
        <p:spPr>
          <a:xfrm>
            <a:off x="517750" y="5285013"/>
            <a:ext cx="10022400" cy="400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  <a:defRPr b="1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76" name="Google Shape;1376;p173"/>
          <p:cNvSpPr txBox="1"/>
          <p:nvPr>
            <p:ph idx="3" type="body"/>
          </p:nvPr>
        </p:nvSpPr>
        <p:spPr>
          <a:xfrm>
            <a:off x="517751" y="5698115"/>
            <a:ext cx="10022400" cy="3180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>
            <a:lvl1pPr indent="-228600" lvl="0" marL="457200" marR="0" rtl="0" algn="ctr">
              <a:lnSpc>
                <a:spcPct val="134285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77" name="Google Shape;1377;p173"/>
          <p:cNvSpPr/>
          <p:nvPr>
            <p:ph idx="4" type="pic"/>
          </p:nvPr>
        </p:nvSpPr>
        <p:spPr>
          <a:xfrm>
            <a:off x="517751" y="981075"/>
            <a:ext cx="10022400" cy="4225201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3_03_텍스트&amp;이미지1단">
  <p:cSld name="13_03_텍스트&amp;이미지1단">
    <p:spTree>
      <p:nvGrpSpPr>
        <p:cNvPr id="1378" name="Shape 1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9" name="Google Shape;1379;p174"/>
          <p:cNvSpPr txBox="1"/>
          <p:nvPr>
            <p:ph idx="1" type="body"/>
          </p:nvPr>
        </p:nvSpPr>
        <p:spPr>
          <a:xfrm>
            <a:off x="417525" y="182918"/>
            <a:ext cx="5335912" cy="2605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B3B3B3"/>
              </a:buClr>
              <a:buSzPts val="1100"/>
              <a:buFont typeface="Arial"/>
              <a:buNone/>
              <a:defRPr b="1" i="0" sz="1100" u="none" cap="none" strike="noStrike">
                <a:solidFill>
                  <a:srgbClr val="B3B3B3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80" name="Google Shape;1380;p174"/>
          <p:cNvSpPr/>
          <p:nvPr>
            <p:ph idx="2" type="pic"/>
          </p:nvPr>
        </p:nvSpPr>
        <p:spPr>
          <a:xfrm>
            <a:off x="522925" y="1659074"/>
            <a:ext cx="10020104" cy="4225201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1381" name="Google Shape;1381;p174"/>
          <p:cNvSpPr txBox="1"/>
          <p:nvPr>
            <p:ph idx="3" type="body"/>
          </p:nvPr>
        </p:nvSpPr>
        <p:spPr>
          <a:xfrm>
            <a:off x="417525" y="835144"/>
            <a:ext cx="5335912" cy="5003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1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3_04_텍스트&amp;이미지1단">
  <p:cSld name="13_04_텍스트&amp;이미지1단">
    <p:spTree>
      <p:nvGrpSpPr>
        <p:cNvPr id="1382" name="Shape 1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3" name="Google Shape;1383;p175"/>
          <p:cNvSpPr txBox="1"/>
          <p:nvPr>
            <p:ph idx="1" type="body"/>
          </p:nvPr>
        </p:nvSpPr>
        <p:spPr>
          <a:xfrm>
            <a:off x="417525" y="182918"/>
            <a:ext cx="5335912" cy="2605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B3B3B3"/>
              </a:buClr>
              <a:buSzPts val="1100"/>
              <a:buFont typeface="Arial"/>
              <a:buNone/>
              <a:defRPr b="1" i="0" sz="1100" u="none" cap="none" strike="noStrike">
                <a:solidFill>
                  <a:srgbClr val="B3B3B3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84" name="Google Shape;1384;p175"/>
          <p:cNvSpPr/>
          <p:nvPr>
            <p:ph idx="2" type="pic"/>
          </p:nvPr>
        </p:nvSpPr>
        <p:spPr>
          <a:xfrm>
            <a:off x="522925" y="981075"/>
            <a:ext cx="5438775" cy="49022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1385" name="Google Shape;1385;p175"/>
          <p:cNvSpPr txBox="1"/>
          <p:nvPr>
            <p:ph idx="3" type="body"/>
          </p:nvPr>
        </p:nvSpPr>
        <p:spPr>
          <a:xfrm>
            <a:off x="6134178" y="2356318"/>
            <a:ext cx="4440914" cy="115937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26666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b="1" i="0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86" name="Google Shape;1386;p175"/>
          <p:cNvSpPr txBox="1"/>
          <p:nvPr>
            <p:ph idx="4" type="body"/>
          </p:nvPr>
        </p:nvSpPr>
        <p:spPr>
          <a:xfrm>
            <a:off x="6134179" y="3695989"/>
            <a:ext cx="4440914" cy="7596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>
            <a:lvl1pPr indent="-228600" lvl="0" marL="457200" marR="0" rtl="0"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3_05_텍스트&amp;이미지1단">
  <p:cSld name="13_05_텍스트&amp;이미지1단">
    <p:spTree>
      <p:nvGrpSpPr>
        <p:cNvPr id="1387" name="Shape 1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8" name="Google Shape;1388;p176"/>
          <p:cNvSpPr/>
          <p:nvPr>
            <p:ph idx="2" type="pic"/>
          </p:nvPr>
        </p:nvSpPr>
        <p:spPr>
          <a:xfrm>
            <a:off x="522925" y="1659074"/>
            <a:ext cx="5477340" cy="42252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1389" name="Google Shape;1389;p176"/>
          <p:cNvSpPr txBox="1"/>
          <p:nvPr>
            <p:ph idx="1" type="body"/>
          </p:nvPr>
        </p:nvSpPr>
        <p:spPr>
          <a:xfrm>
            <a:off x="417525" y="182918"/>
            <a:ext cx="5335912" cy="2605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B3B3B3"/>
              </a:buClr>
              <a:buSzPts val="1100"/>
              <a:buFont typeface="Arial"/>
              <a:buNone/>
              <a:defRPr b="1" i="0" sz="1100" u="none" cap="none" strike="noStrike">
                <a:solidFill>
                  <a:srgbClr val="B3B3B3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90" name="Google Shape;1390;p176"/>
          <p:cNvSpPr/>
          <p:nvPr>
            <p:ph idx="3" type="body"/>
          </p:nvPr>
        </p:nvSpPr>
        <p:spPr>
          <a:xfrm>
            <a:off x="5083728" y="1900280"/>
            <a:ext cx="5436490" cy="1072095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>
            <a:lvl1pPr indent="-228600" lvl="0" marL="457200" marR="0" rtl="0" algn="l">
              <a:lnSpc>
                <a:spcPct val="134285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91" name="Google Shape;1391;p176"/>
          <p:cNvSpPr/>
          <p:nvPr>
            <p:ph idx="4" type="body"/>
          </p:nvPr>
        </p:nvSpPr>
        <p:spPr>
          <a:xfrm>
            <a:off x="5083728" y="3255380"/>
            <a:ext cx="5436490" cy="1072095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>
            <a:lvl1pPr indent="-228600" lvl="0" marL="457200" marR="0" rtl="0" algn="l">
              <a:lnSpc>
                <a:spcPct val="91428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92" name="Google Shape;1392;p176"/>
          <p:cNvSpPr/>
          <p:nvPr>
            <p:ph idx="5" type="body"/>
          </p:nvPr>
        </p:nvSpPr>
        <p:spPr>
          <a:xfrm>
            <a:off x="5083728" y="4573055"/>
            <a:ext cx="5436490" cy="1072095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>
            <a:lvl1pPr indent="-228600" lvl="0" marL="457200" marR="0" rtl="0" algn="l">
              <a:lnSpc>
                <a:spcPct val="91428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93" name="Google Shape;1393;p176"/>
          <p:cNvSpPr txBox="1"/>
          <p:nvPr>
            <p:ph idx="6" type="body"/>
          </p:nvPr>
        </p:nvSpPr>
        <p:spPr>
          <a:xfrm>
            <a:off x="417525" y="835144"/>
            <a:ext cx="5335912" cy="5003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1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3_06_텍스트&amp;이미지1단">
  <p:cSld name="13_06_텍스트&amp;이미지1단">
    <p:spTree>
      <p:nvGrpSpPr>
        <p:cNvPr id="1394" name="Shape 1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5" name="Google Shape;1395;p177"/>
          <p:cNvSpPr txBox="1"/>
          <p:nvPr>
            <p:ph idx="1" type="body"/>
          </p:nvPr>
        </p:nvSpPr>
        <p:spPr>
          <a:xfrm>
            <a:off x="417525" y="182918"/>
            <a:ext cx="5335912" cy="2605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B3B3B3"/>
              </a:buClr>
              <a:buSzPts val="1100"/>
              <a:buFont typeface="Arial"/>
              <a:buNone/>
              <a:defRPr b="1" i="0" sz="1100" u="none" cap="none" strike="noStrike">
                <a:solidFill>
                  <a:srgbClr val="B3B3B3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96" name="Google Shape;1396;p177"/>
          <p:cNvSpPr txBox="1"/>
          <p:nvPr>
            <p:ph idx="2" type="body"/>
          </p:nvPr>
        </p:nvSpPr>
        <p:spPr>
          <a:xfrm>
            <a:off x="479380" y="3907794"/>
            <a:ext cx="2396361" cy="400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  <a:defRPr b="1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97" name="Google Shape;1397;p177"/>
          <p:cNvSpPr txBox="1"/>
          <p:nvPr>
            <p:ph idx="3" type="body"/>
          </p:nvPr>
        </p:nvSpPr>
        <p:spPr>
          <a:xfrm>
            <a:off x="479380" y="4409032"/>
            <a:ext cx="2396361" cy="6940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148571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98" name="Google Shape;1398;p177"/>
          <p:cNvSpPr txBox="1"/>
          <p:nvPr>
            <p:ph idx="4" type="body"/>
          </p:nvPr>
        </p:nvSpPr>
        <p:spPr>
          <a:xfrm>
            <a:off x="479380" y="5103093"/>
            <a:ext cx="2396361" cy="6940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144615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99" name="Google Shape;1399;p177"/>
          <p:cNvSpPr txBox="1"/>
          <p:nvPr>
            <p:ph idx="5" type="body"/>
          </p:nvPr>
        </p:nvSpPr>
        <p:spPr>
          <a:xfrm>
            <a:off x="3057327" y="3907794"/>
            <a:ext cx="2396361" cy="400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  <a:defRPr b="1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00" name="Google Shape;1400;p177"/>
          <p:cNvSpPr txBox="1"/>
          <p:nvPr>
            <p:ph idx="6" type="body"/>
          </p:nvPr>
        </p:nvSpPr>
        <p:spPr>
          <a:xfrm>
            <a:off x="3057327" y="4409032"/>
            <a:ext cx="2396361" cy="6940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148571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01" name="Google Shape;1401;p177"/>
          <p:cNvSpPr txBox="1"/>
          <p:nvPr>
            <p:ph idx="7" type="body"/>
          </p:nvPr>
        </p:nvSpPr>
        <p:spPr>
          <a:xfrm>
            <a:off x="5635274" y="3907794"/>
            <a:ext cx="2396361" cy="400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  <a:defRPr b="1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02" name="Google Shape;1402;p177"/>
          <p:cNvSpPr txBox="1"/>
          <p:nvPr>
            <p:ph idx="8" type="body"/>
          </p:nvPr>
        </p:nvSpPr>
        <p:spPr>
          <a:xfrm>
            <a:off x="5635274" y="4409032"/>
            <a:ext cx="2396361" cy="6940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148571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03" name="Google Shape;1403;p177"/>
          <p:cNvSpPr txBox="1"/>
          <p:nvPr>
            <p:ph idx="9" type="body"/>
          </p:nvPr>
        </p:nvSpPr>
        <p:spPr>
          <a:xfrm>
            <a:off x="8213221" y="3907794"/>
            <a:ext cx="2396361" cy="400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  <a:defRPr b="1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04" name="Google Shape;1404;p177"/>
          <p:cNvSpPr txBox="1"/>
          <p:nvPr>
            <p:ph idx="13" type="body"/>
          </p:nvPr>
        </p:nvSpPr>
        <p:spPr>
          <a:xfrm>
            <a:off x="8213221" y="4409032"/>
            <a:ext cx="2396361" cy="6940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148571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05" name="Google Shape;1405;p177"/>
          <p:cNvSpPr txBox="1"/>
          <p:nvPr>
            <p:ph idx="14" type="body"/>
          </p:nvPr>
        </p:nvSpPr>
        <p:spPr>
          <a:xfrm>
            <a:off x="3057326" y="5103093"/>
            <a:ext cx="2396361" cy="6940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144615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06" name="Google Shape;1406;p177"/>
          <p:cNvSpPr txBox="1"/>
          <p:nvPr>
            <p:ph idx="15" type="body"/>
          </p:nvPr>
        </p:nvSpPr>
        <p:spPr>
          <a:xfrm>
            <a:off x="5635272" y="5103093"/>
            <a:ext cx="2396361" cy="6940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144615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07" name="Google Shape;1407;p177"/>
          <p:cNvSpPr txBox="1"/>
          <p:nvPr>
            <p:ph idx="16" type="body"/>
          </p:nvPr>
        </p:nvSpPr>
        <p:spPr>
          <a:xfrm>
            <a:off x="8213217" y="5103093"/>
            <a:ext cx="2396361" cy="6940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144615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08" name="Google Shape;1408;p177"/>
          <p:cNvSpPr/>
          <p:nvPr>
            <p:ph idx="17" type="pic"/>
          </p:nvPr>
        </p:nvSpPr>
        <p:spPr>
          <a:xfrm>
            <a:off x="522925" y="981075"/>
            <a:ext cx="10020104" cy="23040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3_07_텍스트&amp;이미지1단">
  <p:cSld name="13_07_텍스트&amp;이미지1단">
    <p:spTree>
      <p:nvGrpSpPr>
        <p:cNvPr id="1409" name="Shape 1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0" name="Google Shape;1410;p178"/>
          <p:cNvSpPr txBox="1"/>
          <p:nvPr>
            <p:ph idx="1" type="body"/>
          </p:nvPr>
        </p:nvSpPr>
        <p:spPr>
          <a:xfrm>
            <a:off x="417525" y="182918"/>
            <a:ext cx="5335912" cy="2605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B3B3B3"/>
              </a:buClr>
              <a:buSzPts val="1100"/>
              <a:buFont typeface="Arial"/>
              <a:buNone/>
              <a:defRPr b="1" i="0" sz="1100" u="none" cap="none" strike="noStrike">
                <a:solidFill>
                  <a:srgbClr val="B3B3B3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11" name="Google Shape;1411;p178"/>
          <p:cNvSpPr/>
          <p:nvPr>
            <p:ph idx="2" type="pic"/>
          </p:nvPr>
        </p:nvSpPr>
        <p:spPr>
          <a:xfrm>
            <a:off x="3413272" y="1692126"/>
            <a:ext cx="4221417" cy="4198605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1412" name="Google Shape;1412;p178"/>
          <p:cNvSpPr/>
          <p:nvPr>
            <p:ph idx="3" type="body"/>
          </p:nvPr>
        </p:nvSpPr>
        <p:spPr>
          <a:xfrm>
            <a:off x="7083846" y="2134947"/>
            <a:ext cx="3436372" cy="149845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>
            <a:lvl1pPr indent="-228600" lvl="0" marL="457200" marR="0" rtl="0" algn="ctr">
              <a:lnSpc>
                <a:spcPct val="91428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13" name="Google Shape;1413;p178"/>
          <p:cNvSpPr/>
          <p:nvPr>
            <p:ph idx="4" type="body"/>
          </p:nvPr>
        </p:nvSpPr>
        <p:spPr>
          <a:xfrm>
            <a:off x="7083846" y="3933066"/>
            <a:ext cx="3436372" cy="149845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>
            <a:lvl1pPr indent="-228600" lvl="0" marL="457200" marR="0" rtl="0" algn="ctr">
              <a:lnSpc>
                <a:spcPct val="91428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14" name="Google Shape;1414;p178"/>
          <p:cNvSpPr/>
          <p:nvPr>
            <p:ph idx="5" type="body"/>
          </p:nvPr>
        </p:nvSpPr>
        <p:spPr>
          <a:xfrm>
            <a:off x="504818" y="2134947"/>
            <a:ext cx="3436372" cy="149845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>
            <a:lvl1pPr indent="-228600" lvl="0" marL="457200" marR="0" rtl="0" algn="ctr">
              <a:lnSpc>
                <a:spcPct val="148571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15" name="Google Shape;1415;p178"/>
          <p:cNvSpPr/>
          <p:nvPr>
            <p:ph idx="6" type="body"/>
          </p:nvPr>
        </p:nvSpPr>
        <p:spPr>
          <a:xfrm>
            <a:off x="504818" y="3933066"/>
            <a:ext cx="3436372" cy="149845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>
            <a:lvl1pPr indent="-228600" lvl="0" marL="457200" marR="0" rtl="0" algn="ctr">
              <a:lnSpc>
                <a:spcPct val="91428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16" name="Google Shape;1416;p178"/>
          <p:cNvSpPr txBox="1"/>
          <p:nvPr>
            <p:ph idx="7" type="body"/>
          </p:nvPr>
        </p:nvSpPr>
        <p:spPr>
          <a:xfrm>
            <a:off x="417525" y="835144"/>
            <a:ext cx="5335912" cy="5003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1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3_08_텍스트&amp;이미지1단">
  <p:cSld name="13_08_텍스트&amp;이미지1단">
    <p:spTree>
      <p:nvGrpSpPr>
        <p:cNvPr id="1417" name="Shape 1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8" name="Google Shape;1418;p179"/>
          <p:cNvSpPr/>
          <p:nvPr>
            <p:ph idx="2" type="pic"/>
          </p:nvPr>
        </p:nvSpPr>
        <p:spPr>
          <a:xfrm>
            <a:off x="522925" y="1659074"/>
            <a:ext cx="10020104" cy="1967779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1419" name="Google Shape;1419;p179"/>
          <p:cNvSpPr txBox="1"/>
          <p:nvPr>
            <p:ph idx="1" type="body"/>
          </p:nvPr>
        </p:nvSpPr>
        <p:spPr>
          <a:xfrm>
            <a:off x="417525" y="182918"/>
            <a:ext cx="5335912" cy="2605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B3B3B3"/>
              </a:buClr>
              <a:buSzPts val="1100"/>
              <a:buFont typeface="Arial"/>
              <a:buNone/>
              <a:defRPr b="1" i="0" sz="1100" u="none" cap="none" strike="noStrike">
                <a:solidFill>
                  <a:srgbClr val="B3B3B3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20" name="Google Shape;1420;p179"/>
          <p:cNvSpPr/>
          <p:nvPr>
            <p:ph idx="3" type="body"/>
          </p:nvPr>
        </p:nvSpPr>
        <p:spPr>
          <a:xfrm>
            <a:off x="516328" y="3897023"/>
            <a:ext cx="1786198" cy="542776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 cap="flat" cmpd="sng" w="222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Arial"/>
              <a:buNone/>
              <a:defRPr b="1" i="0" sz="22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21" name="Google Shape;1421;p179"/>
          <p:cNvSpPr txBox="1"/>
          <p:nvPr>
            <p:ph idx="4" type="body"/>
          </p:nvPr>
        </p:nvSpPr>
        <p:spPr>
          <a:xfrm>
            <a:off x="504818" y="4641774"/>
            <a:ext cx="1823146" cy="15205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48571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22" name="Google Shape;1422;p179"/>
          <p:cNvSpPr/>
          <p:nvPr>
            <p:ph idx="5" type="body"/>
          </p:nvPr>
        </p:nvSpPr>
        <p:spPr>
          <a:xfrm>
            <a:off x="2571835" y="3897023"/>
            <a:ext cx="1786198" cy="542776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 cap="flat" cmpd="sng" w="222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Arial"/>
              <a:buNone/>
              <a:defRPr b="1" i="0" sz="22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23" name="Google Shape;1423;p179"/>
          <p:cNvSpPr/>
          <p:nvPr>
            <p:ph idx="6" type="body"/>
          </p:nvPr>
        </p:nvSpPr>
        <p:spPr>
          <a:xfrm>
            <a:off x="4627342" y="3897023"/>
            <a:ext cx="1786198" cy="542776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 cap="flat" cmpd="sng" w="222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Arial"/>
              <a:buNone/>
              <a:defRPr b="1" i="0" sz="22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24" name="Google Shape;1424;p179"/>
          <p:cNvSpPr/>
          <p:nvPr>
            <p:ph idx="7" type="body"/>
          </p:nvPr>
        </p:nvSpPr>
        <p:spPr>
          <a:xfrm>
            <a:off x="6682849" y="3897023"/>
            <a:ext cx="1786198" cy="542776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 cap="flat" cmpd="sng" w="222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Arial"/>
              <a:buNone/>
              <a:defRPr b="1" i="0" sz="22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25" name="Google Shape;1425;p179"/>
          <p:cNvSpPr/>
          <p:nvPr>
            <p:ph idx="8" type="body"/>
          </p:nvPr>
        </p:nvSpPr>
        <p:spPr>
          <a:xfrm>
            <a:off x="8738357" y="3897023"/>
            <a:ext cx="1786198" cy="542776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 cap="flat" cmpd="sng" w="222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Arial"/>
              <a:buNone/>
              <a:defRPr b="1" i="0" sz="22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26" name="Google Shape;1426;p179"/>
          <p:cNvSpPr txBox="1"/>
          <p:nvPr>
            <p:ph idx="9" type="body"/>
          </p:nvPr>
        </p:nvSpPr>
        <p:spPr>
          <a:xfrm>
            <a:off x="2558584" y="4641774"/>
            <a:ext cx="1823146" cy="15205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48571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27" name="Google Shape;1427;p179"/>
          <p:cNvSpPr txBox="1"/>
          <p:nvPr>
            <p:ph idx="13" type="body"/>
          </p:nvPr>
        </p:nvSpPr>
        <p:spPr>
          <a:xfrm>
            <a:off x="4612350" y="4641774"/>
            <a:ext cx="1823146" cy="15205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48571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28" name="Google Shape;1428;p179"/>
          <p:cNvSpPr txBox="1"/>
          <p:nvPr>
            <p:ph idx="14" type="body"/>
          </p:nvPr>
        </p:nvSpPr>
        <p:spPr>
          <a:xfrm>
            <a:off x="6666116" y="4641774"/>
            <a:ext cx="1823146" cy="15205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48571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29" name="Google Shape;1429;p179"/>
          <p:cNvSpPr txBox="1"/>
          <p:nvPr>
            <p:ph idx="15" type="body"/>
          </p:nvPr>
        </p:nvSpPr>
        <p:spPr>
          <a:xfrm>
            <a:off x="8719883" y="4641774"/>
            <a:ext cx="1823146" cy="15205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48571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30" name="Google Shape;1430;p179"/>
          <p:cNvSpPr txBox="1"/>
          <p:nvPr>
            <p:ph idx="16" type="body"/>
          </p:nvPr>
        </p:nvSpPr>
        <p:spPr>
          <a:xfrm>
            <a:off x="417525" y="835144"/>
            <a:ext cx="5335912" cy="5003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1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4_01_텍스트&amp;이미지2단">
  <p:cSld name="14_01_텍스트&amp;이미지2단">
    <p:spTree>
      <p:nvGrpSpPr>
        <p:cNvPr id="1431" name="Shape 1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2" name="Google Shape;1432;p180"/>
          <p:cNvSpPr txBox="1"/>
          <p:nvPr>
            <p:ph idx="1" type="body"/>
          </p:nvPr>
        </p:nvSpPr>
        <p:spPr>
          <a:xfrm>
            <a:off x="417525" y="182918"/>
            <a:ext cx="5335912" cy="2605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B3B3B3"/>
              </a:buClr>
              <a:buSzPts val="1100"/>
              <a:buFont typeface="Arial"/>
              <a:buNone/>
              <a:defRPr b="1" i="0" sz="1100" u="none" cap="none" strike="noStrike">
                <a:solidFill>
                  <a:srgbClr val="B3B3B3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33" name="Google Shape;1433;p180"/>
          <p:cNvSpPr/>
          <p:nvPr>
            <p:ph idx="2" type="pic"/>
          </p:nvPr>
        </p:nvSpPr>
        <p:spPr>
          <a:xfrm>
            <a:off x="6239467" y="981075"/>
            <a:ext cx="4303675" cy="2320185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1434" name="Google Shape;1434;p180"/>
          <p:cNvSpPr/>
          <p:nvPr>
            <p:ph idx="3" type="pic"/>
          </p:nvPr>
        </p:nvSpPr>
        <p:spPr>
          <a:xfrm>
            <a:off x="6239467" y="3556740"/>
            <a:ext cx="4303675" cy="2320185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1435" name="Google Shape;1435;p180"/>
          <p:cNvSpPr txBox="1"/>
          <p:nvPr>
            <p:ph idx="4" type="body"/>
          </p:nvPr>
        </p:nvSpPr>
        <p:spPr>
          <a:xfrm>
            <a:off x="417525" y="2356318"/>
            <a:ext cx="4440914" cy="115937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26666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b="1" i="0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36" name="Google Shape;1436;p180"/>
          <p:cNvSpPr txBox="1"/>
          <p:nvPr>
            <p:ph idx="5" type="body"/>
          </p:nvPr>
        </p:nvSpPr>
        <p:spPr>
          <a:xfrm>
            <a:off x="417526" y="3695989"/>
            <a:ext cx="4440914" cy="7596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>
            <a:lvl1pPr indent="-228600" lvl="0" marL="457200" marR="0" rtl="0"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4_02_텍스트&amp;이미지2단">
  <p:cSld name="14_02_텍스트&amp;이미지2단">
    <p:spTree>
      <p:nvGrpSpPr>
        <p:cNvPr id="1437" name="Shape 1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8" name="Google Shape;1438;p181"/>
          <p:cNvSpPr txBox="1"/>
          <p:nvPr>
            <p:ph idx="1" type="body"/>
          </p:nvPr>
        </p:nvSpPr>
        <p:spPr>
          <a:xfrm>
            <a:off x="417525" y="182918"/>
            <a:ext cx="5335912" cy="2605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B3B3B3"/>
              </a:buClr>
              <a:buSzPts val="1100"/>
              <a:buFont typeface="Arial"/>
              <a:buNone/>
              <a:defRPr b="1" i="0" sz="1100" u="none" cap="none" strike="noStrike">
                <a:solidFill>
                  <a:srgbClr val="B3B3B3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39" name="Google Shape;1439;p181"/>
          <p:cNvSpPr/>
          <p:nvPr>
            <p:ph idx="2" type="pic"/>
          </p:nvPr>
        </p:nvSpPr>
        <p:spPr>
          <a:xfrm>
            <a:off x="7359516" y="981075"/>
            <a:ext cx="3183626" cy="4895845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1440" name="Google Shape;1440;p181"/>
          <p:cNvSpPr/>
          <p:nvPr>
            <p:ph idx="3" type="pic"/>
          </p:nvPr>
        </p:nvSpPr>
        <p:spPr>
          <a:xfrm>
            <a:off x="3916370" y="981075"/>
            <a:ext cx="3183626" cy="4895845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1441" name="Google Shape;1441;p181"/>
          <p:cNvSpPr txBox="1"/>
          <p:nvPr>
            <p:ph idx="4" type="body"/>
          </p:nvPr>
        </p:nvSpPr>
        <p:spPr>
          <a:xfrm>
            <a:off x="417525" y="2356318"/>
            <a:ext cx="3337729" cy="115937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26666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b="1" i="0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42" name="Google Shape;1442;p181"/>
          <p:cNvSpPr txBox="1"/>
          <p:nvPr>
            <p:ph idx="5" type="body"/>
          </p:nvPr>
        </p:nvSpPr>
        <p:spPr>
          <a:xfrm>
            <a:off x="417526" y="3695989"/>
            <a:ext cx="3337729" cy="7596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>
            <a:lvl1pPr indent="-228600" lvl="0" marL="457200" marR="0" rtl="0"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4_03_텍스트&amp;이미지2단">
  <p:cSld name="14_03_텍스트&amp;이미지2단">
    <p:spTree>
      <p:nvGrpSpPr>
        <p:cNvPr id="1443" name="Shape 1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4" name="Google Shape;1444;p182"/>
          <p:cNvSpPr txBox="1"/>
          <p:nvPr>
            <p:ph idx="1" type="body"/>
          </p:nvPr>
        </p:nvSpPr>
        <p:spPr>
          <a:xfrm>
            <a:off x="417525" y="182918"/>
            <a:ext cx="5335912" cy="2605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B3B3B3"/>
              </a:buClr>
              <a:buSzPts val="1100"/>
              <a:buFont typeface="Arial"/>
              <a:buNone/>
              <a:defRPr b="1" i="0" sz="1100" u="none" cap="none" strike="noStrike">
                <a:solidFill>
                  <a:srgbClr val="B3B3B3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45" name="Google Shape;1445;p182"/>
          <p:cNvSpPr/>
          <p:nvPr>
            <p:ph idx="2" type="pic"/>
          </p:nvPr>
        </p:nvSpPr>
        <p:spPr>
          <a:xfrm>
            <a:off x="519854" y="3300538"/>
            <a:ext cx="4869358" cy="2576388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1446" name="Google Shape;1446;p182"/>
          <p:cNvSpPr/>
          <p:nvPr>
            <p:ph idx="3" type="pic"/>
          </p:nvPr>
        </p:nvSpPr>
        <p:spPr>
          <a:xfrm>
            <a:off x="5665310" y="3300538"/>
            <a:ext cx="4869358" cy="2576388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1447" name="Google Shape;1447;p182"/>
          <p:cNvSpPr txBox="1"/>
          <p:nvPr>
            <p:ph idx="4" type="body"/>
          </p:nvPr>
        </p:nvSpPr>
        <p:spPr>
          <a:xfrm>
            <a:off x="417525" y="809252"/>
            <a:ext cx="4440914" cy="115937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26666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b="1" i="0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48" name="Google Shape;1448;p182"/>
          <p:cNvSpPr txBox="1"/>
          <p:nvPr>
            <p:ph idx="5" type="body"/>
          </p:nvPr>
        </p:nvSpPr>
        <p:spPr>
          <a:xfrm>
            <a:off x="417526" y="2148923"/>
            <a:ext cx="4440914" cy="7596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>
            <a:lvl1pPr indent="-228600" lvl="0" marL="457200" marR="0" rtl="0"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4_04_텍스트&amp;이미지2단">
  <p:cSld name="14_04_텍스트&amp;이미지2단">
    <p:spTree>
      <p:nvGrpSpPr>
        <p:cNvPr id="1449" name="Shape 1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0" name="Google Shape;1450;p183"/>
          <p:cNvSpPr txBox="1"/>
          <p:nvPr>
            <p:ph idx="1" type="body"/>
          </p:nvPr>
        </p:nvSpPr>
        <p:spPr>
          <a:xfrm>
            <a:off x="417525" y="182918"/>
            <a:ext cx="5335912" cy="2605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B3B3B3"/>
              </a:buClr>
              <a:buSzPts val="1100"/>
              <a:buFont typeface="Arial"/>
              <a:buNone/>
              <a:defRPr b="1" i="0" sz="1100" u="none" cap="none" strike="noStrike">
                <a:solidFill>
                  <a:srgbClr val="B3B3B3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51" name="Google Shape;1451;p183"/>
          <p:cNvSpPr txBox="1"/>
          <p:nvPr>
            <p:ph idx="2" type="body"/>
          </p:nvPr>
        </p:nvSpPr>
        <p:spPr>
          <a:xfrm>
            <a:off x="522925" y="5285013"/>
            <a:ext cx="4874400" cy="400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  <a:defRPr b="1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52" name="Google Shape;1452;p183"/>
          <p:cNvSpPr txBox="1"/>
          <p:nvPr>
            <p:ph idx="3" type="body"/>
          </p:nvPr>
        </p:nvSpPr>
        <p:spPr>
          <a:xfrm>
            <a:off x="522925" y="5698115"/>
            <a:ext cx="4874400" cy="3180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>
            <a:lvl1pPr indent="-228600" lvl="0" marL="457200" marR="0" rtl="0" algn="ctr">
              <a:lnSpc>
                <a:spcPct val="134285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53" name="Google Shape;1453;p183"/>
          <p:cNvSpPr/>
          <p:nvPr>
            <p:ph idx="4" type="pic"/>
          </p:nvPr>
        </p:nvSpPr>
        <p:spPr>
          <a:xfrm>
            <a:off x="522925" y="981075"/>
            <a:ext cx="4874400" cy="4064642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1454" name="Google Shape;1454;p183"/>
          <p:cNvSpPr/>
          <p:nvPr>
            <p:ph idx="5" type="pic"/>
          </p:nvPr>
        </p:nvSpPr>
        <p:spPr>
          <a:xfrm>
            <a:off x="5659328" y="981075"/>
            <a:ext cx="4874400" cy="4064642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1455" name="Google Shape;1455;p183"/>
          <p:cNvSpPr txBox="1"/>
          <p:nvPr>
            <p:ph idx="6" type="body"/>
          </p:nvPr>
        </p:nvSpPr>
        <p:spPr>
          <a:xfrm>
            <a:off x="5659328" y="5285013"/>
            <a:ext cx="4874400" cy="400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  <a:defRPr b="1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56" name="Google Shape;1456;p183"/>
          <p:cNvSpPr txBox="1"/>
          <p:nvPr>
            <p:ph idx="7" type="body"/>
          </p:nvPr>
        </p:nvSpPr>
        <p:spPr>
          <a:xfrm>
            <a:off x="5659328" y="5698115"/>
            <a:ext cx="4874400" cy="3180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>
            <a:lvl1pPr indent="-228600" lvl="0" marL="457200" marR="0" rtl="0" algn="ctr">
              <a:lnSpc>
                <a:spcPct val="134285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4_05_텍스트&amp;이미지2단">
  <p:cSld name="14_05_텍스트&amp;이미지2단">
    <p:spTree>
      <p:nvGrpSpPr>
        <p:cNvPr id="1457" name="Shape 1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8" name="Google Shape;1458;p184"/>
          <p:cNvSpPr txBox="1"/>
          <p:nvPr>
            <p:ph idx="1" type="body"/>
          </p:nvPr>
        </p:nvSpPr>
        <p:spPr>
          <a:xfrm>
            <a:off x="417525" y="182918"/>
            <a:ext cx="5335912" cy="2605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B3B3B3"/>
              </a:buClr>
              <a:buSzPts val="1100"/>
              <a:buFont typeface="Arial"/>
              <a:buNone/>
              <a:defRPr b="1" i="0" sz="1100" u="none" cap="none" strike="noStrike">
                <a:solidFill>
                  <a:srgbClr val="B3B3B3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59" name="Google Shape;1459;p184"/>
          <p:cNvSpPr/>
          <p:nvPr>
            <p:ph idx="2" type="pic"/>
          </p:nvPr>
        </p:nvSpPr>
        <p:spPr>
          <a:xfrm>
            <a:off x="522925" y="981075"/>
            <a:ext cx="4303675" cy="2320185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1460" name="Google Shape;1460;p184"/>
          <p:cNvSpPr/>
          <p:nvPr>
            <p:ph idx="3" type="pic"/>
          </p:nvPr>
        </p:nvSpPr>
        <p:spPr>
          <a:xfrm>
            <a:off x="522925" y="3556740"/>
            <a:ext cx="4303675" cy="2320185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1461" name="Google Shape;1461;p184"/>
          <p:cNvSpPr txBox="1"/>
          <p:nvPr>
            <p:ph idx="4" type="body"/>
          </p:nvPr>
        </p:nvSpPr>
        <p:spPr>
          <a:xfrm>
            <a:off x="4977405" y="2224116"/>
            <a:ext cx="6701960" cy="5741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26666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b="1" i="0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62" name="Google Shape;1462;p184"/>
          <p:cNvSpPr txBox="1"/>
          <p:nvPr>
            <p:ph idx="5" type="body"/>
          </p:nvPr>
        </p:nvSpPr>
        <p:spPr>
          <a:xfrm>
            <a:off x="4977405" y="2969839"/>
            <a:ext cx="6701960" cy="17353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noAutofit/>
          </a:bodyPr>
          <a:lstStyle>
            <a:lvl1pPr indent="-355600" lvl="0" marL="457200" marR="0" rtl="0" algn="l">
              <a:lnSpc>
                <a:spcPct val="14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4_06_텍스트&amp;이미지2단">
  <p:cSld name="14_06_텍스트&amp;이미지2단">
    <p:spTree>
      <p:nvGrpSpPr>
        <p:cNvPr id="1463" name="Shape 1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" name="Google Shape;1464;p185"/>
          <p:cNvSpPr txBox="1"/>
          <p:nvPr>
            <p:ph idx="1" type="body"/>
          </p:nvPr>
        </p:nvSpPr>
        <p:spPr>
          <a:xfrm>
            <a:off x="417525" y="182918"/>
            <a:ext cx="5335912" cy="2605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B3B3B3"/>
              </a:buClr>
              <a:buSzPts val="1100"/>
              <a:buFont typeface="Arial"/>
              <a:buNone/>
              <a:defRPr b="1" i="0" sz="1100" u="none" cap="none" strike="noStrike">
                <a:solidFill>
                  <a:srgbClr val="B3B3B3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65" name="Google Shape;1465;p185"/>
          <p:cNvSpPr/>
          <p:nvPr>
            <p:ph idx="2" type="pic"/>
          </p:nvPr>
        </p:nvSpPr>
        <p:spPr>
          <a:xfrm>
            <a:off x="519748" y="981075"/>
            <a:ext cx="4874400" cy="258839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1466" name="Google Shape;1466;p185"/>
          <p:cNvSpPr/>
          <p:nvPr>
            <p:ph idx="3" type="pic"/>
          </p:nvPr>
        </p:nvSpPr>
        <p:spPr>
          <a:xfrm>
            <a:off x="5659328" y="981075"/>
            <a:ext cx="4874400" cy="258839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1467" name="Google Shape;1467;p185"/>
          <p:cNvSpPr txBox="1"/>
          <p:nvPr>
            <p:ph idx="4" type="body"/>
          </p:nvPr>
        </p:nvSpPr>
        <p:spPr>
          <a:xfrm>
            <a:off x="453736" y="3735826"/>
            <a:ext cx="10079992" cy="5741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26666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b="1" i="0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68" name="Google Shape;1468;p185"/>
          <p:cNvSpPr txBox="1"/>
          <p:nvPr>
            <p:ph idx="5" type="body"/>
          </p:nvPr>
        </p:nvSpPr>
        <p:spPr>
          <a:xfrm>
            <a:off x="453736" y="4481549"/>
            <a:ext cx="10079992" cy="17353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noAutofit/>
          </a:bodyPr>
          <a:lstStyle>
            <a:lvl1pPr indent="-355600" lvl="0" marL="457200" marR="0" rtl="0" algn="l">
              <a:lnSpc>
                <a:spcPct val="14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4_07_텍스트&amp;이미지2단">
  <p:cSld name="14_07_텍스트&amp;이미지2단">
    <p:spTree>
      <p:nvGrpSpPr>
        <p:cNvPr id="1469" name="Shape 1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0" name="Google Shape;1470;p186"/>
          <p:cNvSpPr txBox="1"/>
          <p:nvPr>
            <p:ph idx="1" type="body"/>
          </p:nvPr>
        </p:nvSpPr>
        <p:spPr>
          <a:xfrm>
            <a:off x="417525" y="182918"/>
            <a:ext cx="5335912" cy="2605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B3B3B3"/>
              </a:buClr>
              <a:buSzPts val="1100"/>
              <a:buFont typeface="Arial"/>
              <a:buNone/>
              <a:defRPr b="1" i="0" sz="1100" u="none" cap="none" strike="noStrike">
                <a:solidFill>
                  <a:srgbClr val="B3B3B3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71" name="Google Shape;1471;p186"/>
          <p:cNvSpPr/>
          <p:nvPr>
            <p:ph idx="2" type="pic"/>
          </p:nvPr>
        </p:nvSpPr>
        <p:spPr>
          <a:xfrm>
            <a:off x="522925" y="1659074"/>
            <a:ext cx="4874400" cy="258839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1472" name="Google Shape;1472;p186"/>
          <p:cNvSpPr/>
          <p:nvPr>
            <p:ph idx="3" type="pic"/>
          </p:nvPr>
        </p:nvSpPr>
        <p:spPr>
          <a:xfrm>
            <a:off x="5659328" y="1659074"/>
            <a:ext cx="4874400" cy="258839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1473" name="Google Shape;1473;p186"/>
          <p:cNvSpPr txBox="1"/>
          <p:nvPr>
            <p:ph idx="4" type="body"/>
          </p:nvPr>
        </p:nvSpPr>
        <p:spPr>
          <a:xfrm>
            <a:off x="506053" y="4433416"/>
            <a:ext cx="4891272" cy="400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  <a:defRPr b="1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74" name="Google Shape;1474;p186"/>
          <p:cNvSpPr txBox="1"/>
          <p:nvPr>
            <p:ph idx="5" type="body"/>
          </p:nvPr>
        </p:nvSpPr>
        <p:spPr>
          <a:xfrm>
            <a:off x="506053" y="4824484"/>
            <a:ext cx="4891272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34285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75" name="Google Shape;1475;p186"/>
          <p:cNvSpPr txBox="1"/>
          <p:nvPr>
            <p:ph idx="6" type="body"/>
          </p:nvPr>
        </p:nvSpPr>
        <p:spPr>
          <a:xfrm>
            <a:off x="506053" y="5397361"/>
            <a:ext cx="4891272" cy="6868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34285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cxnSp>
        <p:nvCxnSpPr>
          <p:cNvPr id="1476" name="Google Shape;1476;p186"/>
          <p:cNvCxnSpPr/>
          <p:nvPr/>
        </p:nvCxnSpPr>
        <p:spPr>
          <a:xfrm>
            <a:off x="537093" y="5233012"/>
            <a:ext cx="48744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477" name="Google Shape;1477;p186"/>
          <p:cNvSpPr txBox="1"/>
          <p:nvPr>
            <p:ph idx="7" type="body"/>
          </p:nvPr>
        </p:nvSpPr>
        <p:spPr>
          <a:xfrm>
            <a:off x="5642456" y="4433416"/>
            <a:ext cx="4891272" cy="400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  <a:defRPr b="1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78" name="Google Shape;1478;p186"/>
          <p:cNvSpPr txBox="1"/>
          <p:nvPr>
            <p:ph idx="8" type="body"/>
          </p:nvPr>
        </p:nvSpPr>
        <p:spPr>
          <a:xfrm>
            <a:off x="5642456" y="4824484"/>
            <a:ext cx="4891272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34285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79" name="Google Shape;1479;p186"/>
          <p:cNvSpPr txBox="1"/>
          <p:nvPr>
            <p:ph idx="9" type="body"/>
          </p:nvPr>
        </p:nvSpPr>
        <p:spPr>
          <a:xfrm>
            <a:off x="5642456" y="5397361"/>
            <a:ext cx="4891272" cy="6868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34285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cxnSp>
        <p:nvCxnSpPr>
          <p:cNvPr id="1480" name="Google Shape;1480;p186"/>
          <p:cNvCxnSpPr/>
          <p:nvPr/>
        </p:nvCxnSpPr>
        <p:spPr>
          <a:xfrm>
            <a:off x="5660561" y="5233012"/>
            <a:ext cx="48744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481" name="Google Shape;1481;p186"/>
          <p:cNvSpPr txBox="1"/>
          <p:nvPr>
            <p:ph idx="13" type="body"/>
          </p:nvPr>
        </p:nvSpPr>
        <p:spPr>
          <a:xfrm>
            <a:off x="417525" y="835144"/>
            <a:ext cx="5335912" cy="5003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1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4_08_텍스트&amp;이미지2단">
  <p:cSld name="14_08_텍스트&amp;이미지2단">
    <p:spTree>
      <p:nvGrpSpPr>
        <p:cNvPr id="1482" name="Shape 1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3" name="Google Shape;1483;p187"/>
          <p:cNvSpPr txBox="1"/>
          <p:nvPr>
            <p:ph idx="1" type="body"/>
          </p:nvPr>
        </p:nvSpPr>
        <p:spPr>
          <a:xfrm>
            <a:off x="417525" y="182918"/>
            <a:ext cx="5335912" cy="2605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B3B3B3"/>
              </a:buClr>
              <a:buSzPts val="1100"/>
              <a:buFont typeface="Arial"/>
              <a:buNone/>
              <a:defRPr b="1" i="0" sz="1100" u="none" cap="none" strike="noStrike">
                <a:solidFill>
                  <a:srgbClr val="B3B3B3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84" name="Google Shape;1484;p187"/>
          <p:cNvSpPr/>
          <p:nvPr>
            <p:ph idx="2" type="body"/>
          </p:nvPr>
        </p:nvSpPr>
        <p:spPr>
          <a:xfrm>
            <a:off x="505310" y="1652616"/>
            <a:ext cx="2292973" cy="448575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 cap="flat" cmpd="sng" w="222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85" name="Google Shape;1485;p187"/>
          <p:cNvSpPr txBox="1"/>
          <p:nvPr>
            <p:ph idx="3" type="body"/>
          </p:nvPr>
        </p:nvSpPr>
        <p:spPr>
          <a:xfrm>
            <a:off x="644634" y="2317216"/>
            <a:ext cx="2153649" cy="9961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noAutofit/>
          </a:bodyPr>
          <a:lstStyle>
            <a:lvl1pPr indent="-228600" lvl="0" marL="457200" marR="0" rtl="0" algn="l">
              <a:lnSpc>
                <a:spcPct val="148571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86" name="Google Shape;1486;p187"/>
          <p:cNvSpPr/>
          <p:nvPr>
            <p:ph idx="4" type="body"/>
          </p:nvPr>
        </p:nvSpPr>
        <p:spPr>
          <a:xfrm>
            <a:off x="3085481" y="1652616"/>
            <a:ext cx="2292973" cy="448575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 cap="flat" cmpd="sng" w="222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87" name="Google Shape;1487;p187"/>
          <p:cNvSpPr/>
          <p:nvPr>
            <p:ph idx="5" type="body"/>
          </p:nvPr>
        </p:nvSpPr>
        <p:spPr>
          <a:xfrm>
            <a:off x="5667061" y="1652616"/>
            <a:ext cx="2292973" cy="448575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 cap="flat" cmpd="sng" w="222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88" name="Google Shape;1488;p187"/>
          <p:cNvSpPr/>
          <p:nvPr>
            <p:ph idx="6" type="body"/>
          </p:nvPr>
        </p:nvSpPr>
        <p:spPr>
          <a:xfrm>
            <a:off x="8248641" y="1652616"/>
            <a:ext cx="2292973" cy="448575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 cap="flat" cmpd="sng" w="222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89" name="Google Shape;1489;p187"/>
          <p:cNvSpPr/>
          <p:nvPr>
            <p:ph idx="7" type="pic"/>
          </p:nvPr>
        </p:nvSpPr>
        <p:spPr>
          <a:xfrm>
            <a:off x="522925" y="3464850"/>
            <a:ext cx="4874400" cy="2412076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1490" name="Google Shape;1490;p187"/>
          <p:cNvSpPr/>
          <p:nvPr>
            <p:ph idx="8" type="pic"/>
          </p:nvPr>
        </p:nvSpPr>
        <p:spPr>
          <a:xfrm>
            <a:off x="5659328" y="3464850"/>
            <a:ext cx="4874400" cy="2412076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1491" name="Google Shape;1491;p187"/>
          <p:cNvSpPr txBox="1"/>
          <p:nvPr>
            <p:ph idx="9" type="body"/>
          </p:nvPr>
        </p:nvSpPr>
        <p:spPr>
          <a:xfrm>
            <a:off x="3224805" y="2317216"/>
            <a:ext cx="2153649" cy="9961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noAutofit/>
          </a:bodyPr>
          <a:lstStyle>
            <a:lvl1pPr indent="-228600" lvl="0" marL="457200" marR="0" rtl="0" algn="l">
              <a:lnSpc>
                <a:spcPct val="148571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92" name="Google Shape;1492;p187"/>
          <p:cNvSpPr txBox="1"/>
          <p:nvPr>
            <p:ph idx="13" type="body"/>
          </p:nvPr>
        </p:nvSpPr>
        <p:spPr>
          <a:xfrm>
            <a:off x="5806385" y="2317216"/>
            <a:ext cx="2153649" cy="9961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noAutofit/>
          </a:bodyPr>
          <a:lstStyle>
            <a:lvl1pPr indent="-228600" lvl="0" marL="457200" marR="0" rtl="0" algn="l">
              <a:lnSpc>
                <a:spcPct val="148571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93" name="Google Shape;1493;p187"/>
          <p:cNvSpPr txBox="1"/>
          <p:nvPr>
            <p:ph idx="14" type="body"/>
          </p:nvPr>
        </p:nvSpPr>
        <p:spPr>
          <a:xfrm>
            <a:off x="8387965" y="2317216"/>
            <a:ext cx="2153649" cy="9961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noAutofit/>
          </a:bodyPr>
          <a:lstStyle>
            <a:lvl1pPr indent="-228600" lvl="0" marL="457200" marR="0" rtl="0" algn="l">
              <a:lnSpc>
                <a:spcPct val="148571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94" name="Google Shape;1494;p187"/>
          <p:cNvSpPr txBox="1"/>
          <p:nvPr>
            <p:ph idx="15" type="body"/>
          </p:nvPr>
        </p:nvSpPr>
        <p:spPr>
          <a:xfrm>
            <a:off x="417525" y="835144"/>
            <a:ext cx="5335912" cy="5003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1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5_01_텍스트&amp;이미지3단">
  <p:cSld name="15_01_텍스트&amp;이미지3단">
    <p:spTree>
      <p:nvGrpSpPr>
        <p:cNvPr id="1495" name="Shape 1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6" name="Google Shape;1496;p188"/>
          <p:cNvSpPr txBox="1"/>
          <p:nvPr>
            <p:ph idx="1" type="body"/>
          </p:nvPr>
        </p:nvSpPr>
        <p:spPr>
          <a:xfrm>
            <a:off x="417525" y="182918"/>
            <a:ext cx="5335912" cy="2605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B3B3B3"/>
              </a:buClr>
              <a:buSzPts val="1100"/>
              <a:buFont typeface="Arial"/>
              <a:buNone/>
              <a:defRPr b="1" i="0" sz="1100" u="none" cap="none" strike="noStrike">
                <a:solidFill>
                  <a:srgbClr val="B3B3B3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97" name="Google Shape;1497;p188"/>
          <p:cNvSpPr/>
          <p:nvPr>
            <p:ph idx="2" type="pic"/>
          </p:nvPr>
        </p:nvSpPr>
        <p:spPr>
          <a:xfrm>
            <a:off x="522925" y="1659074"/>
            <a:ext cx="3196848" cy="3155296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1498" name="Google Shape;1498;p188"/>
          <p:cNvSpPr txBox="1"/>
          <p:nvPr>
            <p:ph idx="3" type="body"/>
          </p:nvPr>
        </p:nvSpPr>
        <p:spPr>
          <a:xfrm>
            <a:off x="447981" y="5013417"/>
            <a:ext cx="3271792" cy="29191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99" name="Google Shape;1499;p188"/>
          <p:cNvSpPr txBox="1"/>
          <p:nvPr>
            <p:ph idx="4" type="body"/>
          </p:nvPr>
        </p:nvSpPr>
        <p:spPr>
          <a:xfrm>
            <a:off x="447982" y="5298915"/>
            <a:ext cx="3271791" cy="7505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48571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500" name="Google Shape;1500;p188"/>
          <p:cNvSpPr/>
          <p:nvPr>
            <p:ph idx="5" type="pic"/>
          </p:nvPr>
        </p:nvSpPr>
        <p:spPr>
          <a:xfrm>
            <a:off x="3930465" y="1659074"/>
            <a:ext cx="3196848" cy="3155296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1501" name="Google Shape;1501;p188"/>
          <p:cNvSpPr txBox="1"/>
          <p:nvPr>
            <p:ph idx="6" type="body"/>
          </p:nvPr>
        </p:nvSpPr>
        <p:spPr>
          <a:xfrm>
            <a:off x="3855521" y="5013417"/>
            <a:ext cx="3271792" cy="29191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502" name="Google Shape;1502;p188"/>
          <p:cNvSpPr/>
          <p:nvPr>
            <p:ph idx="7" type="pic"/>
          </p:nvPr>
        </p:nvSpPr>
        <p:spPr>
          <a:xfrm>
            <a:off x="7347059" y="1659074"/>
            <a:ext cx="3196848" cy="3155296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1503" name="Google Shape;1503;p188"/>
          <p:cNvSpPr txBox="1"/>
          <p:nvPr>
            <p:ph idx="8" type="body"/>
          </p:nvPr>
        </p:nvSpPr>
        <p:spPr>
          <a:xfrm>
            <a:off x="7272115" y="5013417"/>
            <a:ext cx="3271792" cy="29191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504" name="Google Shape;1504;p188"/>
          <p:cNvSpPr txBox="1"/>
          <p:nvPr>
            <p:ph idx="9" type="body"/>
          </p:nvPr>
        </p:nvSpPr>
        <p:spPr>
          <a:xfrm>
            <a:off x="3855522" y="5298915"/>
            <a:ext cx="3271791" cy="7505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48571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505" name="Google Shape;1505;p188"/>
          <p:cNvSpPr txBox="1"/>
          <p:nvPr>
            <p:ph idx="13" type="body"/>
          </p:nvPr>
        </p:nvSpPr>
        <p:spPr>
          <a:xfrm>
            <a:off x="7272116" y="5298915"/>
            <a:ext cx="3271791" cy="7505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48571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506" name="Google Shape;1506;p188"/>
          <p:cNvSpPr txBox="1"/>
          <p:nvPr>
            <p:ph idx="14" type="body"/>
          </p:nvPr>
        </p:nvSpPr>
        <p:spPr>
          <a:xfrm>
            <a:off x="417525" y="835144"/>
            <a:ext cx="5335912" cy="5003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1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6_01_텍스트&amp;이미지4단">
  <p:cSld name="16_01_텍스트&amp;이미지4단">
    <p:spTree>
      <p:nvGrpSpPr>
        <p:cNvPr id="1507" name="Shape 1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8" name="Google Shape;1508;p189"/>
          <p:cNvSpPr txBox="1"/>
          <p:nvPr>
            <p:ph idx="1" type="body"/>
          </p:nvPr>
        </p:nvSpPr>
        <p:spPr>
          <a:xfrm>
            <a:off x="417525" y="182918"/>
            <a:ext cx="5335912" cy="2605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B3B3B3"/>
              </a:buClr>
              <a:buSzPts val="1100"/>
              <a:buFont typeface="Arial"/>
              <a:buNone/>
              <a:defRPr b="1" i="0" sz="1100" u="none" cap="none" strike="noStrike">
                <a:solidFill>
                  <a:srgbClr val="B3B3B3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509" name="Google Shape;1509;p189"/>
          <p:cNvSpPr/>
          <p:nvPr>
            <p:ph idx="2" type="pic"/>
          </p:nvPr>
        </p:nvSpPr>
        <p:spPr>
          <a:xfrm>
            <a:off x="7359516" y="981076"/>
            <a:ext cx="3183626" cy="2301952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1510" name="Google Shape;1510;p189"/>
          <p:cNvSpPr/>
          <p:nvPr>
            <p:ph idx="3" type="pic"/>
          </p:nvPr>
        </p:nvSpPr>
        <p:spPr>
          <a:xfrm>
            <a:off x="3916370" y="981076"/>
            <a:ext cx="3183626" cy="2301952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1511" name="Google Shape;1511;p189"/>
          <p:cNvSpPr/>
          <p:nvPr>
            <p:ph idx="4" type="pic"/>
          </p:nvPr>
        </p:nvSpPr>
        <p:spPr>
          <a:xfrm>
            <a:off x="7359516" y="3574973"/>
            <a:ext cx="3183626" cy="2301952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1512" name="Google Shape;1512;p189"/>
          <p:cNvSpPr/>
          <p:nvPr>
            <p:ph idx="5" type="pic"/>
          </p:nvPr>
        </p:nvSpPr>
        <p:spPr>
          <a:xfrm>
            <a:off x="3916370" y="3574973"/>
            <a:ext cx="3183626" cy="2301952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1513" name="Google Shape;1513;p189"/>
          <p:cNvSpPr txBox="1"/>
          <p:nvPr>
            <p:ph idx="6" type="body"/>
          </p:nvPr>
        </p:nvSpPr>
        <p:spPr>
          <a:xfrm>
            <a:off x="417525" y="2356318"/>
            <a:ext cx="3337729" cy="115937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26666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b="1" i="0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514" name="Google Shape;1514;p189"/>
          <p:cNvSpPr txBox="1"/>
          <p:nvPr>
            <p:ph idx="7" type="body"/>
          </p:nvPr>
        </p:nvSpPr>
        <p:spPr>
          <a:xfrm>
            <a:off x="417526" y="3695989"/>
            <a:ext cx="3337729" cy="7596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>
            <a:lvl1pPr indent="-228600" lvl="0" marL="457200" marR="0" rtl="0"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6_02_텍스트&amp;이미지4단">
  <p:cSld name="16_02_텍스트&amp;이미지4단">
    <p:spTree>
      <p:nvGrpSpPr>
        <p:cNvPr id="1515" name="Shape 1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6" name="Google Shape;1516;p190"/>
          <p:cNvSpPr/>
          <p:nvPr>
            <p:ph idx="2" type="pic"/>
          </p:nvPr>
        </p:nvSpPr>
        <p:spPr>
          <a:xfrm>
            <a:off x="8244537" y="981076"/>
            <a:ext cx="2298605" cy="4284988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1517" name="Google Shape;1517;p190"/>
          <p:cNvSpPr txBox="1"/>
          <p:nvPr>
            <p:ph idx="1" type="body"/>
          </p:nvPr>
        </p:nvSpPr>
        <p:spPr>
          <a:xfrm>
            <a:off x="417525" y="182918"/>
            <a:ext cx="5335912" cy="2605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B3B3B3"/>
              </a:buClr>
              <a:buSzPts val="1100"/>
              <a:buFont typeface="Arial"/>
              <a:buNone/>
              <a:defRPr b="1" i="0" sz="1100" u="none" cap="none" strike="noStrike">
                <a:solidFill>
                  <a:srgbClr val="B3B3B3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518" name="Google Shape;1518;p190"/>
          <p:cNvSpPr txBox="1"/>
          <p:nvPr>
            <p:ph idx="3" type="body"/>
          </p:nvPr>
        </p:nvSpPr>
        <p:spPr>
          <a:xfrm>
            <a:off x="8244537" y="5443075"/>
            <a:ext cx="2298606" cy="29191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519" name="Google Shape;1519;p190"/>
          <p:cNvSpPr txBox="1"/>
          <p:nvPr>
            <p:ph idx="4" type="body"/>
          </p:nvPr>
        </p:nvSpPr>
        <p:spPr>
          <a:xfrm>
            <a:off x="8244534" y="5705688"/>
            <a:ext cx="2298610" cy="3180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>
            <a:lvl1pPr indent="-228600" lvl="0" marL="457200" marR="0" rtl="0" algn="ctr">
              <a:lnSpc>
                <a:spcPct val="134285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520" name="Google Shape;1520;p190"/>
          <p:cNvSpPr/>
          <p:nvPr>
            <p:ph idx="5" type="pic"/>
          </p:nvPr>
        </p:nvSpPr>
        <p:spPr>
          <a:xfrm>
            <a:off x="5669608" y="981076"/>
            <a:ext cx="2298605" cy="4284988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1521" name="Google Shape;1521;p190"/>
          <p:cNvSpPr txBox="1"/>
          <p:nvPr>
            <p:ph idx="6" type="body"/>
          </p:nvPr>
        </p:nvSpPr>
        <p:spPr>
          <a:xfrm>
            <a:off x="5669603" y="5443075"/>
            <a:ext cx="2290602" cy="29191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522" name="Google Shape;1522;p190"/>
          <p:cNvSpPr txBox="1"/>
          <p:nvPr>
            <p:ph idx="7" type="body"/>
          </p:nvPr>
        </p:nvSpPr>
        <p:spPr>
          <a:xfrm>
            <a:off x="5669600" y="5705688"/>
            <a:ext cx="2290606" cy="3180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>
            <a:lvl1pPr indent="-228600" lvl="0" marL="457200" marR="0" rtl="0" algn="ctr">
              <a:lnSpc>
                <a:spcPct val="134285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523" name="Google Shape;1523;p190"/>
          <p:cNvSpPr/>
          <p:nvPr>
            <p:ph idx="8" type="pic"/>
          </p:nvPr>
        </p:nvSpPr>
        <p:spPr>
          <a:xfrm>
            <a:off x="3094678" y="981076"/>
            <a:ext cx="2298605" cy="4284988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1524" name="Google Shape;1524;p190"/>
          <p:cNvSpPr txBox="1"/>
          <p:nvPr>
            <p:ph idx="9" type="body"/>
          </p:nvPr>
        </p:nvSpPr>
        <p:spPr>
          <a:xfrm>
            <a:off x="3094678" y="5443075"/>
            <a:ext cx="2298606" cy="29191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525" name="Google Shape;1525;p190"/>
          <p:cNvSpPr txBox="1"/>
          <p:nvPr>
            <p:ph idx="13" type="body"/>
          </p:nvPr>
        </p:nvSpPr>
        <p:spPr>
          <a:xfrm>
            <a:off x="3094679" y="5705688"/>
            <a:ext cx="2298605" cy="3180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>
            <a:lvl1pPr indent="-228600" lvl="0" marL="457200" marR="0" rtl="0" algn="ctr">
              <a:lnSpc>
                <a:spcPct val="134285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526" name="Google Shape;1526;p190"/>
          <p:cNvSpPr/>
          <p:nvPr>
            <p:ph idx="14" type="pic"/>
          </p:nvPr>
        </p:nvSpPr>
        <p:spPr>
          <a:xfrm>
            <a:off x="519748" y="981076"/>
            <a:ext cx="2298605" cy="4284988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1527" name="Google Shape;1527;p190"/>
          <p:cNvSpPr txBox="1"/>
          <p:nvPr>
            <p:ph idx="15" type="body"/>
          </p:nvPr>
        </p:nvSpPr>
        <p:spPr>
          <a:xfrm>
            <a:off x="519748" y="5443075"/>
            <a:ext cx="2298605" cy="29191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528" name="Google Shape;1528;p190"/>
          <p:cNvSpPr txBox="1"/>
          <p:nvPr>
            <p:ph idx="16" type="body"/>
          </p:nvPr>
        </p:nvSpPr>
        <p:spPr>
          <a:xfrm>
            <a:off x="519750" y="5705688"/>
            <a:ext cx="2298604" cy="3180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>
            <a:lvl1pPr indent="-228600" lvl="0" marL="457200" marR="0" rtl="0" algn="ctr">
              <a:lnSpc>
                <a:spcPct val="134285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6_03_텍스트&amp;이미지4단">
  <p:cSld name="16_03_텍스트&amp;이미지4단">
    <p:spTree>
      <p:nvGrpSpPr>
        <p:cNvPr id="1529" name="Shape 1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0" name="Google Shape;1530;p191"/>
          <p:cNvSpPr/>
          <p:nvPr>
            <p:ph idx="2" type="pic"/>
          </p:nvPr>
        </p:nvSpPr>
        <p:spPr>
          <a:xfrm>
            <a:off x="519748" y="981075"/>
            <a:ext cx="4893446" cy="1762125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1531" name="Google Shape;1531;p191"/>
          <p:cNvSpPr/>
          <p:nvPr>
            <p:ph idx="3" type="pic"/>
          </p:nvPr>
        </p:nvSpPr>
        <p:spPr>
          <a:xfrm>
            <a:off x="5649696" y="981075"/>
            <a:ext cx="4893446" cy="1762125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1532" name="Google Shape;1532;p191"/>
          <p:cNvSpPr txBox="1"/>
          <p:nvPr>
            <p:ph idx="1" type="body"/>
          </p:nvPr>
        </p:nvSpPr>
        <p:spPr>
          <a:xfrm>
            <a:off x="417525" y="182918"/>
            <a:ext cx="5335912" cy="2605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B3B3B3"/>
              </a:buClr>
              <a:buSzPts val="1100"/>
              <a:buFont typeface="Arial"/>
              <a:buNone/>
              <a:defRPr b="1" i="0" sz="1100" u="none" cap="none" strike="noStrike">
                <a:solidFill>
                  <a:srgbClr val="B3B3B3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533" name="Google Shape;1533;p191"/>
          <p:cNvSpPr txBox="1"/>
          <p:nvPr>
            <p:ph idx="4" type="body"/>
          </p:nvPr>
        </p:nvSpPr>
        <p:spPr>
          <a:xfrm>
            <a:off x="444804" y="2829308"/>
            <a:ext cx="4968390" cy="29191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534" name="Google Shape;1534;p191"/>
          <p:cNvSpPr txBox="1"/>
          <p:nvPr>
            <p:ph idx="5" type="body"/>
          </p:nvPr>
        </p:nvSpPr>
        <p:spPr>
          <a:xfrm>
            <a:off x="444806" y="3100799"/>
            <a:ext cx="4968388" cy="3180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>
            <a:lvl1pPr indent="-228600" lvl="0" marL="457200" marR="0" rtl="0" algn="l">
              <a:lnSpc>
                <a:spcPct val="134285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535" name="Google Shape;1535;p191"/>
          <p:cNvSpPr txBox="1"/>
          <p:nvPr>
            <p:ph idx="6" type="body"/>
          </p:nvPr>
        </p:nvSpPr>
        <p:spPr>
          <a:xfrm>
            <a:off x="5574752" y="2829308"/>
            <a:ext cx="4968390" cy="29191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536" name="Google Shape;1536;p191"/>
          <p:cNvSpPr txBox="1"/>
          <p:nvPr>
            <p:ph idx="7" type="body"/>
          </p:nvPr>
        </p:nvSpPr>
        <p:spPr>
          <a:xfrm>
            <a:off x="5574754" y="3100799"/>
            <a:ext cx="4968388" cy="3180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>
            <a:lvl1pPr indent="-228600" lvl="0" marL="457200" marR="0" rtl="0" algn="l">
              <a:lnSpc>
                <a:spcPct val="134285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537" name="Google Shape;1537;p191"/>
          <p:cNvSpPr/>
          <p:nvPr>
            <p:ph idx="8" type="pic"/>
          </p:nvPr>
        </p:nvSpPr>
        <p:spPr>
          <a:xfrm>
            <a:off x="519748" y="3573202"/>
            <a:ext cx="4893446" cy="1762125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1538" name="Google Shape;1538;p191"/>
          <p:cNvSpPr/>
          <p:nvPr>
            <p:ph idx="9" type="pic"/>
          </p:nvPr>
        </p:nvSpPr>
        <p:spPr>
          <a:xfrm>
            <a:off x="5649696" y="3573202"/>
            <a:ext cx="4893446" cy="1762125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1539" name="Google Shape;1539;p191"/>
          <p:cNvSpPr txBox="1"/>
          <p:nvPr>
            <p:ph idx="13" type="body"/>
          </p:nvPr>
        </p:nvSpPr>
        <p:spPr>
          <a:xfrm>
            <a:off x="444804" y="5421435"/>
            <a:ext cx="4968390" cy="29191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540" name="Google Shape;1540;p191"/>
          <p:cNvSpPr txBox="1"/>
          <p:nvPr>
            <p:ph idx="14" type="body"/>
          </p:nvPr>
        </p:nvSpPr>
        <p:spPr>
          <a:xfrm>
            <a:off x="444806" y="5692926"/>
            <a:ext cx="4968388" cy="3180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>
            <a:lvl1pPr indent="-228600" lvl="0" marL="457200" marR="0" rtl="0" algn="l">
              <a:lnSpc>
                <a:spcPct val="134285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541" name="Google Shape;1541;p191"/>
          <p:cNvSpPr txBox="1"/>
          <p:nvPr>
            <p:ph idx="15" type="body"/>
          </p:nvPr>
        </p:nvSpPr>
        <p:spPr>
          <a:xfrm>
            <a:off x="5574752" y="5421435"/>
            <a:ext cx="4968390" cy="29191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542" name="Google Shape;1542;p191"/>
          <p:cNvSpPr txBox="1"/>
          <p:nvPr>
            <p:ph idx="16" type="body"/>
          </p:nvPr>
        </p:nvSpPr>
        <p:spPr>
          <a:xfrm>
            <a:off x="5574754" y="5692926"/>
            <a:ext cx="4968388" cy="3180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>
            <a:lvl1pPr indent="-228600" lvl="0" marL="457200" marR="0" rtl="0" algn="l">
              <a:lnSpc>
                <a:spcPct val="134285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6_04_텍스트&amp;이미지4단">
  <p:cSld name="16_04_텍스트&amp;이미지4단">
    <p:spTree>
      <p:nvGrpSpPr>
        <p:cNvPr id="1543" name="Shape 1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4" name="Google Shape;1544;p192"/>
          <p:cNvSpPr txBox="1"/>
          <p:nvPr>
            <p:ph idx="1" type="body"/>
          </p:nvPr>
        </p:nvSpPr>
        <p:spPr>
          <a:xfrm>
            <a:off x="417525" y="182918"/>
            <a:ext cx="5335912" cy="2605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B3B3B3"/>
              </a:buClr>
              <a:buSzPts val="1100"/>
              <a:buFont typeface="Arial"/>
              <a:buNone/>
              <a:defRPr b="1" i="0" sz="1100" u="none" cap="none" strike="noStrike">
                <a:solidFill>
                  <a:srgbClr val="B3B3B3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545" name="Google Shape;1545;p192"/>
          <p:cNvSpPr/>
          <p:nvPr>
            <p:ph idx="2" type="pic"/>
          </p:nvPr>
        </p:nvSpPr>
        <p:spPr>
          <a:xfrm>
            <a:off x="522925" y="1659074"/>
            <a:ext cx="2337533" cy="23400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1546" name="Google Shape;1546;p192"/>
          <p:cNvSpPr txBox="1"/>
          <p:nvPr>
            <p:ph idx="3" type="body"/>
          </p:nvPr>
        </p:nvSpPr>
        <p:spPr>
          <a:xfrm>
            <a:off x="464097" y="4143401"/>
            <a:ext cx="2396361" cy="400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  <a:defRPr b="1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547" name="Google Shape;1547;p192"/>
          <p:cNvSpPr txBox="1"/>
          <p:nvPr>
            <p:ph idx="4" type="body"/>
          </p:nvPr>
        </p:nvSpPr>
        <p:spPr>
          <a:xfrm>
            <a:off x="464097" y="4644639"/>
            <a:ext cx="2396361" cy="6940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noAutofit/>
          </a:bodyPr>
          <a:lstStyle>
            <a:lvl1pPr indent="-228600" lvl="0" marL="457200" marR="0" rtl="0" algn="l">
              <a:lnSpc>
                <a:spcPct val="134285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548" name="Google Shape;1548;p192"/>
          <p:cNvSpPr txBox="1"/>
          <p:nvPr>
            <p:ph idx="5" type="body"/>
          </p:nvPr>
        </p:nvSpPr>
        <p:spPr>
          <a:xfrm>
            <a:off x="464097" y="5391969"/>
            <a:ext cx="2396361" cy="2687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spAutoFit/>
          </a:bodyPr>
          <a:lstStyle>
            <a:lvl1pPr indent="-228600" lvl="0" marL="457200" marR="0" rtl="0" algn="l">
              <a:lnSpc>
                <a:spcPct val="144615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549" name="Google Shape;1549;p192"/>
          <p:cNvSpPr/>
          <p:nvPr>
            <p:ph idx="6" type="pic"/>
          </p:nvPr>
        </p:nvSpPr>
        <p:spPr>
          <a:xfrm>
            <a:off x="3083820" y="1659074"/>
            <a:ext cx="2337533" cy="23400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1550" name="Google Shape;1550;p192"/>
          <p:cNvSpPr txBox="1"/>
          <p:nvPr>
            <p:ph idx="7" type="body"/>
          </p:nvPr>
        </p:nvSpPr>
        <p:spPr>
          <a:xfrm>
            <a:off x="3024992" y="4143401"/>
            <a:ext cx="2396361" cy="400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  <a:defRPr b="1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551" name="Google Shape;1551;p192"/>
          <p:cNvSpPr txBox="1"/>
          <p:nvPr>
            <p:ph idx="8" type="body"/>
          </p:nvPr>
        </p:nvSpPr>
        <p:spPr>
          <a:xfrm>
            <a:off x="3024992" y="4644639"/>
            <a:ext cx="2396361" cy="6940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noAutofit/>
          </a:bodyPr>
          <a:lstStyle>
            <a:lvl1pPr indent="-228600" lvl="0" marL="457200" marR="0" rtl="0" algn="l">
              <a:lnSpc>
                <a:spcPct val="134285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552" name="Google Shape;1552;p192"/>
          <p:cNvSpPr txBox="1"/>
          <p:nvPr>
            <p:ph idx="9" type="body"/>
          </p:nvPr>
        </p:nvSpPr>
        <p:spPr>
          <a:xfrm>
            <a:off x="3024992" y="5391969"/>
            <a:ext cx="2396361" cy="2687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spAutoFit/>
          </a:bodyPr>
          <a:lstStyle>
            <a:lvl1pPr indent="-228600" lvl="0" marL="457200" marR="0" rtl="0" algn="l">
              <a:lnSpc>
                <a:spcPct val="144615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553" name="Google Shape;1553;p192"/>
          <p:cNvSpPr/>
          <p:nvPr>
            <p:ph idx="13" type="pic"/>
          </p:nvPr>
        </p:nvSpPr>
        <p:spPr>
          <a:xfrm>
            <a:off x="5644715" y="1659074"/>
            <a:ext cx="2337533" cy="23400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1554" name="Google Shape;1554;p192"/>
          <p:cNvSpPr txBox="1"/>
          <p:nvPr>
            <p:ph idx="14" type="body"/>
          </p:nvPr>
        </p:nvSpPr>
        <p:spPr>
          <a:xfrm>
            <a:off x="5585887" y="4143401"/>
            <a:ext cx="2396361" cy="400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  <a:defRPr b="1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555" name="Google Shape;1555;p192"/>
          <p:cNvSpPr txBox="1"/>
          <p:nvPr>
            <p:ph idx="15" type="body"/>
          </p:nvPr>
        </p:nvSpPr>
        <p:spPr>
          <a:xfrm>
            <a:off x="5585887" y="4644639"/>
            <a:ext cx="2396361" cy="6940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noAutofit/>
          </a:bodyPr>
          <a:lstStyle>
            <a:lvl1pPr indent="-228600" lvl="0" marL="457200" marR="0" rtl="0" algn="l">
              <a:lnSpc>
                <a:spcPct val="134285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556" name="Google Shape;1556;p192"/>
          <p:cNvSpPr txBox="1"/>
          <p:nvPr>
            <p:ph idx="16" type="body"/>
          </p:nvPr>
        </p:nvSpPr>
        <p:spPr>
          <a:xfrm>
            <a:off x="5585887" y="5391969"/>
            <a:ext cx="2396361" cy="2687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spAutoFit/>
          </a:bodyPr>
          <a:lstStyle>
            <a:lvl1pPr indent="-228600" lvl="0" marL="457200" marR="0" rtl="0" algn="l">
              <a:lnSpc>
                <a:spcPct val="144615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557" name="Google Shape;1557;p192"/>
          <p:cNvSpPr/>
          <p:nvPr>
            <p:ph idx="17" type="pic"/>
          </p:nvPr>
        </p:nvSpPr>
        <p:spPr>
          <a:xfrm>
            <a:off x="8205609" y="1659074"/>
            <a:ext cx="2337533" cy="23400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1558" name="Google Shape;1558;p192"/>
          <p:cNvSpPr txBox="1"/>
          <p:nvPr>
            <p:ph idx="18" type="body"/>
          </p:nvPr>
        </p:nvSpPr>
        <p:spPr>
          <a:xfrm>
            <a:off x="8146781" y="4143401"/>
            <a:ext cx="2396361" cy="400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  <a:defRPr b="1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559" name="Google Shape;1559;p192"/>
          <p:cNvSpPr txBox="1"/>
          <p:nvPr>
            <p:ph idx="19" type="body"/>
          </p:nvPr>
        </p:nvSpPr>
        <p:spPr>
          <a:xfrm>
            <a:off x="8146781" y="4644639"/>
            <a:ext cx="2396361" cy="6940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noAutofit/>
          </a:bodyPr>
          <a:lstStyle>
            <a:lvl1pPr indent="-228600" lvl="0" marL="457200" marR="0" rtl="0" algn="l">
              <a:lnSpc>
                <a:spcPct val="134285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560" name="Google Shape;1560;p192"/>
          <p:cNvSpPr txBox="1"/>
          <p:nvPr>
            <p:ph idx="20" type="body"/>
          </p:nvPr>
        </p:nvSpPr>
        <p:spPr>
          <a:xfrm>
            <a:off x="8146781" y="5391969"/>
            <a:ext cx="2396361" cy="2687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spAutoFit/>
          </a:bodyPr>
          <a:lstStyle>
            <a:lvl1pPr indent="-228600" lvl="0" marL="457200" marR="0" rtl="0" algn="l">
              <a:lnSpc>
                <a:spcPct val="144615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561" name="Google Shape;1561;p192"/>
          <p:cNvSpPr/>
          <p:nvPr/>
        </p:nvSpPr>
        <p:spPr>
          <a:xfrm rot="5400000">
            <a:off x="2917099" y="2769894"/>
            <a:ext cx="107414" cy="92598"/>
          </a:xfrm>
          <a:prstGeom prst="triangle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2" name="Google Shape;1562;p192"/>
          <p:cNvSpPr/>
          <p:nvPr/>
        </p:nvSpPr>
        <p:spPr>
          <a:xfrm rot="5400000">
            <a:off x="5475328" y="2769894"/>
            <a:ext cx="107414" cy="92598"/>
          </a:xfrm>
          <a:prstGeom prst="triangle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3" name="Google Shape;1563;p192"/>
          <p:cNvSpPr/>
          <p:nvPr/>
        </p:nvSpPr>
        <p:spPr>
          <a:xfrm rot="5400000">
            <a:off x="8033557" y="2769894"/>
            <a:ext cx="107414" cy="92598"/>
          </a:xfrm>
          <a:prstGeom prst="triangle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4" name="Google Shape;1564;p192"/>
          <p:cNvSpPr txBox="1"/>
          <p:nvPr>
            <p:ph idx="21" type="body"/>
          </p:nvPr>
        </p:nvSpPr>
        <p:spPr>
          <a:xfrm>
            <a:off x="417525" y="835144"/>
            <a:ext cx="5335912" cy="5003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1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7_01_텍스트&amp;이미지5단~">
  <p:cSld name="17_01_텍스트&amp;이미지5단~">
    <p:spTree>
      <p:nvGrpSpPr>
        <p:cNvPr id="1565" name="Shape 1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6" name="Google Shape;1566;p193"/>
          <p:cNvSpPr txBox="1"/>
          <p:nvPr>
            <p:ph idx="1" type="body"/>
          </p:nvPr>
        </p:nvSpPr>
        <p:spPr>
          <a:xfrm>
            <a:off x="417525" y="182918"/>
            <a:ext cx="5335912" cy="2605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B3B3B3"/>
              </a:buClr>
              <a:buSzPts val="1100"/>
              <a:buFont typeface="Arial"/>
              <a:buNone/>
              <a:defRPr b="1" i="0" sz="1100" u="none" cap="none" strike="noStrike">
                <a:solidFill>
                  <a:srgbClr val="B3B3B3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567" name="Google Shape;1567;p193"/>
          <p:cNvSpPr/>
          <p:nvPr>
            <p:ph idx="2" type="pic"/>
          </p:nvPr>
        </p:nvSpPr>
        <p:spPr>
          <a:xfrm>
            <a:off x="3925423" y="981076"/>
            <a:ext cx="2063825" cy="2301952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1568" name="Google Shape;1568;p193"/>
          <p:cNvSpPr/>
          <p:nvPr>
            <p:ph idx="3" type="pic"/>
          </p:nvPr>
        </p:nvSpPr>
        <p:spPr>
          <a:xfrm>
            <a:off x="8479317" y="981076"/>
            <a:ext cx="2063825" cy="2301952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1569" name="Google Shape;1569;p193"/>
          <p:cNvSpPr/>
          <p:nvPr>
            <p:ph idx="4" type="pic"/>
          </p:nvPr>
        </p:nvSpPr>
        <p:spPr>
          <a:xfrm>
            <a:off x="6198446" y="981076"/>
            <a:ext cx="2063825" cy="2301952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1570" name="Google Shape;1570;p193"/>
          <p:cNvSpPr/>
          <p:nvPr>
            <p:ph idx="5" type="pic"/>
          </p:nvPr>
        </p:nvSpPr>
        <p:spPr>
          <a:xfrm>
            <a:off x="3925423" y="3574972"/>
            <a:ext cx="2063825" cy="2301952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1571" name="Google Shape;1571;p193"/>
          <p:cNvSpPr/>
          <p:nvPr>
            <p:ph idx="6" type="pic"/>
          </p:nvPr>
        </p:nvSpPr>
        <p:spPr>
          <a:xfrm>
            <a:off x="8479317" y="3574972"/>
            <a:ext cx="2063825" cy="2301952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1572" name="Google Shape;1572;p193"/>
          <p:cNvSpPr/>
          <p:nvPr>
            <p:ph idx="7" type="pic"/>
          </p:nvPr>
        </p:nvSpPr>
        <p:spPr>
          <a:xfrm>
            <a:off x="6198446" y="3574972"/>
            <a:ext cx="2063825" cy="2301952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1573" name="Google Shape;1573;p193"/>
          <p:cNvSpPr txBox="1"/>
          <p:nvPr>
            <p:ph idx="8" type="body"/>
          </p:nvPr>
        </p:nvSpPr>
        <p:spPr>
          <a:xfrm>
            <a:off x="417525" y="2356318"/>
            <a:ext cx="3337729" cy="115937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26666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b="1" i="0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574" name="Google Shape;1574;p193"/>
          <p:cNvSpPr txBox="1"/>
          <p:nvPr>
            <p:ph idx="9" type="body"/>
          </p:nvPr>
        </p:nvSpPr>
        <p:spPr>
          <a:xfrm>
            <a:off x="417526" y="3695989"/>
            <a:ext cx="3337729" cy="7596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>
            <a:lvl1pPr indent="-228600" lvl="0" marL="457200" marR="0" rtl="0"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7_02_텍스트&amp;이미지5단~">
  <p:cSld name="17_02_텍스트&amp;이미지5단~">
    <p:spTree>
      <p:nvGrpSpPr>
        <p:cNvPr id="1575" name="Shape 1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6" name="Google Shape;1576;p194"/>
          <p:cNvSpPr txBox="1"/>
          <p:nvPr>
            <p:ph idx="1" type="body"/>
          </p:nvPr>
        </p:nvSpPr>
        <p:spPr>
          <a:xfrm>
            <a:off x="444804" y="5421435"/>
            <a:ext cx="3271792" cy="29191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577" name="Google Shape;1577;p194"/>
          <p:cNvSpPr txBox="1"/>
          <p:nvPr>
            <p:ph idx="2" type="body"/>
          </p:nvPr>
        </p:nvSpPr>
        <p:spPr>
          <a:xfrm>
            <a:off x="444805" y="5680299"/>
            <a:ext cx="3271791" cy="3077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578" name="Google Shape;1578;p194"/>
          <p:cNvSpPr/>
          <p:nvPr>
            <p:ph idx="3" type="pic"/>
          </p:nvPr>
        </p:nvSpPr>
        <p:spPr>
          <a:xfrm>
            <a:off x="519748" y="3573202"/>
            <a:ext cx="3196848" cy="1762125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1579" name="Google Shape;1579;p194"/>
          <p:cNvSpPr/>
          <p:nvPr>
            <p:ph idx="4" type="pic"/>
          </p:nvPr>
        </p:nvSpPr>
        <p:spPr>
          <a:xfrm>
            <a:off x="3925939" y="3573202"/>
            <a:ext cx="3196848" cy="1762125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1580" name="Google Shape;1580;p194"/>
          <p:cNvSpPr/>
          <p:nvPr>
            <p:ph idx="5" type="pic"/>
          </p:nvPr>
        </p:nvSpPr>
        <p:spPr>
          <a:xfrm>
            <a:off x="7346294" y="3573202"/>
            <a:ext cx="3196848" cy="1762125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1581" name="Google Shape;1581;p194"/>
          <p:cNvSpPr txBox="1"/>
          <p:nvPr>
            <p:ph idx="6" type="body"/>
          </p:nvPr>
        </p:nvSpPr>
        <p:spPr>
          <a:xfrm>
            <a:off x="3850995" y="5421435"/>
            <a:ext cx="3271792" cy="29191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582" name="Google Shape;1582;p194"/>
          <p:cNvSpPr txBox="1"/>
          <p:nvPr>
            <p:ph idx="7" type="body"/>
          </p:nvPr>
        </p:nvSpPr>
        <p:spPr>
          <a:xfrm>
            <a:off x="3850996" y="5680299"/>
            <a:ext cx="3271791" cy="3077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583" name="Google Shape;1583;p194"/>
          <p:cNvSpPr txBox="1"/>
          <p:nvPr>
            <p:ph idx="8" type="body"/>
          </p:nvPr>
        </p:nvSpPr>
        <p:spPr>
          <a:xfrm>
            <a:off x="7271350" y="5421435"/>
            <a:ext cx="3271792" cy="29191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584" name="Google Shape;1584;p194"/>
          <p:cNvSpPr txBox="1"/>
          <p:nvPr>
            <p:ph idx="9" type="body"/>
          </p:nvPr>
        </p:nvSpPr>
        <p:spPr>
          <a:xfrm>
            <a:off x="7271351" y="5680299"/>
            <a:ext cx="3271791" cy="3077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585" name="Google Shape;1585;p194"/>
          <p:cNvSpPr txBox="1"/>
          <p:nvPr>
            <p:ph idx="13" type="body"/>
          </p:nvPr>
        </p:nvSpPr>
        <p:spPr>
          <a:xfrm>
            <a:off x="417525" y="182918"/>
            <a:ext cx="5335912" cy="2605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B3B3B3"/>
              </a:buClr>
              <a:buSzPts val="1100"/>
              <a:buFont typeface="Arial"/>
              <a:buNone/>
              <a:defRPr b="1" i="0" sz="1100" u="none" cap="none" strike="noStrike">
                <a:solidFill>
                  <a:srgbClr val="B3B3B3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586" name="Google Shape;1586;p194"/>
          <p:cNvSpPr txBox="1"/>
          <p:nvPr>
            <p:ph idx="14" type="body"/>
          </p:nvPr>
        </p:nvSpPr>
        <p:spPr>
          <a:xfrm>
            <a:off x="444804" y="2829308"/>
            <a:ext cx="3271792" cy="29191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587" name="Google Shape;1587;p194"/>
          <p:cNvSpPr txBox="1"/>
          <p:nvPr>
            <p:ph idx="15" type="body"/>
          </p:nvPr>
        </p:nvSpPr>
        <p:spPr>
          <a:xfrm>
            <a:off x="444805" y="3088172"/>
            <a:ext cx="3271791" cy="3077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588" name="Google Shape;1588;p194"/>
          <p:cNvSpPr/>
          <p:nvPr>
            <p:ph idx="16" type="pic"/>
          </p:nvPr>
        </p:nvSpPr>
        <p:spPr>
          <a:xfrm>
            <a:off x="519748" y="981075"/>
            <a:ext cx="3196848" cy="1762125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1589" name="Google Shape;1589;p194"/>
          <p:cNvSpPr/>
          <p:nvPr>
            <p:ph idx="17" type="pic"/>
          </p:nvPr>
        </p:nvSpPr>
        <p:spPr>
          <a:xfrm>
            <a:off x="3925939" y="981075"/>
            <a:ext cx="3196848" cy="1762125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1590" name="Google Shape;1590;p194"/>
          <p:cNvSpPr/>
          <p:nvPr>
            <p:ph idx="18" type="pic"/>
          </p:nvPr>
        </p:nvSpPr>
        <p:spPr>
          <a:xfrm>
            <a:off x="7346294" y="981075"/>
            <a:ext cx="3196848" cy="1762125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1591" name="Google Shape;1591;p194"/>
          <p:cNvSpPr txBox="1"/>
          <p:nvPr>
            <p:ph idx="19" type="body"/>
          </p:nvPr>
        </p:nvSpPr>
        <p:spPr>
          <a:xfrm>
            <a:off x="3850995" y="2829308"/>
            <a:ext cx="3271792" cy="29191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592" name="Google Shape;1592;p194"/>
          <p:cNvSpPr txBox="1"/>
          <p:nvPr>
            <p:ph idx="20" type="body"/>
          </p:nvPr>
        </p:nvSpPr>
        <p:spPr>
          <a:xfrm>
            <a:off x="3850996" y="3088172"/>
            <a:ext cx="3271791" cy="3077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593" name="Google Shape;1593;p194"/>
          <p:cNvSpPr txBox="1"/>
          <p:nvPr>
            <p:ph idx="21" type="body"/>
          </p:nvPr>
        </p:nvSpPr>
        <p:spPr>
          <a:xfrm>
            <a:off x="7271350" y="2829308"/>
            <a:ext cx="3271792" cy="29191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594" name="Google Shape;1594;p194"/>
          <p:cNvSpPr txBox="1"/>
          <p:nvPr>
            <p:ph idx="22" type="body"/>
          </p:nvPr>
        </p:nvSpPr>
        <p:spPr>
          <a:xfrm>
            <a:off x="7271351" y="3088172"/>
            <a:ext cx="3271791" cy="3077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7_03_텍스트&amp;이미지5단~">
  <p:cSld name="17_03_텍스트&amp;이미지5단~">
    <p:spTree>
      <p:nvGrpSpPr>
        <p:cNvPr id="1595" name="Shape 1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6" name="Google Shape;1596;p195"/>
          <p:cNvSpPr/>
          <p:nvPr>
            <p:ph idx="2" type="pic"/>
          </p:nvPr>
        </p:nvSpPr>
        <p:spPr>
          <a:xfrm>
            <a:off x="8244537" y="981076"/>
            <a:ext cx="2298605" cy="1762124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1597" name="Google Shape;1597;p195"/>
          <p:cNvSpPr txBox="1"/>
          <p:nvPr>
            <p:ph idx="1" type="body"/>
          </p:nvPr>
        </p:nvSpPr>
        <p:spPr>
          <a:xfrm>
            <a:off x="417525" y="182918"/>
            <a:ext cx="5335912" cy="2605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B3B3B3"/>
              </a:buClr>
              <a:buSzPts val="1100"/>
              <a:buFont typeface="Arial"/>
              <a:buNone/>
              <a:defRPr b="1" i="0" sz="1100" u="none" cap="none" strike="noStrike">
                <a:solidFill>
                  <a:srgbClr val="B3B3B3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598" name="Google Shape;1598;p195"/>
          <p:cNvSpPr/>
          <p:nvPr>
            <p:ph idx="3" type="pic"/>
          </p:nvPr>
        </p:nvSpPr>
        <p:spPr>
          <a:xfrm>
            <a:off x="5665684" y="981076"/>
            <a:ext cx="2298605" cy="1762124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1599" name="Google Shape;1599;p195"/>
          <p:cNvSpPr/>
          <p:nvPr>
            <p:ph idx="4" type="pic"/>
          </p:nvPr>
        </p:nvSpPr>
        <p:spPr>
          <a:xfrm>
            <a:off x="3095737" y="981076"/>
            <a:ext cx="2298605" cy="1762124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1600" name="Google Shape;1600;p195"/>
          <p:cNvSpPr/>
          <p:nvPr>
            <p:ph idx="5" type="pic"/>
          </p:nvPr>
        </p:nvSpPr>
        <p:spPr>
          <a:xfrm>
            <a:off x="519748" y="981076"/>
            <a:ext cx="2298605" cy="1762124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1601" name="Google Shape;1601;p195"/>
          <p:cNvSpPr txBox="1"/>
          <p:nvPr>
            <p:ph idx="6" type="body"/>
          </p:nvPr>
        </p:nvSpPr>
        <p:spPr>
          <a:xfrm>
            <a:off x="8145379" y="2829308"/>
            <a:ext cx="2397763" cy="29191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602" name="Google Shape;1602;p195"/>
          <p:cNvSpPr txBox="1"/>
          <p:nvPr>
            <p:ph idx="7" type="body"/>
          </p:nvPr>
        </p:nvSpPr>
        <p:spPr>
          <a:xfrm>
            <a:off x="8145375" y="3088172"/>
            <a:ext cx="2397767" cy="3077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603" name="Google Shape;1603;p195"/>
          <p:cNvSpPr txBox="1"/>
          <p:nvPr>
            <p:ph idx="8" type="body"/>
          </p:nvPr>
        </p:nvSpPr>
        <p:spPr>
          <a:xfrm>
            <a:off x="5566517" y="2829308"/>
            <a:ext cx="2397772" cy="29191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604" name="Google Shape;1604;p195"/>
          <p:cNvSpPr txBox="1"/>
          <p:nvPr>
            <p:ph idx="9" type="body"/>
          </p:nvPr>
        </p:nvSpPr>
        <p:spPr>
          <a:xfrm>
            <a:off x="5566513" y="3088172"/>
            <a:ext cx="2397776" cy="3077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605" name="Google Shape;1605;p195"/>
          <p:cNvSpPr txBox="1"/>
          <p:nvPr>
            <p:ph idx="13" type="body"/>
          </p:nvPr>
        </p:nvSpPr>
        <p:spPr>
          <a:xfrm>
            <a:off x="2996583" y="2829308"/>
            <a:ext cx="2397759" cy="29191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606" name="Google Shape;1606;p195"/>
          <p:cNvSpPr txBox="1"/>
          <p:nvPr>
            <p:ph idx="14" type="body"/>
          </p:nvPr>
        </p:nvSpPr>
        <p:spPr>
          <a:xfrm>
            <a:off x="2996584" y="3088172"/>
            <a:ext cx="2397758" cy="3077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607" name="Google Shape;1607;p195"/>
          <p:cNvSpPr/>
          <p:nvPr>
            <p:ph idx="15" type="pic"/>
          </p:nvPr>
        </p:nvSpPr>
        <p:spPr>
          <a:xfrm>
            <a:off x="8244537" y="3579726"/>
            <a:ext cx="2298605" cy="1762124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1608" name="Google Shape;1608;p195"/>
          <p:cNvSpPr/>
          <p:nvPr>
            <p:ph idx="16" type="pic"/>
          </p:nvPr>
        </p:nvSpPr>
        <p:spPr>
          <a:xfrm>
            <a:off x="5665684" y="3579726"/>
            <a:ext cx="2298605" cy="1762124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1609" name="Google Shape;1609;p195"/>
          <p:cNvSpPr/>
          <p:nvPr>
            <p:ph idx="17" type="pic"/>
          </p:nvPr>
        </p:nvSpPr>
        <p:spPr>
          <a:xfrm>
            <a:off x="3095737" y="3579726"/>
            <a:ext cx="2298605" cy="1762124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1610" name="Google Shape;1610;p195"/>
          <p:cNvSpPr/>
          <p:nvPr>
            <p:ph idx="18" type="pic"/>
          </p:nvPr>
        </p:nvSpPr>
        <p:spPr>
          <a:xfrm>
            <a:off x="519748" y="3579726"/>
            <a:ext cx="2298605" cy="1762124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1611" name="Google Shape;1611;p195"/>
          <p:cNvSpPr txBox="1"/>
          <p:nvPr>
            <p:ph idx="19" type="body"/>
          </p:nvPr>
        </p:nvSpPr>
        <p:spPr>
          <a:xfrm>
            <a:off x="8145379" y="5427958"/>
            <a:ext cx="2397763" cy="29191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612" name="Google Shape;1612;p195"/>
          <p:cNvSpPr txBox="1"/>
          <p:nvPr>
            <p:ph idx="20" type="body"/>
          </p:nvPr>
        </p:nvSpPr>
        <p:spPr>
          <a:xfrm>
            <a:off x="8145375" y="5686822"/>
            <a:ext cx="2397767" cy="3077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613" name="Google Shape;1613;p195"/>
          <p:cNvSpPr txBox="1"/>
          <p:nvPr>
            <p:ph idx="21" type="body"/>
          </p:nvPr>
        </p:nvSpPr>
        <p:spPr>
          <a:xfrm>
            <a:off x="5566517" y="5427958"/>
            <a:ext cx="2397772" cy="29191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614" name="Google Shape;1614;p195"/>
          <p:cNvSpPr txBox="1"/>
          <p:nvPr>
            <p:ph idx="22" type="body"/>
          </p:nvPr>
        </p:nvSpPr>
        <p:spPr>
          <a:xfrm>
            <a:off x="5566513" y="5686822"/>
            <a:ext cx="2397776" cy="3077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615" name="Google Shape;1615;p195"/>
          <p:cNvSpPr txBox="1"/>
          <p:nvPr>
            <p:ph idx="23" type="body"/>
          </p:nvPr>
        </p:nvSpPr>
        <p:spPr>
          <a:xfrm>
            <a:off x="2996583" y="5427958"/>
            <a:ext cx="2397759" cy="29191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616" name="Google Shape;1616;p195"/>
          <p:cNvSpPr txBox="1"/>
          <p:nvPr>
            <p:ph idx="24" type="body"/>
          </p:nvPr>
        </p:nvSpPr>
        <p:spPr>
          <a:xfrm>
            <a:off x="2996584" y="5686822"/>
            <a:ext cx="2397758" cy="3077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617" name="Google Shape;1617;p195"/>
          <p:cNvSpPr txBox="1"/>
          <p:nvPr>
            <p:ph idx="25" type="body"/>
          </p:nvPr>
        </p:nvSpPr>
        <p:spPr>
          <a:xfrm>
            <a:off x="444804" y="5421435"/>
            <a:ext cx="2370689" cy="29191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618" name="Google Shape;1618;p195"/>
          <p:cNvSpPr txBox="1"/>
          <p:nvPr>
            <p:ph idx="26" type="body"/>
          </p:nvPr>
        </p:nvSpPr>
        <p:spPr>
          <a:xfrm>
            <a:off x="444806" y="5680299"/>
            <a:ext cx="2370688" cy="3077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619" name="Google Shape;1619;p195"/>
          <p:cNvSpPr txBox="1"/>
          <p:nvPr>
            <p:ph idx="27" type="body"/>
          </p:nvPr>
        </p:nvSpPr>
        <p:spPr>
          <a:xfrm>
            <a:off x="444804" y="2829308"/>
            <a:ext cx="2370689" cy="29191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620" name="Google Shape;1620;p195"/>
          <p:cNvSpPr txBox="1"/>
          <p:nvPr>
            <p:ph idx="28" type="body"/>
          </p:nvPr>
        </p:nvSpPr>
        <p:spPr>
          <a:xfrm>
            <a:off x="444806" y="3088172"/>
            <a:ext cx="2370688" cy="3077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7_04_텍스트&amp;이미지5단~">
  <p:cSld name="17_04_텍스트&amp;이미지5단~">
    <p:spTree>
      <p:nvGrpSpPr>
        <p:cNvPr id="1621" name="Shape 1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2" name="Google Shape;1622;p196"/>
          <p:cNvSpPr txBox="1"/>
          <p:nvPr>
            <p:ph idx="1" type="body"/>
          </p:nvPr>
        </p:nvSpPr>
        <p:spPr>
          <a:xfrm>
            <a:off x="417525" y="182918"/>
            <a:ext cx="5335912" cy="2605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B3B3B3"/>
              </a:buClr>
              <a:buSzPts val="1100"/>
              <a:buFont typeface="Arial"/>
              <a:buNone/>
              <a:defRPr b="1" i="0" sz="1100" u="none" cap="none" strike="noStrike">
                <a:solidFill>
                  <a:srgbClr val="B3B3B3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623" name="Google Shape;1623;p196"/>
          <p:cNvSpPr/>
          <p:nvPr>
            <p:ph idx="2" type="pic"/>
          </p:nvPr>
        </p:nvSpPr>
        <p:spPr>
          <a:xfrm>
            <a:off x="3925423" y="981076"/>
            <a:ext cx="2063825" cy="1475685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1624" name="Google Shape;1624;p196"/>
          <p:cNvSpPr/>
          <p:nvPr>
            <p:ph idx="3" type="pic"/>
          </p:nvPr>
        </p:nvSpPr>
        <p:spPr>
          <a:xfrm>
            <a:off x="8479317" y="981076"/>
            <a:ext cx="2063825" cy="1475685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1625" name="Google Shape;1625;p196"/>
          <p:cNvSpPr/>
          <p:nvPr>
            <p:ph idx="4" type="pic"/>
          </p:nvPr>
        </p:nvSpPr>
        <p:spPr>
          <a:xfrm>
            <a:off x="6202370" y="981076"/>
            <a:ext cx="2063825" cy="1475685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1626" name="Google Shape;1626;p196"/>
          <p:cNvSpPr/>
          <p:nvPr>
            <p:ph idx="5" type="pic"/>
          </p:nvPr>
        </p:nvSpPr>
        <p:spPr>
          <a:xfrm>
            <a:off x="3925423" y="2691158"/>
            <a:ext cx="2063825" cy="1475685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1627" name="Google Shape;1627;p196"/>
          <p:cNvSpPr/>
          <p:nvPr>
            <p:ph idx="6" type="pic"/>
          </p:nvPr>
        </p:nvSpPr>
        <p:spPr>
          <a:xfrm>
            <a:off x="8479317" y="2691158"/>
            <a:ext cx="2063825" cy="1475685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1628" name="Google Shape;1628;p196"/>
          <p:cNvSpPr/>
          <p:nvPr>
            <p:ph idx="7" type="pic"/>
          </p:nvPr>
        </p:nvSpPr>
        <p:spPr>
          <a:xfrm>
            <a:off x="6202370" y="2691158"/>
            <a:ext cx="2063825" cy="1475685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1629" name="Google Shape;1629;p196"/>
          <p:cNvSpPr txBox="1"/>
          <p:nvPr>
            <p:ph idx="8" type="body"/>
          </p:nvPr>
        </p:nvSpPr>
        <p:spPr>
          <a:xfrm>
            <a:off x="417525" y="2356318"/>
            <a:ext cx="3337729" cy="115937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26666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b="1" i="0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630" name="Google Shape;1630;p196"/>
          <p:cNvSpPr txBox="1"/>
          <p:nvPr>
            <p:ph idx="9" type="body"/>
          </p:nvPr>
        </p:nvSpPr>
        <p:spPr>
          <a:xfrm>
            <a:off x="417526" y="3695989"/>
            <a:ext cx="3337729" cy="7596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>
            <a:lvl1pPr indent="-228600" lvl="0" marL="457200" marR="0" rtl="0"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631" name="Google Shape;1631;p196"/>
          <p:cNvSpPr/>
          <p:nvPr>
            <p:ph idx="13" type="pic"/>
          </p:nvPr>
        </p:nvSpPr>
        <p:spPr>
          <a:xfrm>
            <a:off x="3925423" y="4401241"/>
            <a:ext cx="2063825" cy="1475685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1632" name="Google Shape;1632;p196"/>
          <p:cNvSpPr/>
          <p:nvPr>
            <p:ph idx="14" type="pic"/>
          </p:nvPr>
        </p:nvSpPr>
        <p:spPr>
          <a:xfrm>
            <a:off x="8479317" y="4401241"/>
            <a:ext cx="2063825" cy="1475685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1633" name="Google Shape;1633;p196"/>
          <p:cNvSpPr/>
          <p:nvPr>
            <p:ph idx="15" type="pic"/>
          </p:nvPr>
        </p:nvSpPr>
        <p:spPr>
          <a:xfrm>
            <a:off x="6202370" y="4401241"/>
            <a:ext cx="2063825" cy="1475685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</p:spTree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8_01_이미지">
  <p:cSld name="18_01_이미지">
    <p:spTree>
      <p:nvGrpSpPr>
        <p:cNvPr id="1634" name="Shape 1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5" name="Google Shape;1635;p197"/>
          <p:cNvSpPr txBox="1"/>
          <p:nvPr>
            <p:ph idx="1" type="body"/>
          </p:nvPr>
        </p:nvSpPr>
        <p:spPr>
          <a:xfrm>
            <a:off x="417525" y="182918"/>
            <a:ext cx="5335912" cy="2605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B3B3B3"/>
              </a:buClr>
              <a:buSzPts val="1100"/>
              <a:buFont typeface="Arial"/>
              <a:buNone/>
              <a:defRPr b="1" i="0" sz="1100" u="none" cap="none" strike="noStrike">
                <a:solidFill>
                  <a:srgbClr val="B3B3B3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636" name="Google Shape;1636;p197"/>
          <p:cNvSpPr/>
          <p:nvPr>
            <p:ph idx="2" type="pic"/>
          </p:nvPr>
        </p:nvSpPr>
        <p:spPr>
          <a:xfrm>
            <a:off x="522925" y="981074"/>
            <a:ext cx="10024362" cy="49032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</p:spTree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8_02_이미지">
  <p:cSld name="18_02_이미지">
    <p:spTree>
      <p:nvGrpSpPr>
        <p:cNvPr id="1637" name="Shape 1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" name="Google Shape;1638;p198"/>
          <p:cNvSpPr txBox="1"/>
          <p:nvPr>
            <p:ph idx="1" type="body"/>
          </p:nvPr>
        </p:nvSpPr>
        <p:spPr>
          <a:xfrm>
            <a:off x="417525" y="182918"/>
            <a:ext cx="5335912" cy="2605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B3B3B3"/>
              </a:buClr>
              <a:buSzPts val="1100"/>
              <a:buFont typeface="Arial"/>
              <a:buNone/>
              <a:defRPr b="1" i="0" sz="1100" u="none" cap="none" strike="noStrike">
                <a:solidFill>
                  <a:srgbClr val="B3B3B3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639" name="Google Shape;1639;p198"/>
          <p:cNvSpPr/>
          <p:nvPr>
            <p:ph idx="2" type="pic"/>
          </p:nvPr>
        </p:nvSpPr>
        <p:spPr>
          <a:xfrm>
            <a:off x="522925" y="981074"/>
            <a:ext cx="4882429" cy="49032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1640" name="Google Shape;1640;p198"/>
          <p:cNvSpPr/>
          <p:nvPr>
            <p:ph idx="3" type="pic"/>
          </p:nvPr>
        </p:nvSpPr>
        <p:spPr>
          <a:xfrm>
            <a:off x="5660713" y="981074"/>
            <a:ext cx="4882429" cy="49032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</p:spTree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8_03_이미지">
  <p:cSld name="18_03_이미지">
    <p:spTree>
      <p:nvGrpSpPr>
        <p:cNvPr id="1641" name="Shape 1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2" name="Google Shape;1642;p199"/>
          <p:cNvSpPr txBox="1"/>
          <p:nvPr>
            <p:ph idx="1" type="body"/>
          </p:nvPr>
        </p:nvSpPr>
        <p:spPr>
          <a:xfrm>
            <a:off x="417525" y="182918"/>
            <a:ext cx="5335912" cy="2605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B3B3B3"/>
              </a:buClr>
              <a:buSzPts val="1100"/>
              <a:buFont typeface="Arial"/>
              <a:buNone/>
              <a:defRPr b="1" i="0" sz="1100" u="none" cap="none" strike="noStrike">
                <a:solidFill>
                  <a:srgbClr val="B3B3B3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643" name="Google Shape;1643;p199"/>
          <p:cNvSpPr/>
          <p:nvPr>
            <p:ph idx="2" type="pic"/>
          </p:nvPr>
        </p:nvSpPr>
        <p:spPr>
          <a:xfrm>
            <a:off x="522925" y="981075"/>
            <a:ext cx="4882429" cy="2323986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1644" name="Google Shape;1644;p199"/>
          <p:cNvSpPr/>
          <p:nvPr>
            <p:ph idx="3" type="pic"/>
          </p:nvPr>
        </p:nvSpPr>
        <p:spPr>
          <a:xfrm>
            <a:off x="5660713" y="981075"/>
            <a:ext cx="4882429" cy="2323986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1645" name="Google Shape;1645;p199"/>
          <p:cNvSpPr/>
          <p:nvPr>
            <p:ph idx="4" type="pic"/>
          </p:nvPr>
        </p:nvSpPr>
        <p:spPr>
          <a:xfrm>
            <a:off x="522925" y="3552940"/>
            <a:ext cx="4882429" cy="2323986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1646" name="Google Shape;1646;p199"/>
          <p:cNvSpPr/>
          <p:nvPr>
            <p:ph idx="5" type="pic"/>
          </p:nvPr>
        </p:nvSpPr>
        <p:spPr>
          <a:xfrm>
            <a:off x="5660713" y="3552940"/>
            <a:ext cx="4882429" cy="2323986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</p:spTree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8_04_이미지">
  <p:cSld name="18_04_이미지">
    <p:spTree>
      <p:nvGrpSpPr>
        <p:cNvPr id="1647" name="Shape 1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8" name="Google Shape;1648;p200"/>
          <p:cNvSpPr txBox="1"/>
          <p:nvPr>
            <p:ph idx="1" type="body"/>
          </p:nvPr>
        </p:nvSpPr>
        <p:spPr>
          <a:xfrm>
            <a:off x="417525" y="182918"/>
            <a:ext cx="5335912" cy="2605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B3B3B3"/>
              </a:buClr>
              <a:buSzPts val="1100"/>
              <a:buFont typeface="Arial"/>
              <a:buNone/>
              <a:defRPr b="1" i="0" sz="1100" u="none" cap="none" strike="noStrike">
                <a:solidFill>
                  <a:srgbClr val="B3B3B3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649" name="Google Shape;1649;p200"/>
          <p:cNvSpPr/>
          <p:nvPr>
            <p:ph idx="2" type="pic"/>
          </p:nvPr>
        </p:nvSpPr>
        <p:spPr>
          <a:xfrm>
            <a:off x="3934610" y="981075"/>
            <a:ext cx="3196848" cy="23220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1650" name="Google Shape;1650;p200"/>
          <p:cNvSpPr/>
          <p:nvPr>
            <p:ph idx="3" type="pic"/>
          </p:nvPr>
        </p:nvSpPr>
        <p:spPr>
          <a:xfrm>
            <a:off x="522925" y="981075"/>
            <a:ext cx="3196848" cy="23220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1651" name="Google Shape;1651;p200"/>
          <p:cNvSpPr/>
          <p:nvPr>
            <p:ph idx="4" type="pic"/>
          </p:nvPr>
        </p:nvSpPr>
        <p:spPr>
          <a:xfrm>
            <a:off x="7346294" y="981075"/>
            <a:ext cx="3196848" cy="23220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1652" name="Google Shape;1652;p200"/>
          <p:cNvSpPr/>
          <p:nvPr>
            <p:ph idx="5" type="pic"/>
          </p:nvPr>
        </p:nvSpPr>
        <p:spPr>
          <a:xfrm>
            <a:off x="3934610" y="3554926"/>
            <a:ext cx="3196848" cy="23220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1653" name="Google Shape;1653;p200"/>
          <p:cNvSpPr/>
          <p:nvPr>
            <p:ph idx="6" type="pic"/>
          </p:nvPr>
        </p:nvSpPr>
        <p:spPr>
          <a:xfrm>
            <a:off x="522925" y="3554926"/>
            <a:ext cx="3196848" cy="23220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1654" name="Google Shape;1654;p200"/>
          <p:cNvSpPr/>
          <p:nvPr>
            <p:ph idx="7" type="pic"/>
          </p:nvPr>
        </p:nvSpPr>
        <p:spPr>
          <a:xfrm>
            <a:off x="7346294" y="3554926"/>
            <a:ext cx="3196848" cy="23220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</p:spTree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8_05_이미지">
  <p:cSld name="18_05_이미지">
    <p:spTree>
      <p:nvGrpSpPr>
        <p:cNvPr id="1655" name="Shape 1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6" name="Google Shape;1656;p201"/>
          <p:cNvSpPr txBox="1"/>
          <p:nvPr>
            <p:ph idx="1" type="body"/>
          </p:nvPr>
        </p:nvSpPr>
        <p:spPr>
          <a:xfrm>
            <a:off x="417525" y="182918"/>
            <a:ext cx="5335912" cy="2605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B3B3B3"/>
              </a:buClr>
              <a:buSzPts val="1100"/>
              <a:buFont typeface="Arial"/>
              <a:buNone/>
              <a:defRPr b="1" i="0" sz="1100" u="none" cap="none" strike="noStrike">
                <a:solidFill>
                  <a:srgbClr val="B3B3B3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657" name="Google Shape;1657;p201"/>
          <p:cNvSpPr/>
          <p:nvPr>
            <p:ph idx="2" type="pic"/>
          </p:nvPr>
        </p:nvSpPr>
        <p:spPr>
          <a:xfrm>
            <a:off x="5659649" y="981074"/>
            <a:ext cx="2304000" cy="23220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1658" name="Google Shape;1658;p201"/>
          <p:cNvSpPr/>
          <p:nvPr>
            <p:ph idx="3" type="pic"/>
          </p:nvPr>
        </p:nvSpPr>
        <p:spPr>
          <a:xfrm>
            <a:off x="3089698" y="981074"/>
            <a:ext cx="2304000" cy="23220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1659" name="Google Shape;1659;p201"/>
          <p:cNvSpPr/>
          <p:nvPr>
            <p:ph idx="4" type="pic"/>
          </p:nvPr>
        </p:nvSpPr>
        <p:spPr>
          <a:xfrm>
            <a:off x="519747" y="981074"/>
            <a:ext cx="2304000" cy="23220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1660" name="Google Shape;1660;p201"/>
          <p:cNvSpPr/>
          <p:nvPr>
            <p:ph idx="5" type="pic"/>
          </p:nvPr>
        </p:nvSpPr>
        <p:spPr>
          <a:xfrm>
            <a:off x="5659649" y="3561977"/>
            <a:ext cx="2304000" cy="23220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1661" name="Google Shape;1661;p201"/>
          <p:cNvSpPr/>
          <p:nvPr>
            <p:ph idx="6" type="pic"/>
          </p:nvPr>
        </p:nvSpPr>
        <p:spPr>
          <a:xfrm>
            <a:off x="3089698" y="3561977"/>
            <a:ext cx="2304000" cy="23220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1662" name="Google Shape;1662;p201"/>
          <p:cNvSpPr/>
          <p:nvPr>
            <p:ph idx="7" type="pic"/>
          </p:nvPr>
        </p:nvSpPr>
        <p:spPr>
          <a:xfrm>
            <a:off x="519747" y="3561977"/>
            <a:ext cx="2304000" cy="23220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1663" name="Google Shape;1663;p201"/>
          <p:cNvSpPr/>
          <p:nvPr>
            <p:ph idx="8" type="pic"/>
          </p:nvPr>
        </p:nvSpPr>
        <p:spPr>
          <a:xfrm>
            <a:off x="8239142" y="981074"/>
            <a:ext cx="2304000" cy="23220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1664" name="Google Shape;1664;p201"/>
          <p:cNvSpPr/>
          <p:nvPr>
            <p:ph idx="9" type="pic"/>
          </p:nvPr>
        </p:nvSpPr>
        <p:spPr>
          <a:xfrm>
            <a:off x="8239142" y="3561977"/>
            <a:ext cx="2304000" cy="23220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</p:spTree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8_06_이미지">
  <p:cSld name="18_06_이미지">
    <p:spTree>
      <p:nvGrpSpPr>
        <p:cNvPr id="1665" name="Shape 1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6" name="Google Shape;1666;p202"/>
          <p:cNvSpPr txBox="1"/>
          <p:nvPr>
            <p:ph idx="1" type="body"/>
          </p:nvPr>
        </p:nvSpPr>
        <p:spPr>
          <a:xfrm>
            <a:off x="417525" y="182918"/>
            <a:ext cx="5335912" cy="2605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B3B3B3"/>
              </a:buClr>
              <a:buSzPts val="1100"/>
              <a:buFont typeface="Arial"/>
              <a:buNone/>
              <a:defRPr b="1" i="0" sz="1100" u="none" cap="none" strike="noStrike">
                <a:solidFill>
                  <a:srgbClr val="B3B3B3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667" name="Google Shape;1667;p202"/>
          <p:cNvSpPr/>
          <p:nvPr>
            <p:ph idx="2" type="pic"/>
          </p:nvPr>
        </p:nvSpPr>
        <p:spPr>
          <a:xfrm>
            <a:off x="519747" y="981076"/>
            <a:ext cx="1788403" cy="1475685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1668" name="Google Shape;1668;p202"/>
          <p:cNvSpPr/>
          <p:nvPr>
            <p:ph idx="3" type="pic"/>
          </p:nvPr>
        </p:nvSpPr>
        <p:spPr>
          <a:xfrm>
            <a:off x="519747" y="2694684"/>
            <a:ext cx="1788403" cy="1475685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1669" name="Google Shape;1669;p202"/>
          <p:cNvSpPr/>
          <p:nvPr>
            <p:ph idx="4" type="pic"/>
          </p:nvPr>
        </p:nvSpPr>
        <p:spPr>
          <a:xfrm>
            <a:off x="519747" y="4408292"/>
            <a:ext cx="1788403" cy="1475685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1670" name="Google Shape;1670;p202"/>
          <p:cNvSpPr/>
          <p:nvPr>
            <p:ph idx="5" type="pic"/>
          </p:nvPr>
        </p:nvSpPr>
        <p:spPr>
          <a:xfrm>
            <a:off x="2578495" y="981076"/>
            <a:ext cx="1788403" cy="1475685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1671" name="Google Shape;1671;p202"/>
          <p:cNvSpPr/>
          <p:nvPr>
            <p:ph idx="6" type="pic"/>
          </p:nvPr>
        </p:nvSpPr>
        <p:spPr>
          <a:xfrm>
            <a:off x="2578495" y="2694684"/>
            <a:ext cx="1788403" cy="1475685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1672" name="Google Shape;1672;p202"/>
          <p:cNvSpPr/>
          <p:nvPr>
            <p:ph idx="7" type="pic"/>
          </p:nvPr>
        </p:nvSpPr>
        <p:spPr>
          <a:xfrm>
            <a:off x="2578495" y="4408292"/>
            <a:ext cx="1788403" cy="1475685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1673" name="Google Shape;1673;p202"/>
          <p:cNvSpPr/>
          <p:nvPr>
            <p:ph idx="8" type="pic"/>
          </p:nvPr>
        </p:nvSpPr>
        <p:spPr>
          <a:xfrm>
            <a:off x="4637243" y="981076"/>
            <a:ext cx="1788403" cy="1475685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1674" name="Google Shape;1674;p202"/>
          <p:cNvSpPr/>
          <p:nvPr>
            <p:ph idx="9" type="pic"/>
          </p:nvPr>
        </p:nvSpPr>
        <p:spPr>
          <a:xfrm>
            <a:off x="4637243" y="2694684"/>
            <a:ext cx="1788403" cy="1475685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1675" name="Google Shape;1675;p202"/>
          <p:cNvSpPr/>
          <p:nvPr>
            <p:ph idx="13" type="pic"/>
          </p:nvPr>
        </p:nvSpPr>
        <p:spPr>
          <a:xfrm>
            <a:off x="4637243" y="4408292"/>
            <a:ext cx="1788403" cy="1475685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1676" name="Google Shape;1676;p202"/>
          <p:cNvSpPr/>
          <p:nvPr>
            <p:ph idx="14" type="pic"/>
          </p:nvPr>
        </p:nvSpPr>
        <p:spPr>
          <a:xfrm>
            <a:off x="6695991" y="981076"/>
            <a:ext cx="1788403" cy="1475685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1677" name="Google Shape;1677;p202"/>
          <p:cNvSpPr/>
          <p:nvPr>
            <p:ph idx="15" type="pic"/>
          </p:nvPr>
        </p:nvSpPr>
        <p:spPr>
          <a:xfrm>
            <a:off x="6695991" y="2694684"/>
            <a:ext cx="1788403" cy="1475685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1678" name="Google Shape;1678;p202"/>
          <p:cNvSpPr/>
          <p:nvPr>
            <p:ph idx="16" type="pic"/>
          </p:nvPr>
        </p:nvSpPr>
        <p:spPr>
          <a:xfrm>
            <a:off x="6695991" y="4408292"/>
            <a:ext cx="1788403" cy="1475685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1679" name="Google Shape;1679;p202"/>
          <p:cNvSpPr/>
          <p:nvPr>
            <p:ph idx="17" type="pic"/>
          </p:nvPr>
        </p:nvSpPr>
        <p:spPr>
          <a:xfrm>
            <a:off x="8754739" y="981076"/>
            <a:ext cx="1788403" cy="1475685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1680" name="Google Shape;1680;p202"/>
          <p:cNvSpPr/>
          <p:nvPr>
            <p:ph idx="18" type="pic"/>
          </p:nvPr>
        </p:nvSpPr>
        <p:spPr>
          <a:xfrm>
            <a:off x="8754739" y="2694684"/>
            <a:ext cx="1788403" cy="1475685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1681" name="Google Shape;1681;p202"/>
          <p:cNvSpPr/>
          <p:nvPr>
            <p:ph idx="19" type="pic"/>
          </p:nvPr>
        </p:nvSpPr>
        <p:spPr>
          <a:xfrm>
            <a:off x="8754739" y="4408292"/>
            <a:ext cx="1788403" cy="1475685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50.xml"/><Relationship Id="rId84" Type="http://schemas.openxmlformats.org/officeDocument/2006/relationships/slideLayout" Target="../slideLayouts/slideLayout94.xml"/><Relationship Id="rId83" Type="http://schemas.openxmlformats.org/officeDocument/2006/relationships/slideLayout" Target="../slideLayouts/slideLayout93.xml"/><Relationship Id="rId42" Type="http://schemas.openxmlformats.org/officeDocument/2006/relationships/slideLayout" Target="../slideLayouts/slideLayout52.xml"/><Relationship Id="rId86" Type="http://schemas.openxmlformats.org/officeDocument/2006/relationships/slideLayout" Target="../slideLayouts/slideLayout96.xml"/><Relationship Id="rId41" Type="http://schemas.openxmlformats.org/officeDocument/2006/relationships/slideLayout" Target="../slideLayouts/slideLayout51.xml"/><Relationship Id="rId85" Type="http://schemas.openxmlformats.org/officeDocument/2006/relationships/slideLayout" Target="../slideLayouts/slideLayout95.xml"/><Relationship Id="rId44" Type="http://schemas.openxmlformats.org/officeDocument/2006/relationships/slideLayout" Target="../slideLayouts/slideLayout54.xml"/><Relationship Id="rId88" Type="http://schemas.openxmlformats.org/officeDocument/2006/relationships/slideLayout" Target="../slideLayouts/slideLayout98.xml"/><Relationship Id="rId43" Type="http://schemas.openxmlformats.org/officeDocument/2006/relationships/slideLayout" Target="../slideLayouts/slideLayout53.xml"/><Relationship Id="rId87" Type="http://schemas.openxmlformats.org/officeDocument/2006/relationships/slideLayout" Target="../slideLayouts/slideLayout97.xml"/><Relationship Id="rId46" Type="http://schemas.openxmlformats.org/officeDocument/2006/relationships/slideLayout" Target="../slideLayouts/slideLayout56.xml"/><Relationship Id="rId45" Type="http://schemas.openxmlformats.org/officeDocument/2006/relationships/slideLayout" Target="../slideLayouts/slideLayout55.xml"/><Relationship Id="rId89" Type="http://schemas.openxmlformats.org/officeDocument/2006/relationships/slideLayout" Target="../slideLayouts/slideLayout99.xml"/><Relationship Id="rId80" Type="http://schemas.openxmlformats.org/officeDocument/2006/relationships/slideLayout" Target="../slideLayouts/slideLayout90.xml"/><Relationship Id="rId82" Type="http://schemas.openxmlformats.org/officeDocument/2006/relationships/slideLayout" Target="../slideLayouts/slideLayout92.xml"/><Relationship Id="rId81" Type="http://schemas.openxmlformats.org/officeDocument/2006/relationships/slideLayout" Target="../slideLayouts/slideLayout91.xml"/><Relationship Id="rId1" Type="http://schemas.openxmlformats.org/officeDocument/2006/relationships/image" Target="../media/image3.png"/><Relationship Id="rId2" Type="http://schemas.openxmlformats.org/officeDocument/2006/relationships/image" Target="../media/image7.png"/><Relationship Id="rId3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9.xml"/><Relationship Id="rId48" Type="http://schemas.openxmlformats.org/officeDocument/2006/relationships/slideLayout" Target="../slideLayouts/slideLayout58.xml"/><Relationship Id="rId47" Type="http://schemas.openxmlformats.org/officeDocument/2006/relationships/slideLayout" Target="../slideLayouts/slideLayout57.xml"/><Relationship Id="rId49" Type="http://schemas.openxmlformats.org/officeDocument/2006/relationships/slideLayout" Target="../slideLayouts/slideLayout59.xml"/><Relationship Id="rId5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8.xml"/><Relationship Id="rId73" Type="http://schemas.openxmlformats.org/officeDocument/2006/relationships/slideLayout" Target="../slideLayouts/slideLayout83.xml"/><Relationship Id="rId72" Type="http://schemas.openxmlformats.org/officeDocument/2006/relationships/slideLayout" Target="../slideLayouts/slideLayout82.xml"/><Relationship Id="rId31" Type="http://schemas.openxmlformats.org/officeDocument/2006/relationships/slideLayout" Target="../slideLayouts/slideLayout41.xml"/><Relationship Id="rId75" Type="http://schemas.openxmlformats.org/officeDocument/2006/relationships/slideLayout" Target="../slideLayouts/slideLayout85.xml"/><Relationship Id="rId30" Type="http://schemas.openxmlformats.org/officeDocument/2006/relationships/slideLayout" Target="../slideLayouts/slideLayout40.xml"/><Relationship Id="rId74" Type="http://schemas.openxmlformats.org/officeDocument/2006/relationships/slideLayout" Target="../slideLayouts/slideLayout84.xml"/><Relationship Id="rId33" Type="http://schemas.openxmlformats.org/officeDocument/2006/relationships/slideLayout" Target="../slideLayouts/slideLayout43.xml"/><Relationship Id="rId77" Type="http://schemas.openxmlformats.org/officeDocument/2006/relationships/slideLayout" Target="../slideLayouts/slideLayout87.xml"/><Relationship Id="rId32" Type="http://schemas.openxmlformats.org/officeDocument/2006/relationships/slideLayout" Target="../slideLayouts/slideLayout42.xml"/><Relationship Id="rId76" Type="http://schemas.openxmlformats.org/officeDocument/2006/relationships/slideLayout" Target="../slideLayouts/slideLayout86.xml"/><Relationship Id="rId35" Type="http://schemas.openxmlformats.org/officeDocument/2006/relationships/slideLayout" Target="../slideLayouts/slideLayout45.xml"/><Relationship Id="rId79" Type="http://schemas.openxmlformats.org/officeDocument/2006/relationships/slideLayout" Target="../slideLayouts/slideLayout89.xml"/><Relationship Id="rId34" Type="http://schemas.openxmlformats.org/officeDocument/2006/relationships/slideLayout" Target="../slideLayouts/slideLayout44.xml"/><Relationship Id="rId78" Type="http://schemas.openxmlformats.org/officeDocument/2006/relationships/slideLayout" Target="../slideLayouts/slideLayout88.xml"/><Relationship Id="rId71" Type="http://schemas.openxmlformats.org/officeDocument/2006/relationships/slideLayout" Target="../slideLayouts/slideLayout81.xml"/><Relationship Id="rId70" Type="http://schemas.openxmlformats.org/officeDocument/2006/relationships/slideLayout" Target="../slideLayouts/slideLayout80.xml"/><Relationship Id="rId37" Type="http://schemas.openxmlformats.org/officeDocument/2006/relationships/slideLayout" Target="../slideLayouts/slideLayout47.xml"/><Relationship Id="rId36" Type="http://schemas.openxmlformats.org/officeDocument/2006/relationships/slideLayout" Target="../slideLayouts/slideLayout46.xml"/><Relationship Id="rId39" Type="http://schemas.openxmlformats.org/officeDocument/2006/relationships/slideLayout" Target="../slideLayouts/slideLayout49.xml"/><Relationship Id="rId38" Type="http://schemas.openxmlformats.org/officeDocument/2006/relationships/slideLayout" Target="../slideLayouts/slideLayout48.xml"/><Relationship Id="rId62" Type="http://schemas.openxmlformats.org/officeDocument/2006/relationships/slideLayout" Target="../slideLayouts/slideLayout72.xml"/><Relationship Id="rId61" Type="http://schemas.openxmlformats.org/officeDocument/2006/relationships/slideLayout" Target="../slideLayouts/slideLayout71.xml"/><Relationship Id="rId20" Type="http://schemas.openxmlformats.org/officeDocument/2006/relationships/slideLayout" Target="../slideLayouts/slideLayout30.xml"/><Relationship Id="rId64" Type="http://schemas.openxmlformats.org/officeDocument/2006/relationships/slideLayout" Target="../slideLayouts/slideLayout74.xml"/><Relationship Id="rId63" Type="http://schemas.openxmlformats.org/officeDocument/2006/relationships/slideLayout" Target="../slideLayouts/slideLayout73.xml"/><Relationship Id="rId22" Type="http://schemas.openxmlformats.org/officeDocument/2006/relationships/slideLayout" Target="../slideLayouts/slideLayout32.xml"/><Relationship Id="rId66" Type="http://schemas.openxmlformats.org/officeDocument/2006/relationships/slideLayout" Target="../slideLayouts/slideLayout76.xml"/><Relationship Id="rId21" Type="http://schemas.openxmlformats.org/officeDocument/2006/relationships/slideLayout" Target="../slideLayouts/slideLayout31.xml"/><Relationship Id="rId65" Type="http://schemas.openxmlformats.org/officeDocument/2006/relationships/slideLayout" Target="../slideLayouts/slideLayout75.xml"/><Relationship Id="rId24" Type="http://schemas.openxmlformats.org/officeDocument/2006/relationships/slideLayout" Target="../slideLayouts/slideLayout34.xml"/><Relationship Id="rId68" Type="http://schemas.openxmlformats.org/officeDocument/2006/relationships/slideLayout" Target="../slideLayouts/slideLayout78.xml"/><Relationship Id="rId23" Type="http://schemas.openxmlformats.org/officeDocument/2006/relationships/slideLayout" Target="../slideLayouts/slideLayout33.xml"/><Relationship Id="rId67" Type="http://schemas.openxmlformats.org/officeDocument/2006/relationships/slideLayout" Target="../slideLayouts/slideLayout77.xml"/><Relationship Id="rId60" Type="http://schemas.openxmlformats.org/officeDocument/2006/relationships/slideLayout" Target="../slideLayouts/slideLayout70.xml"/><Relationship Id="rId26" Type="http://schemas.openxmlformats.org/officeDocument/2006/relationships/slideLayout" Target="../slideLayouts/slideLayout36.xml"/><Relationship Id="rId25" Type="http://schemas.openxmlformats.org/officeDocument/2006/relationships/slideLayout" Target="../slideLayouts/slideLayout35.xml"/><Relationship Id="rId69" Type="http://schemas.openxmlformats.org/officeDocument/2006/relationships/slideLayout" Target="../slideLayouts/slideLayout79.xml"/><Relationship Id="rId28" Type="http://schemas.openxmlformats.org/officeDocument/2006/relationships/slideLayout" Target="../slideLayouts/slideLayout38.xml"/><Relationship Id="rId27" Type="http://schemas.openxmlformats.org/officeDocument/2006/relationships/slideLayout" Target="../slideLayouts/slideLayout37.xml"/><Relationship Id="rId29" Type="http://schemas.openxmlformats.org/officeDocument/2006/relationships/slideLayout" Target="../slideLayouts/slideLayout39.xml"/><Relationship Id="rId51" Type="http://schemas.openxmlformats.org/officeDocument/2006/relationships/slideLayout" Target="../slideLayouts/slideLayout61.xml"/><Relationship Id="rId95" Type="http://schemas.openxmlformats.org/officeDocument/2006/relationships/theme" Target="../theme/theme3.xml"/><Relationship Id="rId50" Type="http://schemas.openxmlformats.org/officeDocument/2006/relationships/slideLayout" Target="../slideLayouts/slideLayout60.xml"/><Relationship Id="rId94" Type="http://schemas.openxmlformats.org/officeDocument/2006/relationships/slideLayout" Target="../slideLayouts/slideLayout104.xml"/><Relationship Id="rId53" Type="http://schemas.openxmlformats.org/officeDocument/2006/relationships/slideLayout" Target="../slideLayouts/slideLayout63.xml"/><Relationship Id="rId52" Type="http://schemas.openxmlformats.org/officeDocument/2006/relationships/slideLayout" Target="../slideLayouts/slideLayout62.xml"/><Relationship Id="rId11" Type="http://schemas.openxmlformats.org/officeDocument/2006/relationships/slideLayout" Target="../slideLayouts/slideLayout21.xml"/><Relationship Id="rId55" Type="http://schemas.openxmlformats.org/officeDocument/2006/relationships/slideLayout" Target="../slideLayouts/slideLayout65.xml"/><Relationship Id="rId10" Type="http://schemas.openxmlformats.org/officeDocument/2006/relationships/slideLayout" Target="../slideLayouts/slideLayout20.xml"/><Relationship Id="rId54" Type="http://schemas.openxmlformats.org/officeDocument/2006/relationships/slideLayout" Target="../slideLayouts/slideLayout64.xml"/><Relationship Id="rId13" Type="http://schemas.openxmlformats.org/officeDocument/2006/relationships/slideLayout" Target="../slideLayouts/slideLayout23.xml"/><Relationship Id="rId57" Type="http://schemas.openxmlformats.org/officeDocument/2006/relationships/slideLayout" Target="../slideLayouts/slideLayout67.xml"/><Relationship Id="rId12" Type="http://schemas.openxmlformats.org/officeDocument/2006/relationships/slideLayout" Target="../slideLayouts/slideLayout22.xml"/><Relationship Id="rId56" Type="http://schemas.openxmlformats.org/officeDocument/2006/relationships/slideLayout" Target="../slideLayouts/slideLayout66.xml"/><Relationship Id="rId91" Type="http://schemas.openxmlformats.org/officeDocument/2006/relationships/slideLayout" Target="../slideLayouts/slideLayout101.xml"/><Relationship Id="rId90" Type="http://schemas.openxmlformats.org/officeDocument/2006/relationships/slideLayout" Target="../slideLayouts/slideLayout100.xml"/><Relationship Id="rId93" Type="http://schemas.openxmlformats.org/officeDocument/2006/relationships/slideLayout" Target="../slideLayouts/slideLayout103.xml"/><Relationship Id="rId92" Type="http://schemas.openxmlformats.org/officeDocument/2006/relationships/slideLayout" Target="../slideLayouts/slideLayout102.xml"/><Relationship Id="rId15" Type="http://schemas.openxmlformats.org/officeDocument/2006/relationships/slideLayout" Target="../slideLayouts/slideLayout25.xml"/><Relationship Id="rId59" Type="http://schemas.openxmlformats.org/officeDocument/2006/relationships/slideLayout" Target="../slideLayouts/slideLayout69.xml"/><Relationship Id="rId14" Type="http://schemas.openxmlformats.org/officeDocument/2006/relationships/slideLayout" Target="../slideLayouts/slideLayout24.xml"/><Relationship Id="rId58" Type="http://schemas.openxmlformats.org/officeDocument/2006/relationships/slideLayout" Target="../slideLayouts/slideLayout68.xml"/><Relationship Id="rId17" Type="http://schemas.openxmlformats.org/officeDocument/2006/relationships/slideLayout" Target="../slideLayouts/slideLayout27.xml"/><Relationship Id="rId16" Type="http://schemas.openxmlformats.org/officeDocument/2006/relationships/slideLayout" Target="../slideLayouts/slideLayout26.xml"/><Relationship Id="rId19" Type="http://schemas.openxmlformats.org/officeDocument/2006/relationships/slideLayout" Target="../slideLayouts/slideLayout29.xml"/><Relationship Id="rId18" Type="http://schemas.openxmlformats.org/officeDocument/2006/relationships/slideLayout" Target="../slideLayouts/slideLayout2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1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92" name="Google Shape;392;p110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8841126" y="3815180"/>
            <a:ext cx="3350873" cy="304281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93" name="Google Shape;393;p110"/>
          <p:cNvCxnSpPr/>
          <p:nvPr/>
        </p:nvCxnSpPr>
        <p:spPr>
          <a:xfrm>
            <a:off x="512633" y="508950"/>
            <a:ext cx="11166734" cy="0"/>
          </a:xfrm>
          <a:prstGeom prst="straightConnector1">
            <a:avLst/>
          </a:prstGeom>
          <a:noFill/>
          <a:ln cap="flat" cmpd="sng" w="9525">
            <a:solidFill>
              <a:srgbClr val="B3B3B3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94" name="Google Shape;394;p110"/>
          <p:cNvCxnSpPr/>
          <p:nvPr/>
        </p:nvCxnSpPr>
        <p:spPr>
          <a:xfrm>
            <a:off x="512633" y="6344080"/>
            <a:ext cx="11166734" cy="0"/>
          </a:xfrm>
          <a:prstGeom prst="straightConnector1">
            <a:avLst/>
          </a:prstGeom>
          <a:noFill/>
          <a:ln cap="flat" cmpd="sng" w="9525">
            <a:solidFill>
              <a:srgbClr val="B3B3B3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395" name="Google Shape;395;p11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66271" y="6386235"/>
            <a:ext cx="1205565" cy="370178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  <p:sldLayoutId id="2147483672" r:id="rId13"/>
    <p:sldLayoutId id="2147483673" r:id="rId14"/>
    <p:sldLayoutId id="2147483674" r:id="rId15"/>
    <p:sldLayoutId id="2147483675" r:id="rId16"/>
    <p:sldLayoutId id="2147483676" r:id="rId17"/>
    <p:sldLayoutId id="2147483677" r:id="rId18"/>
    <p:sldLayoutId id="2147483678" r:id="rId19"/>
    <p:sldLayoutId id="2147483679" r:id="rId20"/>
    <p:sldLayoutId id="2147483680" r:id="rId21"/>
    <p:sldLayoutId id="2147483681" r:id="rId22"/>
    <p:sldLayoutId id="2147483682" r:id="rId23"/>
    <p:sldLayoutId id="2147483683" r:id="rId24"/>
    <p:sldLayoutId id="2147483684" r:id="rId25"/>
    <p:sldLayoutId id="2147483685" r:id="rId26"/>
    <p:sldLayoutId id="2147483686" r:id="rId27"/>
    <p:sldLayoutId id="2147483687" r:id="rId28"/>
    <p:sldLayoutId id="2147483688" r:id="rId29"/>
    <p:sldLayoutId id="2147483689" r:id="rId30"/>
    <p:sldLayoutId id="2147483690" r:id="rId31"/>
    <p:sldLayoutId id="2147483691" r:id="rId32"/>
    <p:sldLayoutId id="2147483692" r:id="rId33"/>
    <p:sldLayoutId id="2147483693" r:id="rId34"/>
    <p:sldLayoutId id="2147483694" r:id="rId35"/>
    <p:sldLayoutId id="2147483695" r:id="rId36"/>
    <p:sldLayoutId id="2147483696" r:id="rId37"/>
    <p:sldLayoutId id="2147483697" r:id="rId38"/>
    <p:sldLayoutId id="2147483698" r:id="rId39"/>
    <p:sldLayoutId id="2147483699" r:id="rId40"/>
    <p:sldLayoutId id="2147483700" r:id="rId41"/>
    <p:sldLayoutId id="2147483701" r:id="rId42"/>
    <p:sldLayoutId id="2147483702" r:id="rId43"/>
    <p:sldLayoutId id="2147483703" r:id="rId44"/>
    <p:sldLayoutId id="2147483704" r:id="rId45"/>
    <p:sldLayoutId id="2147483705" r:id="rId46"/>
    <p:sldLayoutId id="2147483706" r:id="rId47"/>
    <p:sldLayoutId id="2147483707" r:id="rId48"/>
    <p:sldLayoutId id="2147483708" r:id="rId49"/>
    <p:sldLayoutId id="2147483709" r:id="rId50"/>
    <p:sldLayoutId id="2147483710" r:id="rId51"/>
    <p:sldLayoutId id="2147483711" r:id="rId52"/>
    <p:sldLayoutId id="2147483712" r:id="rId53"/>
    <p:sldLayoutId id="2147483713" r:id="rId54"/>
    <p:sldLayoutId id="2147483714" r:id="rId55"/>
    <p:sldLayoutId id="2147483715" r:id="rId56"/>
    <p:sldLayoutId id="2147483716" r:id="rId57"/>
    <p:sldLayoutId id="2147483717" r:id="rId58"/>
    <p:sldLayoutId id="2147483718" r:id="rId59"/>
    <p:sldLayoutId id="2147483719" r:id="rId60"/>
    <p:sldLayoutId id="2147483720" r:id="rId61"/>
    <p:sldLayoutId id="2147483721" r:id="rId62"/>
    <p:sldLayoutId id="2147483722" r:id="rId63"/>
    <p:sldLayoutId id="2147483723" r:id="rId64"/>
    <p:sldLayoutId id="2147483724" r:id="rId65"/>
    <p:sldLayoutId id="2147483725" r:id="rId66"/>
    <p:sldLayoutId id="2147483726" r:id="rId67"/>
    <p:sldLayoutId id="2147483727" r:id="rId68"/>
    <p:sldLayoutId id="2147483728" r:id="rId69"/>
    <p:sldLayoutId id="2147483729" r:id="rId70"/>
    <p:sldLayoutId id="2147483730" r:id="rId71"/>
    <p:sldLayoutId id="2147483731" r:id="rId72"/>
    <p:sldLayoutId id="2147483732" r:id="rId73"/>
    <p:sldLayoutId id="2147483733" r:id="rId74"/>
    <p:sldLayoutId id="2147483734" r:id="rId75"/>
    <p:sldLayoutId id="2147483735" r:id="rId76"/>
    <p:sldLayoutId id="2147483736" r:id="rId77"/>
    <p:sldLayoutId id="2147483737" r:id="rId78"/>
    <p:sldLayoutId id="2147483738" r:id="rId79"/>
    <p:sldLayoutId id="2147483739" r:id="rId80"/>
    <p:sldLayoutId id="2147483740" r:id="rId81"/>
    <p:sldLayoutId id="2147483741" r:id="rId82"/>
    <p:sldLayoutId id="2147483742" r:id="rId83"/>
    <p:sldLayoutId id="2147483743" r:id="rId84"/>
    <p:sldLayoutId id="2147483744" r:id="rId85"/>
    <p:sldLayoutId id="2147483745" r:id="rId86"/>
    <p:sldLayoutId id="2147483746" r:id="rId87"/>
    <p:sldLayoutId id="2147483747" r:id="rId88"/>
    <p:sldLayoutId id="2147483748" r:id="rId89"/>
    <p:sldLayoutId id="2147483749" r:id="rId90"/>
    <p:sldLayoutId id="2147483750" r:id="rId91"/>
    <p:sldLayoutId id="2147483751" r:id="rId92"/>
    <p:sldLayoutId id="2147483752" r:id="rId93"/>
    <p:sldLayoutId id="2147483753" r:id="rId9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chart" Target="../charts/chart1.xml"/><Relationship Id="rId4" Type="http://schemas.openxmlformats.org/officeDocument/2006/relationships/chart" Target="../charts/chart2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8.xml"/><Relationship Id="rId3" Type="http://schemas.openxmlformats.org/officeDocument/2006/relationships/chart" Target="../charts/chart3.xml"/><Relationship Id="rId4" Type="http://schemas.openxmlformats.org/officeDocument/2006/relationships/chart" Target="../charts/chart4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6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7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8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9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3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4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2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5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6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7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8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9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0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1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2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3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4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5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6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7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8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9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0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1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2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3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4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5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6.xml"/><Relationship Id="rId2" Type="http://schemas.openxmlformats.org/officeDocument/2006/relationships/notesSlide" Target="../notesSlides/notesSlide72.xml"/></Relationships>
</file>

<file path=ppt/slides/_rels/slide7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7.xml"/><Relationship Id="rId2" Type="http://schemas.openxmlformats.org/officeDocument/2006/relationships/notesSlide" Target="../notesSlides/notesSlide73.xml"/></Relationships>
</file>

<file path=ppt/slides/_rels/slide7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8.xml"/><Relationship Id="rId2" Type="http://schemas.openxmlformats.org/officeDocument/2006/relationships/notesSlide" Target="../notesSlides/notesSlide74.xml"/></Relationships>
</file>

<file path=ppt/slides/_rels/slide7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9.xml"/><Relationship Id="rId2" Type="http://schemas.openxmlformats.org/officeDocument/2006/relationships/notesSlide" Target="../notesSlides/notesSlide75.xml"/></Relationships>
</file>

<file path=ppt/slides/_rels/slide7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0.xml"/><Relationship Id="rId2" Type="http://schemas.openxmlformats.org/officeDocument/2006/relationships/notesSlide" Target="../notesSlides/notesSlide76.xml"/></Relationships>
</file>

<file path=ppt/slides/_rels/slide7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1.xml"/><Relationship Id="rId2" Type="http://schemas.openxmlformats.org/officeDocument/2006/relationships/notesSlide" Target="../notesSlides/notesSlide77.xml"/></Relationships>
</file>

<file path=ppt/slides/_rels/slide7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2.xml"/><Relationship Id="rId2" Type="http://schemas.openxmlformats.org/officeDocument/2006/relationships/notesSlide" Target="../notesSlides/notesSlide78.xml"/></Relationships>
</file>

<file path=ppt/slides/_rels/slide7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3.xml"/><Relationship Id="rId2" Type="http://schemas.openxmlformats.org/officeDocument/2006/relationships/notesSlide" Target="../notesSlides/notesSlide79.xml"/></Relationships>
</file>

<file path=ppt/slides/_rels/slide8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4.xml"/><Relationship Id="rId2" Type="http://schemas.openxmlformats.org/officeDocument/2006/relationships/notesSlide" Target="../notesSlides/notesSlide80.xml"/></Relationships>
</file>

<file path=ppt/slides/_rels/slide8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5.xml"/><Relationship Id="rId2" Type="http://schemas.openxmlformats.org/officeDocument/2006/relationships/notesSlide" Target="../notesSlides/notesSlide81.xml"/></Relationships>
</file>

<file path=ppt/slides/_rels/slide8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6.xml"/><Relationship Id="rId2" Type="http://schemas.openxmlformats.org/officeDocument/2006/relationships/notesSlide" Target="../notesSlides/notesSlide82.xml"/></Relationships>
</file>

<file path=ppt/slides/_rels/slide8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7.xml"/><Relationship Id="rId2" Type="http://schemas.openxmlformats.org/officeDocument/2006/relationships/notesSlide" Target="../notesSlides/notesSlide83.xml"/></Relationships>
</file>

<file path=ppt/slides/_rels/slide8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8.xml"/><Relationship Id="rId2" Type="http://schemas.openxmlformats.org/officeDocument/2006/relationships/notesSlide" Target="../notesSlides/notesSlide84.xml"/></Relationships>
</file>

<file path=ppt/slides/_rels/slide8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9.xml"/><Relationship Id="rId2" Type="http://schemas.openxmlformats.org/officeDocument/2006/relationships/notesSlide" Target="../notesSlides/notesSlide85.xml"/></Relationships>
</file>

<file path=ppt/slides/_rels/slide8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0.xml"/><Relationship Id="rId2" Type="http://schemas.openxmlformats.org/officeDocument/2006/relationships/notesSlide" Target="../notesSlides/notesSlide86.xml"/></Relationships>
</file>

<file path=ppt/slides/_rels/slide8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1.xml"/><Relationship Id="rId2" Type="http://schemas.openxmlformats.org/officeDocument/2006/relationships/notesSlide" Target="../notesSlides/notesSlide87.xml"/></Relationships>
</file>

<file path=ppt/slides/_rels/slide8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2.xml"/><Relationship Id="rId2" Type="http://schemas.openxmlformats.org/officeDocument/2006/relationships/notesSlide" Target="../notesSlides/notesSlide88.xml"/></Relationships>
</file>

<file path=ppt/slides/_rels/slide8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3.xml"/><Relationship Id="rId2" Type="http://schemas.openxmlformats.org/officeDocument/2006/relationships/notesSlide" Target="../notesSlides/notesSlide89.xml"/></Relationships>
</file>

<file path=ppt/slides/_rels/slide9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4.xml"/><Relationship Id="rId2" Type="http://schemas.openxmlformats.org/officeDocument/2006/relationships/notesSlide" Target="../notesSlides/notesSlide90.xml"/></Relationships>
</file>

<file path=ppt/slides/_rels/slide9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5.xml"/><Relationship Id="rId2" Type="http://schemas.openxmlformats.org/officeDocument/2006/relationships/notesSlide" Target="../notesSlides/notesSlide91.xml"/></Relationships>
</file>

<file path=ppt/slides/_rels/slide9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6.xml"/><Relationship Id="rId2" Type="http://schemas.openxmlformats.org/officeDocument/2006/relationships/notesSlide" Target="../notesSlides/notesSlide92.xml"/></Relationships>
</file>

<file path=ppt/slides/_rels/slide9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7.xml"/><Relationship Id="rId2" Type="http://schemas.openxmlformats.org/officeDocument/2006/relationships/notesSlide" Target="../notesSlides/notesSlide93.xml"/></Relationships>
</file>

<file path=ppt/slides/_rels/slide9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8.xml"/><Relationship Id="rId2" Type="http://schemas.openxmlformats.org/officeDocument/2006/relationships/notesSlide" Target="../notesSlides/notesSlide94.xml"/></Relationships>
</file>

<file path=ppt/slides/_rels/slide9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9.xml"/><Relationship Id="rId2" Type="http://schemas.openxmlformats.org/officeDocument/2006/relationships/notesSlide" Target="../notesSlides/notesSlide95.xml"/></Relationships>
</file>

<file path=ppt/slides/_rels/slide9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0.xml"/><Relationship Id="rId2" Type="http://schemas.openxmlformats.org/officeDocument/2006/relationships/notesSlide" Target="../notesSlides/notesSlide96.xml"/></Relationships>
</file>

<file path=ppt/slides/_rels/slide9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1.xml"/><Relationship Id="rId2" Type="http://schemas.openxmlformats.org/officeDocument/2006/relationships/notesSlide" Target="../notesSlides/notesSlide97.xml"/></Relationships>
</file>

<file path=ppt/slides/_rels/slide9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2.xml"/><Relationship Id="rId2" Type="http://schemas.openxmlformats.org/officeDocument/2006/relationships/notesSlide" Target="../notesSlides/notesSlide98.xml"/></Relationships>
</file>

<file path=ppt/slides/_rels/slide9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3.xml"/><Relationship Id="rId2" Type="http://schemas.openxmlformats.org/officeDocument/2006/relationships/notesSlide" Target="../notesSlides/notesSlide99.xml"/></Relationships>
</file>

<file path=ppt/slides/_rels/slide10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4.xml"/><Relationship Id="rId2" Type="http://schemas.openxmlformats.org/officeDocument/2006/relationships/notesSlide" Target="../notesSlides/notesSlide10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5" name="Shape 16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6" name="Google Shape;1686;p1"/>
          <p:cNvSpPr txBox="1"/>
          <p:nvPr>
            <p:ph idx="1" type="body"/>
          </p:nvPr>
        </p:nvSpPr>
        <p:spPr>
          <a:xfrm>
            <a:off x="446810" y="2089738"/>
            <a:ext cx="5667458" cy="23186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1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lang="ko-KR"/>
              <a:t>주제를</a:t>
            </a:r>
            <a:br>
              <a:rPr lang="ko-KR"/>
            </a:br>
            <a:r>
              <a:rPr lang="ko-KR"/>
              <a:t>입력해주세요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0" name="Shape 16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91" name="Google Shape;1691;p2"/>
          <p:cNvCxnSpPr/>
          <p:nvPr/>
        </p:nvCxnSpPr>
        <p:spPr>
          <a:xfrm>
            <a:off x="512633" y="508950"/>
            <a:ext cx="11166734" cy="0"/>
          </a:xfrm>
          <a:prstGeom prst="straightConnector1">
            <a:avLst/>
          </a:prstGeom>
          <a:noFill/>
          <a:ln cap="flat" cmpd="sng" w="9525">
            <a:solidFill>
              <a:srgbClr val="B3B3B3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692" name="Google Shape;1692;p2"/>
          <p:cNvCxnSpPr/>
          <p:nvPr/>
        </p:nvCxnSpPr>
        <p:spPr>
          <a:xfrm>
            <a:off x="512633" y="6344080"/>
            <a:ext cx="11166734" cy="0"/>
          </a:xfrm>
          <a:prstGeom prst="straightConnector1">
            <a:avLst/>
          </a:prstGeom>
          <a:noFill/>
          <a:ln cap="flat" cmpd="sng" w="9525">
            <a:solidFill>
              <a:srgbClr val="B3B3B3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693" name="Google Shape;1693;p2"/>
          <p:cNvSpPr txBox="1"/>
          <p:nvPr>
            <p:ph idx="1" type="body"/>
          </p:nvPr>
        </p:nvSpPr>
        <p:spPr>
          <a:xfrm>
            <a:off x="417525" y="182918"/>
            <a:ext cx="5335912" cy="2605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/>
              <a:t>Guide : Grid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7" name="Shape 1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8" name="Google Shape;1698;p3"/>
          <p:cNvSpPr txBox="1"/>
          <p:nvPr>
            <p:ph idx="1" type="body"/>
          </p:nvPr>
        </p:nvSpPr>
        <p:spPr>
          <a:xfrm>
            <a:off x="417525" y="182918"/>
            <a:ext cx="5335912" cy="2605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/>
              <a:t>Guide : Font</a:t>
            </a:r>
            <a:endParaRPr/>
          </a:p>
        </p:txBody>
      </p:sp>
      <p:sp>
        <p:nvSpPr>
          <p:cNvPr id="1699" name="Google Shape;1699;p3"/>
          <p:cNvSpPr txBox="1"/>
          <p:nvPr>
            <p:ph idx="2" type="body"/>
          </p:nvPr>
        </p:nvSpPr>
        <p:spPr>
          <a:xfrm>
            <a:off x="398889" y="850353"/>
            <a:ext cx="5354547" cy="6047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</a:pPr>
            <a:r>
              <a:rPr lang="ko-KR"/>
              <a:t>Font Guide</a:t>
            </a:r>
            <a:endParaRPr/>
          </a:p>
        </p:txBody>
      </p:sp>
      <p:sp>
        <p:nvSpPr>
          <p:cNvPr id="1700" name="Google Shape;1700;p3"/>
          <p:cNvSpPr txBox="1"/>
          <p:nvPr>
            <p:ph idx="3" type="body"/>
          </p:nvPr>
        </p:nvSpPr>
        <p:spPr>
          <a:xfrm>
            <a:off x="433567" y="5555068"/>
            <a:ext cx="5318703" cy="46213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63636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Arial"/>
              <a:buNone/>
            </a:pPr>
            <a:r>
              <a:rPr lang="ko-KR" sz="1100"/>
              <a:t>표지형 텍스트는 96px을 사용하되,</a:t>
            </a:r>
            <a:endParaRPr/>
          </a:p>
          <a:p>
            <a:pPr indent="0" lvl="0" marL="0" rtl="0" algn="l">
              <a:lnSpc>
                <a:spcPct val="63636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Arial"/>
              <a:buNone/>
            </a:pPr>
            <a:r>
              <a:rPr lang="ko-KR" sz="1100"/>
              <a:t>본문 콘텐츠 내에서 사용을 금지합니다.</a:t>
            </a:r>
            <a:endParaRPr sz="1100"/>
          </a:p>
        </p:txBody>
      </p:sp>
      <p:sp>
        <p:nvSpPr>
          <p:cNvPr id="1701" name="Google Shape;1701;p3"/>
          <p:cNvSpPr txBox="1"/>
          <p:nvPr>
            <p:ph idx="4" type="body"/>
          </p:nvPr>
        </p:nvSpPr>
        <p:spPr>
          <a:xfrm>
            <a:off x="397723" y="1659453"/>
            <a:ext cx="5354547" cy="29006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C1C49"/>
              </a:buClr>
              <a:buSzPts val="1400"/>
              <a:buFont typeface="Arial"/>
              <a:buNone/>
            </a:pPr>
            <a:r>
              <a:rPr lang="ko-KR"/>
              <a:t>Korean</a:t>
            </a:r>
            <a:endParaRPr/>
          </a:p>
        </p:txBody>
      </p:sp>
      <p:sp>
        <p:nvSpPr>
          <p:cNvPr id="1702" name="Google Shape;1702;p3"/>
          <p:cNvSpPr txBox="1"/>
          <p:nvPr>
            <p:ph idx="5" type="body"/>
          </p:nvPr>
        </p:nvSpPr>
        <p:spPr>
          <a:xfrm>
            <a:off x="397723" y="1928095"/>
            <a:ext cx="5354547" cy="29006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ko-KR"/>
              <a:t>Pretendard Variable (프리텐다드)</a:t>
            </a:r>
            <a:endParaRPr/>
          </a:p>
        </p:txBody>
      </p:sp>
      <p:sp>
        <p:nvSpPr>
          <p:cNvPr id="1703" name="Google Shape;1703;p3"/>
          <p:cNvSpPr txBox="1"/>
          <p:nvPr>
            <p:ph idx="6" type="body"/>
          </p:nvPr>
        </p:nvSpPr>
        <p:spPr>
          <a:xfrm>
            <a:off x="397723" y="2196737"/>
            <a:ext cx="5354547" cy="29006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ko-KR"/>
              <a:t>Regular - Medium - SemiBold - Bold - ExtraBold</a:t>
            </a:r>
            <a:endParaRPr/>
          </a:p>
        </p:txBody>
      </p:sp>
      <p:sp>
        <p:nvSpPr>
          <p:cNvPr id="1704" name="Google Shape;1704;p3"/>
          <p:cNvSpPr txBox="1"/>
          <p:nvPr>
            <p:ph idx="7" type="body"/>
          </p:nvPr>
        </p:nvSpPr>
        <p:spPr>
          <a:xfrm>
            <a:off x="397723" y="2724928"/>
            <a:ext cx="5354547" cy="29006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C1C49"/>
              </a:buClr>
              <a:buSzPts val="1400"/>
              <a:buFont typeface="Arial"/>
              <a:buNone/>
            </a:pPr>
            <a:r>
              <a:rPr lang="ko-KR"/>
              <a:t>English</a:t>
            </a:r>
            <a:endParaRPr/>
          </a:p>
        </p:txBody>
      </p:sp>
      <p:sp>
        <p:nvSpPr>
          <p:cNvPr id="1705" name="Google Shape;1705;p3"/>
          <p:cNvSpPr txBox="1"/>
          <p:nvPr>
            <p:ph idx="8" type="body"/>
          </p:nvPr>
        </p:nvSpPr>
        <p:spPr>
          <a:xfrm>
            <a:off x="397723" y="3009472"/>
            <a:ext cx="5354547" cy="29006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ko-KR"/>
              <a:t>Gilroy (길로이)</a:t>
            </a:r>
            <a:endParaRPr/>
          </a:p>
        </p:txBody>
      </p:sp>
      <p:sp>
        <p:nvSpPr>
          <p:cNvPr id="1706" name="Google Shape;1706;p3"/>
          <p:cNvSpPr txBox="1"/>
          <p:nvPr>
            <p:ph idx="9" type="body"/>
          </p:nvPr>
        </p:nvSpPr>
        <p:spPr>
          <a:xfrm>
            <a:off x="397723" y="3294016"/>
            <a:ext cx="5354547" cy="29006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ko-KR"/>
              <a:t>Regular - SemiBold - Bold</a:t>
            </a:r>
            <a:endParaRPr/>
          </a:p>
        </p:txBody>
      </p:sp>
      <p:sp>
        <p:nvSpPr>
          <p:cNvPr id="1707" name="Google Shape;1707;p3"/>
          <p:cNvSpPr txBox="1"/>
          <p:nvPr>
            <p:ph idx="13" type="body"/>
          </p:nvPr>
        </p:nvSpPr>
        <p:spPr>
          <a:xfrm>
            <a:off x="6134874" y="869328"/>
            <a:ext cx="1189204" cy="29006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ko-KR"/>
              <a:t>메인 타이틀</a:t>
            </a:r>
            <a:endParaRPr/>
          </a:p>
        </p:txBody>
      </p:sp>
      <p:sp>
        <p:nvSpPr>
          <p:cNvPr id="1708" name="Google Shape;1708;p3"/>
          <p:cNvSpPr txBox="1"/>
          <p:nvPr>
            <p:ph idx="14" type="body"/>
          </p:nvPr>
        </p:nvSpPr>
        <p:spPr>
          <a:xfrm>
            <a:off x="7125473" y="869328"/>
            <a:ext cx="4553893" cy="29006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Arial"/>
              <a:buNone/>
            </a:pPr>
            <a:r>
              <a:rPr lang="ko-KR"/>
              <a:t>Pretendard / ExtraBold / 38-46pt / 자간 0%</a:t>
            </a:r>
            <a:endParaRPr/>
          </a:p>
        </p:txBody>
      </p:sp>
      <p:sp>
        <p:nvSpPr>
          <p:cNvPr id="1709" name="Google Shape;1709;p3"/>
          <p:cNvSpPr txBox="1"/>
          <p:nvPr>
            <p:ph idx="15" type="body"/>
          </p:nvPr>
        </p:nvSpPr>
        <p:spPr>
          <a:xfrm>
            <a:off x="6134873" y="1119735"/>
            <a:ext cx="5544488" cy="6667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Arial"/>
              <a:buNone/>
            </a:pPr>
            <a:r>
              <a:rPr lang="ko-KR"/>
              <a:t>내용을 입력하세요.</a:t>
            </a:r>
            <a:endParaRPr/>
          </a:p>
        </p:txBody>
      </p:sp>
      <p:sp>
        <p:nvSpPr>
          <p:cNvPr id="1710" name="Google Shape;1710;p3"/>
          <p:cNvSpPr txBox="1"/>
          <p:nvPr>
            <p:ph idx="16" type="body"/>
          </p:nvPr>
        </p:nvSpPr>
        <p:spPr>
          <a:xfrm>
            <a:off x="6134874" y="2093829"/>
            <a:ext cx="1189204" cy="29006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ko-KR"/>
              <a:t>서브 타이틀</a:t>
            </a:r>
            <a:endParaRPr/>
          </a:p>
        </p:txBody>
      </p:sp>
      <p:sp>
        <p:nvSpPr>
          <p:cNvPr id="1711" name="Google Shape;1711;p3"/>
          <p:cNvSpPr txBox="1"/>
          <p:nvPr>
            <p:ph idx="17" type="body"/>
          </p:nvPr>
        </p:nvSpPr>
        <p:spPr>
          <a:xfrm>
            <a:off x="7125473" y="2093829"/>
            <a:ext cx="4553893" cy="29006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Arial"/>
              <a:buNone/>
            </a:pPr>
            <a:r>
              <a:rPr lang="ko-KR"/>
              <a:t>Pretendard / Bold / 24-38pt / 자간 0%</a:t>
            </a:r>
            <a:endParaRPr/>
          </a:p>
        </p:txBody>
      </p:sp>
      <p:sp>
        <p:nvSpPr>
          <p:cNvPr id="1712" name="Google Shape;1712;p3"/>
          <p:cNvSpPr txBox="1"/>
          <p:nvPr>
            <p:ph idx="18" type="body"/>
          </p:nvPr>
        </p:nvSpPr>
        <p:spPr>
          <a:xfrm>
            <a:off x="6134873" y="2344236"/>
            <a:ext cx="5544488" cy="6667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rPr lang="ko-KR"/>
              <a:t>내용을 입력하세요.</a:t>
            </a:r>
            <a:endParaRPr/>
          </a:p>
        </p:txBody>
      </p:sp>
      <p:sp>
        <p:nvSpPr>
          <p:cNvPr id="1713" name="Google Shape;1713;p3"/>
          <p:cNvSpPr txBox="1"/>
          <p:nvPr>
            <p:ph idx="19" type="body"/>
          </p:nvPr>
        </p:nvSpPr>
        <p:spPr>
          <a:xfrm>
            <a:off x="6134874" y="3238817"/>
            <a:ext cx="1189204" cy="29006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ko-KR"/>
              <a:t>본문 텍스트</a:t>
            </a:r>
            <a:endParaRPr/>
          </a:p>
        </p:txBody>
      </p:sp>
      <p:sp>
        <p:nvSpPr>
          <p:cNvPr id="1714" name="Google Shape;1714;p3"/>
          <p:cNvSpPr txBox="1"/>
          <p:nvPr>
            <p:ph idx="20" type="body"/>
          </p:nvPr>
        </p:nvSpPr>
        <p:spPr>
          <a:xfrm>
            <a:off x="7125473" y="3238817"/>
            <a:ext cx="4553893" cy="29006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Arial"/>
              <a:buNone/>
            </a:pPr>
            <a:r>
              <a:rPr lang="ko-KR"/>
              <a:t>Pretendard / Medium&amp;Bold / 20-22pt / 자간 0%</a:t>
            </a:r>
            <a:endParaRPr/>
          </a:p>
        </p:txBody>
      </p:sp>
      <p:sp>
        <p:nvSpPr>
          <p:cNvPr id="1715" name="Google Shape;1715;p3"/>
          <p:cNvSpPr txBox="1"/>
          <p:nvPr>
            <p:ph idx="21" type="body"/>
          </p:nvPr>
        </p:nvSpPr>
        <p:spPr>
          <a:xfrm>
            <a:off x="6134873" y="3521029"/>
            <a:ext cx="5544488" cy="4404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ko-KR"/>
              <a:t>내용을 입력하세요.</a:t>
            </a:r>
            <a:endParaRPr/>
          </a:p>
        </p:txBody>
      </p:sp>
      <p:sp>
        <p:nvSpPr>
          <p:cNvPr id="1716" name="Google Shape;1716;p3"/>
          <p:cNvSpPr txBox="1"/>
          <p:nvPr>
            <p:ph idx="22" type="body"/>
          </p:nvPr>
        </p:nvSpPr>
        <p:spPr>
          <a:xfrm>
            <a:off x="6134874" y="4352000"/>
            <a:ext cx="1189204" cy="29006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ko-KR"/>
              <a:t>보조 텍스트</a:t>
            </a:r>
            <a:endParaRPr/>
          </a:p>
        </p:txBody>
      </p:sp>
      <p:sp>
        <p:nvSpPr>
          <p:cNvPr id="1717" name="Google Shape;1717;p3"/>
          <p:cNvSpPr txBox="1"/>
          <p:nvPr>
            <p:ph idx="23" type="body"/>
          </p:nvPr>
        </p:nvSpPr>
        <p:spPr>
          <a:xfrm>
            <a:off x="7125473" y="4352000"/>
            <a:ext cx="4553893" cy="29006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Arial"/>
              <a:buNone/>
            </a:pPr>
            <a:r>
              <a:rPr lang="ko-KR"/>
              <a:t>Pretendard / Regular&amp;Medium / 13-14pt / 자간 0%</a:t>
            </a:r>
            <a:endParaRPr/>
          </a:p>
        </p:txBody>
      </p:sp>
      <p:sp>
        <p:nvSpPr>
          <p:cNvPr id="1718" name="Google Shape;1718;p3"/>
          <p:cNvSpPr txBox="1"/>
          <p:nvPr>
            <p:ph idx="24" type="body"/>
          </p:nvPr>
        </p:nvSpPr>
        <p:spPr>
          <a:xfrm>
            <a:off x="6134873" y="4666016"/>
            <a:ext cx="5544488" cy="4404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ko-KR"/>
              <a:t>내용을 입력하세요.</a:t>
            </a:r>
            <a:endParaRPr/>
          </a:p>
        </p:txBody>
      </p:sp>
      <p:sp>
        <p:nvSpPr>
          <p:cNvPr id="1719" name="Google Shape;1719;p3"/>
          <p:cNvSpPr txBox="1"/>
          <p:nvPr>
            <p:ph idx="25" type="body"/>
          </p:nvPr>
        </p:nvSpPr>
        <p:spPr>
          <a:xfrm>
            <a:off x="6134874" y="5393621"/>
            <a:ext cx="1189204" cy="29006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ko-KR"/>
              <a:t>주석 텍스트</a:t>
            </a:r>
            <a:endParaRPr/>
          </a:p>
        </p:txBody>
      </p:sp>
      <p:sp>
        <p:nvSpPr>
          <p:cNvPr id="1720" name="Google Shape;1720;p3"/>
          <p:cNvSpPr txBox="1"/>
          <p:nvPr>
            <p:ph idx="26" type="body"/>
          </p:nvPr>
        </p:nvSpPr>
        <p:spPr>
          <a:xfrm>
            <a:off x="7125473" y="5393621"/>
            <a:ext cx="4553893" cy="29006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Arial"/>
              <a:buNone/>
            </a:pPr>
            <a:r>
              <a:rPr lang="ko-KR"/>
              <a:t>Pretendard / Regular / 11pt / 자간 0%</a:t>
            </a:r>
            <a:endParaRPr/>
          </a:p>
        </p:txBody>
      </p:sp>
      <p:sp>
        <p:nvSpPr>
          <p:cNvPr id="1721" name="Google Shape;1721;p3"/>
          <p:cNvSpPr txBox="1"/>
          <p:nvPr>
            <p:ph idx="27" type="body"/>
          </p:nvPr>
        </p:nvSpPr>
        <p:spPr>
          <a:xfrm>
            <a:off x="6134873" y="5723539"/>
            <a:ext cx="5544488" cy="4404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/>
              <a:t>내용을 입력하세요.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5" name="Shape 17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6" name="Google Shape;1726;p4"/>
          <p:cNvSpPr txBox="1"/>
          <p:nvPr>
            <p:ph idx="1" type="body"/>
          </p:nvPr>
        </p:nvSpPr>
        <p:spPr>
          <a:xfrm>
            <a:off x="417525" y="182918"/>
            <a:ext cx="5335912" cy="2605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/>
              <a:t>Guide : Color</a:t>
            </a:r>
            <a:endParaRPr/>
          </a:p>
        </p:txBody>
      </p:sp>
      <p:sp>
        <p:nvSpPr>
          <p:cNvPr id="1727" name="Google Shape;1727;p4"/>
          <p:cNvSpPr/>
          <p:nvPr>
            <p:ph idx="2" type="body"/>
          </p:nvPr>
        </p:nvSpPr>
        <p:spPr>
          <a:xfrm>
            <a:off x="2440266" y="2327175"/>
            <a:ext cx="2177445" cy="217744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9525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</a:pPr>
            <a:r>
              <a:rPr lang="ko-KR"/>
              <a:t>Main</a:t>
            </a:r>
            <a:endParaRPr/>
          </a:p>
          <a:p>
            <a:pPr indent="0" lvl="0" marL="9525" rtl="0" algn="ctr">
              <a:lnSpc>
                <a:spcPct val="81428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rPr b="1" lang="ko-KR" sz="1400"/>
              <a:t>#fc1c49</a:t>
            </a:r>
            <a:endParaRPr b="1" sz="1400"/>
          </a:p>
        </p:txBody>
      </p:sp>
      <p:sp>
        <p:nvSpPr>
          <p:cNvPr id="1728" name="Google Shape;1728;p4"/>
          <p:cNvSpPr/>
          <p:nvPr>
            <p:ph idx="3" type="body"/>
          </p:nvPr>
        </p:nvSpPr>
        <p:spPr>
          <a:xfrm>
            <a:off x="4961866" y="2294789"/>
            <a:ext cx="1080000" cy="10800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9525" rtl="0" algn="ctr">
              <a:lnSpc>
                <a:spcPct val="925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lang="ko-KR" sz="800"/>
              <a:t>Main Light</a:t>
            </a:r>
            <a:endParaRPr/>
          </a:p>
          <a:p>
            <a:pPr indent="0" lvl="0" marL="9525" rtl="0" algn="ctr">
              <a:lnSpc>
                <a:spcPct val="74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1" lang="ko-KR" sz="1000"/>
              <a:t>#ffe5eb</a:t>
            </a:r>
            <a:endParaRPr b="1" sz="1000"/>
          </a:p>
        </p:txBody>
      </p:sp>
      <p:sp>
        <p:nvSpPr>
          <p:cNvPr id="1729" name="Google Shape;1729;p4"/>
          <p:cNvSpPr/>
          <p:nvPr>
            <p:ph idx="4" type="body"/>
          </p:nvPr>
        </p:nvSpPr>
        <p:spPr>
          <a:xfrm>
            <a:off x="4961866" y="3467220"/>
            <a:ext cx="1080000" cy="10800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9525" rtl="0" algn="ctr">
              <a:lnSpc>
                <a:spcPct val="925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Arial"/>
              <a:buNone/>
            </a:pPr>
            <a:r>
              <a:rPr lang="ko-KR" sz="800"/>
              <a:t>Sub</a:t>
            </a:r>
            <a:endParaRPr/>
          </a:p>
          <a:p>
            <a:pPr indent="0" lvl="0" marL="9525" rtl="0" algn="ctr">
              <a:lnSpc>
                <a:spcPct val="74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</a:pPr>
            <a:r>
              <a:rPr b="1" lang="ko-KR" sz="1000"/>
              <a:t>#ffa71b</a:t>
            </a:r>
            <a:endParaRPr b="1" sz="1000"/>
          </a:p>
        </p:txBody>
      </p:sp>
      <p:sp>
        <p:nvSpPr>
          <p:cNvPr id="1730" name="Google Shape;1730;p4"/>
          <p:cNvSpPr/>
          <p:nvPr>
            <p:ph idx="5" type="body"/>
          </p:nvPr>
        </p:nvSpPr>
        <p:spPr>
          <a:xfrm>
            <a:off x="6173055" y="2294789"/>
            <a:ext cx="1080000" cy="10800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9525" rtl="0" algn="ctr">
              <a:lnSpc>
                <a:spcPct val="925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lang="ko-KR" sz="800"/>
              <a:t>White</a:t>
            </a:r>
            <a:endParaRPr sz="800"/>
          </a:p>
          <a:p>
            <a:pPr indent="0" lvl="0" marL="9525" rtl="0" algn="ctr">
              <a:lnSpc>
                <a:spcPct val="74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1" lang="ko-KR" sz="1000"/>
              <a:t>#ffffff</a:t>
            </a:r>
            <a:endParaRPr b="1" sz="1000"/>
          </a:p>
        </p:txBody>
      </p:sp>
      <p:sp>
        <p:nvSpPr>
          <p:cNvPr id="1731" name="Google Shape;1731;p4"/>
          <p:cNvSpPr/>
          <p:nvPr>
            <p:ph idx="6" type="body"/>
          </p:nvPr>
        </p:nvSpPr>
        <p:spPr>
          <a:xfrm>
            <a:off x="6173055" y="3467220"/>
            <a:ext cx="1080000" cy="10800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9525" rtl="0" algn="ctr">
              <a:lnSpc>
                <a:spcPct val="925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Arial"/>
              <a:buNone/>
            </a:pPr>
            <a:r>
              <a:rPr lang="ko-KR" sz="800"/>
              <a:t>Black</a:t>
            </a:r>
            <a:endParaRPr/>
          </a:p>
          <a:p>
            <a:pPr indent="0" lvl="0" marL="9525" rtl="0" algn="ctr">
              <a:lnSpc>
                <a:spcPct val="74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</a:pPr>
            <a:r>
              <a:rPr b="1" lang="ko-KR" sz="1000"/>
              <a:t>#000000</a:t>
            </a:r>
            <a:endParaRPr b="1" sz="1000"/>
          </a:p>
        </p:txBody>
      </p:sp>
      <p:sp>
        <p:nvSpPr>
          <p:cNvPr id="1732" name="Google Shape;1732;p4"/>
          <p:cNvSpPr/>
          <p:nvPr>
            <p:ph idx="7" type="body"/>
          </p:nvPr>
        </p:nvSpPr>
        <p:spPr>
          <a:xfrm>
            <a:off x="7384244" y="2294789"/>
            <a:ext cx="1080000" cy="1080000"/>
          </a:xfrm>
          <a:prstGeom prst="ellipse">
            <a:avLst/>
          </a:prstGeom>
          <a:solidFill>
            <a:srgbClr val="F5F5F5"/>
          </a:solidFill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9525" rtl="0" algn="ctr">
              <a:lnSpc>
                <a:spcPct val="925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lang="ko-KR" sz="800"/>
              <a:t>Light Gray 1</a:t>
            </a:r>
            <a:endParaRPr/>
          </a:p>
          <a:p>
            <a:pPr indent="0" lvl="0" marL="9525" rtl="0" algn="ctr">
              <a:lnSpc>
                <a:spcPct val="74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1" lang="ko-KR" sz="1000"/>
              <a:t>#f5f5f5</a:t>
            </a:r>
            <a:endParaRPr b="1" sz="1000"/>
          </a:p>
        </p:txBody>
      </p:sp>
      <p:sp>
        <p:nvSpPr>
          <p:cNvPr id="1733" name="Google Shape;1733;p4"/>
          <p:cNvSpPr/>
          <p:nvPr>
            <p:ph idx="8" type="body"/>
          </p:nvPr>
        </p:nvSpPr>
        <p:spPr>
          <a:xfrm>
            <a:off x="7384244" y="3467220"/>
            <a:ext cx="1080000" cy="1080000"/>
          </a:xfrm>
          <a:prstGeom prst="ellipse">
            <a:avLst/>
          </a:prstGeom>
          <a:solidFill>
            <a:srgbClr val="28282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9525" rtl="0" algn="ctr">
              <a:lnSpc>
                <a:spcPct val="925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Arial"/>
              <a:buNone/>
            </a:pPr>
            <a:r>
              <a:rPr lang="ko-KR" sz="800"/>
              <a:t>Dark Gray 1</a:t>
            </a:r>
            <a:endParaRPr/>
          </a:p>
          <a:p>
            <a:pPr indent="0" lvl="0" marL="9525" rtl="0" algn="ctr">
              <a:lnSpc>
                <a:spcPct val="74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</a:pPr>
            <a:r>
              <a:rPr b="1" lang="ko-KR" sz="1000"/>
              <a:t>#282828</a:t>
            </a:r>
            <a:endParaRPr b="1" sz="1000"/>
          </a:p>
        </p:txBody>
      </p:sp>
      <p:sp>
        <p:nvSpPr>
          <p:cNvPr id="1734" name="Google Shape;1734;p4"/>
          <p:cNvSpPr/>
          <p:nvPr>
            <p:ph idx="9" type="body"/>
          </p:nvPr>
        </p:nvSpPr>
        <p:spPr>
          <a:xfrm>
            <a:off x="8595433" y="2294789"/>
            <a:ext cx="1080000" cy="1080000"/>
          </a:xfrm>
          <a:prstGeom prst="ellipse">
            <a:avLst/>
          </a:prstGeom>
          <a:solidFill>
            <a:srgbClr val="E6E6E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9525" rtl="0" algn="ctr">
              <a:lnSpc>
                <a:spcPct val="925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lang="ko-KR" sz="800"/>
              <a:t>Light Gray 2</a:t>
            </a:r>
            <a:endParaRPr/>
          </a:p>
          <a:p>
            <a:pPr indent="0" lvl="0" marL="9525" rtl="0" algn="ctr">
              <a:lnSpc>
                <a:spcPct val="74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1" lang="ko-KR" sz="1000"/>
              <a:t>#e6e6e6</a:t>
            </a:r>
            <a:endParaRPr b="1" sz="1000"/>
          </a:p>
        </p:txBody>
      </p:sp>
      <p:sp>
        <p:nvSpPr>
          <p:cNvPr id="1735" name="Google Shape;1735;p4"/>
          <p:cNvSpPr/>
          <p:nvPr>
            <p:ph idx="13" type="body"/>
          </p:nvPr>
        </p:nvSpPr>
        <p:spPr>
          <a:xfrm>
            <a:off x="8595433" y="3467220"/>
            <a:ext cx="1080000" cy="10800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9525" rtl="0" algn="ctr">
              <a:lnSpc>
                <a:spcPct val="925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Arial"/>
              <a:buNone/>
            </a:pPr>
            <a:r>
              <a:rPr lang="ko-KR" sz="800"/>
              <a:t>Dark Gray 2</a:t>
            </a:r>
            <a:endParaRPr/>
          </a:p>
          <a:p>
            <a:pPr indent="0" lvl="0" marL="9525" rtl="0" algn="ctr">
              <a:lnSpc>
                <a:spcPct val="74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</a:pPr>
            <a:r>
              <a:rPr b="1" lang="ko-KR" sz="1000"/>
              <a:t>#ffe5eb</a:t>
            </a:r>
            <a:endParaRPr b="1" sz="10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9" name="Shape 17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" name="Google Shape;1740;p5"/>
          <p:cNvSpPr txBox="1"/>
          <p:nvPr/>
        </p:nvSpPr>
        <p:spPr>
          <a:xfrm>
            <a:off x="417525" y="185050"/>
            <a:ext cx="1050288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ko-KR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Guide : Icon 1</a:t>
            </a:r>
            <a:endParaRPr b="1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741" name="Google Shape;1741;p5"/>
          <p:cNvGrpSpPr/>
          <p:nvPr/>
        </p:nvGrpSpPr>
        <p:grpSpPr>
          <a:xfrm>
            <a:off x="635414" y="1714190"/>
            <a:ext cx="632906" cy="439456"/>
            <a:chOff x="635414" y="1714190"/>
            <a:chExt cx="632906" cy="439456"/>
          </a:xfrm>
        </p:grpSpPr>
        <p:sp>
          <p:nvSpPr>
            <p:cNvPr id="1742" name="Google Shape;1742;p5"/>
            <p:cNvSpPr/>
            <p:nvPr/>
          </p:nvSpPr>
          <p:spPr>
            <a:xfrm>
              <a:off x="635414" y="1714190"/>
              <a:ext cx="632906" cy="439456"/>
            </a:xfrm>
            <a:custGeom>
              <a:rect b="b" l="l" r="r" t="t"/>
              <a:pathLst>
                <a:path extrusionOk="0" h="439456" w="632906">
                  <a:moveTo>
                    <a:pt x="32307" y="0"/>
                  </a:moveTo>
                  <a:cubicBezTo>
                    <a:pt x="14464" y="0"/>
                    <a:pt x="0" y="14352"/>
                    <a:pt x="0" y="32057"/>
                  </a:cubicBezTo>
                  <a:lnTo>
                    <a:pt x="0" y="407400"/>
                  </a:lnTo>
                  <a:cubicBezTo>
                    <a:pt x="0" y="425104"/>
                    <a:pt x="14464" y="439457"/>
                    <a:pt x="32307" y="439457"/>
                  </a:cubicBezTo>
                  <a:lnTo>
                    <a:pt x="600599" y="439457"/>
                  </a:lnTo>
                  <a:cubicBezTo>
                    <a:pt x="618442" y="439457"/>
                    <a:pt x="632907" y="425104"/>
                    <a:pt x="632907" y="407400"/>
                  </a:cubicBezTo>
                  <a:lnTo>
                    <a:pt x="632907" y="32057"/>
                  </a:lnTo>
                  <a:cubicBezTo>
                    <a:pt x="632907" y="14352"/>
                    <a:pt x="618442" y="0"/>
                    <a:pt x="600599" y="0"/>
                  </a:cubicBezTo>
                  <a:lnTo>
                    <a:pt x="32307" y="0"/>
                  </a:lnTo>
                  <a:close/>
                </a:path>
              </a:pathLst>
            </a:custGeom>
            <a:solidFill>
              <a:srgbClr val="FC1C4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43" name="Google Shape;1743;p5"/>
            <p:cNvSpPr/>
            <p:nvPr/>
          </p:nvSpPr>
          <p:spPr>
            <a:xfrm>
              <a:off x="760529" y="1846249"/>
              <a:ext cx="103053" cy="175337"/>
            </a:xfrm>
            <a:custGeom>
              <a:rect b="b" l="l" r="r" t="t"/>
              <a:pathLst>
                <a:path extrusionOk="0" h="175337" w="103053">
                  <a:moveTo>
                    <a:pt x="99374" y="3862"/>
                  </a:moveTo>
                  <a:cubicBezTo>
                    <a:pt x="104361" y="8927"/>
                    <a:pt x="104266" y="17046"/>
                    <a:pt x="99161" y="21995"/>
                  </a:cubicBezTo>
                  <a:lnTo>
                    <a:pt x="31415" y="87669"/>
                  </a:lnTo>
                  <a:lnTo>
                    <a:pt x="99161" y="153342"/>
                  </a:lnTo>
                  <a:cubicBezTo>
                    <a:pt x="104266" y="158291"/>
                    <a:pt x="104361" y="166410"/>
                    <a:pt x="99374" y="171475"/>
                  </a:cubicBezTo>
                  <a:cubicBezTo>
                    <a:pt x="94386" y="176541"/>
                    <a:pt x="86205" y="176635"/>
                    <a:pt x="81100" y="171686"/>
                  </a:cubicBezTo>
                  <a:lnTo>
                    <a:pt x="3892" y="96841"/>
                  </a:lnTo>
                  <a:cubicBezTo>
                    <a:pt x="1403" y="94428"/>
                    <a:pt x="0" y="91121"/>
                    <a:pt x="0" y="87669"/>
                  </a:cubicBezTo>
                  <a:cubicBezTo>
                    <a:pt x="0" y="84216"/>
                    <a:pt x="1403" y="80910"/>
                    <a:pt x="3892" y="78496"/>
                  </a:cubicBezTo>
                  <a:lnTo>
                    <a:pt x="81100" y="3651"/>
                  </a:lnTo>
                  <a:cubicBezTo>
                    <a:pt x="86205" y="-1298"/>
                    <a:pt x="94386" y="-1204"/>
                    <a:pt x="99374" y="386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44" name="Google Shape;1744;p5"/>
            <p:cNvSpPr/>
            <p:nvPr/>
          </p:nvSpPr>
          <p:spPr>
            <a:xfrm>
              <a:off x="1040153" y="1846249"/>
              <a:ext cx="103053" cy="175337"/>
            </a:xfrm>
            <a:custGeom>
              <a:rect b="b" l="l" r="r" t="t"/>
              <a:pathLst>
                <a:path extrusionOk="0" h="175337" w="103053">
                  <a:moveTo>
                    <a:pt x="3679" y="3862"/>
                  </a:moveTo>
                  <a:cubicBezTo>
                    <a:pt x="-1308" y="8927"/>
                    <a:pt x="-1213" y="17046"/>
                    <a:pt x="3892" y="21995"/>
                  </a:cubicBezTo>
                  <a:lnTo>
                    <a:pt x="71638" y="87669"/>
                  </a:lnTo>
                  <a:lnTo>
                    <a:pt x="3892" y="153342"/>
                  </a:lnTo>
                  <a:cubicBezTo>
                    <a:pt x="-1213" y="158291"/>
                    <a:pt x="-1308" y="166410"/>
                    <a:pt x="3679" y="171475"/>
                  </a:cubicBezTo>
                  <a:cubicBezTo>
                    <a:pt x="8667" y="176541"/>
                    <a:pt x="16848" y="176635"/>
                    <a:pt x="21954" y="171686"/>
                  </a:cubicBezTo>
                  <a:lnTo>
                    <a:pt x="99162" y="96841"/>
                  </a:lnTo>
                  <a:cubicBezTo>
                    <a:pt x="101650" y="94428"/>
                    <a:pt x="103053" y="91121"/>
                    <a:pt x="103053" y="87669"/>
                  </a:cubicBezTo>
                  <a:cubicBezTo>
                    <a:pt x="103053" y="84216"/>
                    <a:pt x="101650" y="80910"/>
                    <a:pt x="99162" y="78496"/>
                  </a:cubicBezTo>
                  <a:lnTo>
                    <a:pt x="21954" y="3651"/>
                  </a:lnTo>
                  <a:cubicBezTo>
                    <a:pt x="16848" y="-1298"/>
                    <a:pt x="8667" y="-1204"/>
                    <a:pt x="3679" y="386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45" name="Google Shape;1745;p5"/>
            <p:cNvSpPr/>
            <p:nvPr/>
          </p:nvSpPr>
          <p:spPr>
            <a:xfrm>
              <a:off x="898255" y="1846247"/>
              <a:ext cx="107220" cy="175341"/>
            </a:xfrm>
            <a:custGeom>
              <a:rect b="b" l="l" r="r" t="t"/>
              <a:pathLst>
                <a:path extrusionOk="0" h="175341" w="107220">
                  <a:moveTo>
                    <a:pt x="100430" y="1539"/>
                  </a:moveTo>
                  <a:cubicBezTo>
                    <a:pt x="106712" y="4901"/>
                    <a:pt x="109057" y="12680"/>
                    <a:pt x="105670" y="18912"/>
                  </a:cubicBezTo>
                  <a:lnTo>
                    <a:pt x="24299" y="168604"/>
                  </a:lnTo>
                  <a:cubicBezTo>
                    <a:pt x="20911" y="174837"/>
                    <a:pt x="13072" y="177164"/>
                    <a:pt x="6791" y="173802"/>
                  </a:cubicBezTo>
                  <a:cubicBezTo>
                    <a:pt x="509" y="170441"/>
                    <a:pt x="-1837" y="162662"/>
                    <a:pt x="1552" y="156429"/>
                  </a:cubicBezTo>
                  <a:lnTo>
                    <a:pt x="82921" y="6738"/>
                  </a:lnTo>
                  <a:cubicBezTo>
                    <a:pt x="86310" y="505"/>
                    <a:pt x="94149" y="-1822"/>
                    <a:pt x="100430" y="153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746" name="Google Shape;1746;p5"/>
          <p:cNvGrpSpPr/>
          <p:nvPr/>
        </p:nvGrpSpPr>
        <p:grpSpPr>
          <a:xfrm>
            <a:off x="1813474" y="1648411"/>
            <a:ext cx="567711" cy="573406"/>
            <a:chOff x="1813474" y="1648411"/>
            <a:chExt cx="567711" cy="573406"/>
          </a:xfrm>
        </p:grpSpPr>
        <p:sp>
          <p:nvSpPr>
            <p:cNvPr id="1747" name="Google Shape;1747;p5"/>
            <p:cNvSpPr/>
            <p:nvPr/>
          </p:nvSpPr>
          <p:spPr>
            <a:xfrm>
              <a:off x="1813474" y="1648411"/>
              <a:ext cx="567711" cy="573406"/>
            </a:xfrm>
            <a:custGeom>
              <a:rect b="b" l="l" r="r" t="t"/>
              <a:pathLst>
                <a:path extrusionOk="0" h="573406" w="567711">
                  <a:moveTo>
                    <a:pt x="217559" y="0"/>
                  </a:moveTo>
                  <a:cubicBezTo>
                    <a:pt x="182300" y="0"/>
                    <a:pt x="155878" y="21382"/>
                    <a:pt x="146084" y="49014"/>
                  </a:cubicBezTo>
                  <a:cubicBezTo>
                    <a:pt x="135964" y="49638"/>
                    <a:pt x="123807" y="52228"/>
                    <a:pt x="111773" y="57347"/>
                  </a:cubicBezTo>
                  <a:cubicBezTo>
                    <a:pt x="94491" y="64700"/>
                    <a:pt x="76405" y="77728"/>
                    <a:pt x="64866" y="99072"/>
                  </a:cubicBezTo>
                  <a:cubicBezTo>
                    <a:pt x="45707" y="134514"/>
                    <a:pt x="50628" y="168938"/>
                    <a:pt x="58815" y="189949"/>
                  </a:cubicBezTo>
                  <a:cubicBezTo>
                    <a:pt x="33971" y="203266"/>
                    <a:pt x="0" y="233801"/>
                    <a:pt x="0" y="289015"/>
                  </a:cubicBezTo>
                  <a:cubicBezTo>
                    <a:pt x="0" y="343862"/>
                    <a:pt x="33587" y="375044"/>
                    <a:pt x="59012" y="387772"/>
                  </a:cubicBezTo>
                  <a:cubicBezTo>
                    <a:pt x="56058" y="397068"/>
                    <a:pt x="54396" y="408157"/>
                    <a:pt x="54248" y="419320"/>
                  </a:cubicBezTo>
                  <a:cubicBezTo>
                    <a:pt x="54008" y="437382"/>
                    <a:pt x="57673" y="458317"/>
                    <a:pt x="68852" y="475724"/>
                  </a:cubicBezTo>
                  <a:cubicBezTo>
                    <a:pt x="82379" y="496789"/>
                    <a:pt x="101333" y="507713"/>
                    <a:pt x="118271" y="513019"/>
                  </a:cubicBezTo>
                  <a:cubicBezTo>
                    <a:pt x="128285" y="516156"/>
                    <a:pt x="137847" y="517414"/>
                    <a:pt x="145605" y="517622"/>
                  </a:cubicBezTo>
                  <a:cubicBezTo>
                    <a:pt x="148568" y="527336"/>
                    <a:pt x="153935" y="538175"/>
                    <a:pt x="162002" y="547687"/>
                  </a:cubicBezTo>
                  <a:cubicBezTo>
                    <a:pt x="173983" y="561816"/>
                    <a:pt x="192320" y="573407"/>
                    <a:pt x="217559" y="573407"/>
                  </a:cubicBezTo>
                  <a:cubicBezTo>
                    <a:pt x="250550" y="573407"/>
                    <a:pt x="271635" y="565242"/>
                    <a:pt x="283856" y="550890"/>
                  </a:cubicBezTo>
                  <a:cubicBezTo>
                    <a:pt x="296077" y="565242"/>
                    <a:pt x="317162" y="573407"/>
                    <a:pt x="350153" y="573407"/>
                  </a:cubicBezTo>
                  <a:cubicBezTo>
                    <a:pt x="375392" y="573407"/>
                    <a:pt x="393729" y="561816"/>
                    <a:pt x="405710" y="547687"/>
                  </a:cubicBezTo>
                  <a:cubicBezTo>
                    <a:pt x="413777" y="538175"/>
                    <a:pt x="419144" y="527336"/>
                    <a:pt x="422106" y="517622"/>
                  </a:cubicBezTo>
                  <a:cubicBezTo>
                    <a:pt x="429864" y="517414"/>
                    <a:pt x="439427" y="516156"/>
                    <a:pt x="449441" y="513019"/>
                  </a:cubicBezTo>
                  <a:cubicBezTo>
                    <a:pt x="466378" y="507713"/>
                    <a:pt x="485333" y="496789"/>
                    <a:pt x="498860" y="475724"/>
                  </a:cubicBezTo>
                  <a:cubicBezTo>
                    <a:pt x="510038" y="458317"/>
                    <a:pt x="513704" y="437382"/>
                    <a:pt x="513464" y="419320"/>
                  </a:cubicBezTo>
                  <a:cubicBezTo>
                    <a:pt x="513316" y="408157"/>
                    <a:pt x="511654" y="397068"/>
                    <a:pt x="508700" y="387772"/>
                  </a:cubicBezTo>
                  <a:cubicBezTo>
                    <a:pt x="534125" y="375044"/>
                    <a:pt x="567712" y="343862"/>
                    <a:pt x="567712" y="289015"/>
                  </a:cubicBezTo>
                  <a:cubicBezTo>
                    <a:pt x="567712" y="233801"/>
                    <a:pt x="533740" y="203266"/>
                    <a:pt x="508896" y="189949"/>
                  </a:cubicBezTo>
                  <a:cubicBezTo>
                    <a:pt x="517083" y="168938"/>
                    <a:pt x="522005" y="134514"/>
                    <a:pt x="502845" y="99072"/>
                  </a:cubicBezTo>
                  <a:cubicBezTo>
                    <a:pt x="491306" y="77728"/>
                    <a:pt x="473221" y="64700"/>
                    <a:pt x="455938" y="57347"/>
                  </a:cubicBezTo>
                  <a:cubicBezTo>
                    <a:pt x="443905" y="52228"/>
                    <a:pt x="431748" y="49638"/>
                    <a:pt x="421628" y="49014"/>
                  </a:cubicBezTo>
                  <a:cubicBezTo>
                    <a:pt x="411834" y="21382"/>
                    <a:pt x="385412" y="0"/>
                    <a:pt x="350153" y="0"/>
                  </a:cubicBezTo>
                  <a:cubicBezTo>
                    <a:pt x="319855" y="0"/>
                    <a:pt x="299465" y="15091"/>
                    <a:pt x="287180" y="33578"/>
                  </a:cubicBezTo>
                  <a:cubicBezTo>
                    <a:pt x="286001" y="35353"/>
                    <a:pt x="284893" y="37161"/>
                    <a:pt x="283856" y="38992"/>
                  </a:cubicBezTo>
                  <a:cubicBezTo>
                    <a:pt x="282819" y="37161"/>
                    <a:pt x="281711" y="35353"/>
                    <a:pt x="280532" y="33578"/>
                  </a:cubicBezTo>
                  <a:cubicBezTo>
                    <a:pt x="268247" y="15091"/>
                    <a:pt x="247856" y="0"/>
                    <a:pt x="217559" y="0"/>
                  </a:cubicBezTo>
                  <a:close/>
                </a:path>
              </a:pathLst>
            </a:custGeom>
            <a:solidFill>
              <a:srgbClr val="FC1C4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48" name="Google Shape;1748;p5"/>
            <p:cNvSpPr/>
            <p:nvPr/>
          </p:nvSpPr>
          <p:spPr>
            <a:xfrm>
              <a:off x="2170014" y="1966996"/>
              <a:ext cx="102259" cy="73623"/>
            </a:xfrm>
            <a:custGeom>
              <a:rect b="b" l="l" r="r" t="t"/>
              <a:pathLst>
                <a:path extrusionOk="0" h="73623" w="102259">
                  <a:moveTo>
                    <a:pt x="10931" y="168"/>
                  </a:moveTo>
                  <a:cubicBezTo>
                    <a:pt x="18024" y="-973"/>
                    <a:pt x="24707" y="3809"/>
                    <a:pt x="25857" y="10850"/>
                  </a:cubicBezTo>
                  <a:cubicBezTo>
                    <a:pt x="27904" y="23381"/>
                    <a:pt x="44975" y="51583"/>
                    <a:pt x="87965" y="47358"/>
                  </a:cubicBezTo>
                  <a:cubicBezTo>
                    <a:pt x="95115" y="46655"/>
                    <a:pt x="101486" y="51840"/>
                    <a:pt x="102195" y="58938"/>
                  </a:cubicBezTo>
                  <a:cubicBezTo>
                    <a:pt x="102903" y="66036"/>
                    <a:pt x="97680" y="72360"/>
                    <a:pt x="90529" y="73062"/>
                  </a:cubicBezTo>
                  <a:cubicBezTo>
                    <a:pt x="32208" y="78794"/>
                    <a:pt x="4141" y="39293"/>
                    <a:pt x="170" y="14985"/>
                  </a:cubicBezTo>
                  <a:cubicBezTo>
                    <a:pt x="-980" y="7944"/>
                    <a:pt x="3837" y="1311"/>
                    <a:pt x="10931" y="16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49" name="Google Shape;1749;p5"/>
            <p:cNvSpPr/>
            <p:nvPr/>
          </p:nvSpPr>
          <p:spPr>
            <a:xfrm>
              <a:off x="2003696" y="1779024"/>
              <a:ext cx="106527" cy="108338"/>
            </a:xfrm>
            <a:custGeom>
              <a:rect b="b" l="l" r="r" t="t"/>
              <a:pathLst>
                <a:path extrusionOk="0" h="108338" w="106527">
                  <a:moveTo>
                    <a:pt x="93516" y="0"/>
                  </a:moveTo>
                  <a:cubicBezTo>
                    <a:pt x="100701" y="0"/>
                    <a:pt x="106527" y="5782"/>
                    <a:pt x="106527" y="12915"/>
                  </a:cubicBezTo>
                  <a:cubicBezTo>
                    <a:pt x="106527" y="27794"/>
                    <a:pt x="103633" y="51295"/>
                    <a:pt x="90255" y="71475"/>
                  </a:cubicBezTo>
                  <a:cubicBezTo>
                    <a:pt x="76292" y="92538"/>
                    <a:pt x="50700" y="108338"/>
                    <a:pt x="13011" y="108338"/>
                  </a:cubicBezTo>
                  <a:cubicBezTo>
                    <a:pt x="5825" y="108338"/>
                    <a:pt x="0" y="102556"/>
                    <a:pt x="0" y="95423"/>
                  </a:cubicBezTo>
                  <a:cubicBezTo>
                    <a:pt x="0" y="88290"/>
                    <a:pt x="5825" y="82508"/>
                    <a:pt x="13011" y="82508"/>
                  </a:cubicBezTo>
                  <a:cubicBezTo>
                    <a:pt x="43718" y="82508"/>
                    <a:pt x="59642" y="70664"/>
                    <a:pt x="68516" y="57277"/>
                  </a:cubicBezTo>
                  <a:cubicBezTo>
                    <a:pt x="77975" y="43008"/>
                    <a:pt x="80504" y="25255"/>
                    <a:pt x="80504" y="12915"/>
                  </a:cubicBezTo>
                  <a:cubicBezTo>
                    <a:pt x="80504" y="5782"/>
                    <a:pt x="86329" y="0"/>
                    <a:pt x="9351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50" name="Google Shape;1750;p5"/>
            <p:cNvSpPr/>
            <p:nvPr/>
          </p:nvSpPr>
          <p:spPr>
            <a:xfrm>
              <a:off x="2084202" y="1779024"/>
              <a:ext cx="106527" cy="108338"/>
            </a:xfrm>
            <a:custGeom>
              <a:rect b="b" l="l" r="r" t="t"/>
              <a:pathLst>
                <a:path extrusionOk="0" h="108338" w="106527">
                  <a:moveTo>
                    <a:pt x="13011" y="0"/>
                  </a:moveTo>
                  <a:cubicBezTo>
                    <a:pt x="5825" y="0"/>
                    <a:pt x="0" y="5782"/>
                    <a:pt x="0" y="12915"/>
                  </a:cubicBezTo>
                  <a:cubicBezTo>
                    <a:pt x="0" y="27794"/>
                    <a:pt x="2894" y="51295"/>
                    <a:pt x="16272" y="71475"/>
                  </a:cubicBezTo>
                  <a:cubicBezTo>
                    <a:pt x="30235" y="92538"/>
                    <a:pt x="55193" y="108338"/>
                    <a:pt x="93516" y="108338"/>
                  </a:cubicBezTo>
                  <a:cubicBezTo>
                    <a:pt x="100701" y="108338"/>
                    <a:pt x="106527" y="102556"/>
                    <a:pt x="106527" y="95423"/>
                  </a:cubicBezTo>
                  <a:cubicBezTo>
                    <a:pt x="106527" y="88290"/>
                    <a:pt x="100701" y="82508"/>
                    <a:pt x="93516" y="82508"/>
                  </a:cubicBezTo>
                  <a:cubicBezTo>
                    <a:pt x="62808" y="82508"/>
                    <a:pt x="46885" y="70664"/>
                    <a:pt x="38010" y="57277"/>
                  </a:cubicBezTo>
                  <a:cubicBezTo>
                    <a:pt x="28551" y="43008"/>
                    <a:pt x="26023" y="25255"/>
                    <a:pt x="26023" y="12915"/>
                  </a:cubicBezTo>
                  <a:cubicBezTo>
                    <a:pt x="26023" y="5782"/>
                    <a:pt x="20197" y="0"/>
                    <a:pt x="1301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51" name="Google Shape;1751;p5"/>
            <p:cNvSpPr/>
            <p:nvPr/>
          </p:nvSpPr>
          <p:spPr>
            <a:xfrm>
              <a:off x="2022864" y="2007666"/>
              <a:ext cx="87350" cy="88684"/>
            </a:xfrm>
            <a:custGeom>
              <a:rect b="b" l="l" r="r" t="t"/>
              <a:pathLst>
                <a:path extrusionOk="0" h="88684" w="87350">
                  <a:moveTo>
                    <a:pt x="74339" y="88684"/>
                  </a:moveTo>
                  <a:cubicBezTo>
                    <a:pt x="81525" y="88684"/>
                    <a:pt x="87350" y="82902"/>
                    <a:pt x="87350" y="75769"/>
                  </a:cubicBezTo>
                  <a:cubicBezTo>
                    <a:pt x="87350" y="64132"/>
                    <a:pt x="85102" y="45545"/>
                    <a:pt x="74444" y="29468"/>
                  </a:cubicBezTo>
                  <a:cubicBezTo>
                    <a:pt x="63202" y="12508"/>
                    <a:pt x="43666" y="0"/>
                    <a:pt x="13011" y="0"/>
                  </a:cubicBezTo>
                  <a:cubicBezTo>
                    <a:pt x="5826" y="0"/>
                    <a:pt x="0" y="5783"/>
                    <a:pt x="0" y="12915"/>
                  </a:cubicBezTo>
                  <a:cubicBezTo>
                    <a:pt x="0" y="20048"/>
                    <a:pt x="5826" y="25830"/>
                    <a:pt x="13011" y="25830"/>
                  </a:cubicBezTo>
                  <a:cubicBezTo>
                    <a:pt x="35422" y="25830"/>
                    <a:pt x="46551" y="34382"/>
                    <a:pt x="52705" y="43666"/>
                  </a:cubicBezTo>
                  <a:cubicBezTo>
                    <a:pt x="59445" y="53832"/>
                    <a:pt x="61327" y="66671"/>
                    <a:pt x="61327" y="75769"/>
                  </a:cubicBezTo>
                  <a:cubicBezTo>
                    <a:pt x="61327" y="82902"/>
                    <a:pt x="67153" y="88684"/>
                    <a:pt x="74339" y="8868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52" name="Google Shape;1752;p5"/>
            <p:cNvSpPr/>
            <p:nvPr/>
          </p:nvSpPr>
          <p:spPr>
            <a:xfrm>
              <a:off x="2084421" y="1716365"/>
              <a:ext cx="26022" cy="466278"/>
            </a:xfrm>
            <a:custGeom>
              <a:rect b="b" l="l" r="r" t="t"/>
              <a:pathLst>
                <a:path extrusionOk="0" h="466278" w="26022">
                  <a:moveTo>
                    <a:pt x="13011" y="0"/>
                  </a:moveTo>
                  <a:cubicBezTo>
                    <a:pt x="20197" y="0"/>
                    <a:pt x="26023" y="5783"/>
                    <a:pt x="26023" y="12915"/>
                  </a:cubicBezTo>
                  <a:lnTo>
                    <a:pt x="26023" y="453364"/>
                  </a:lnTo>
                  <a:cubicBezTo>
                    <a:pt x="26023" y="460497"/>
                    <a:pt x="20197" y="466279"/>
                    <a:pt x="13011" y="466279"/>
                  </a:cubicBezTo>
                  <a:cubicBezTo>
                    <a:pt x="5825" y="466279"/>
                    <a:pt x="0" y="460497"/>
                    <a:pt x="0" y="453364"/>
                  </a:cubicBezTo>
                  <a:lnTo>
                    <a:pt x="0" y="12915"/>
                  </a:lnTo>
                  <a:cubicBezTo>
                    <a:pt x="0" y="5783"/>
                    <a:pt x="5825" y="0"/>
                    <a:pt x="1301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753" name="Google Shape;1753;p5"/>
          <p:cNvGrpSpPr/>
          <p:nvPr/>
        </p:nvGrpSpPr>
        <p:grpSpPr>
          <a:xfrm>
            <a:off x="2980311" y="1639265"/>
            <a:ext cx="517537" cy="591721"/>
            <a:chOff x="2980311" y="1639265"/>
            <a:chExt cx="517537" cy="591721"/>
          </a:xfrm>
        </p:grpSpPr>
        <p:sp>
          <p:nvSpPr>
            <p:cNvPr id="1754" name="Google Shape;1754;p5"/>
            <p:cNvSpPr/>
            <p:nvPr/>
          </p:nvSpPr>
          <p:spPr>
            <a:xfrm>
              <a:off x="2980311" y="1639265"/>
              <a:ext cx="517537" cy="591721"/>
            </a:xfrm>
            <a:custGeom>
              <a:rect b="b" l="l" r="r" t="t"/>
              <a:pathLst>
                <a:path extrusionOk="0" h="591721" w="517537">
                  <a:moveTo>
                    <a:pt x="286001" y="0"/>
                  </a:moveTo>
                  <a:cubicBezTo>
                    <a:pt x="157731" y="0"/>
                    <a:pt x="54464" y="108217"/>
                    <a:pt x="54464" y="240802"/>
                  </a:cubicBezTo>
                  <a:lnTo>
                    <a:pt x="54464" y="275975"/>
                  </a:lnTo>
                  <a:lnTo>
                    <a:pt x="3236" y="369815"/>
                  </a:lnTo>
                  <a:cubicBezTo>
                    <a:pt x="-6232" y="387158"/>
                    <a:pt x="6212" y="408385"/>
                    <a:pt x="25848" y="408385"/>
                  </a:cubicBezTo>
                  <a:lnTo>
                    <a:pt x="54464" y="408385"/>
                  </a:lnTo>
                  <a:lnTo>
                    <a:pt x="54464" y="488884"/>
                  </a:lnTo>
                  <a:cubicBezTo>
                    <a:pt x="54464" y="513925"/>
                    <a:pt x="74627" y="534671"/>
                    <a:pt x="99855" y="534224"/>
                  </a:cubicBezTo>
                  <a:cubicBezTo>
                    <a:pt x="135890" y="533586"/>
                    <a:pt x="177425" y="530947"/>
                    <a:pt x="212328" y="518679"/>
                  </a:cubicBezTo>
                  <a:lnTo>
                    <a:pt x="212328" y="578710"/>
                  </a:lnTo>
                  <a:cubicBezTo>
                    <a:pt x="212328" y="585896"/>
                    <a:pt x="218106" y="591721"/>
                    <a:pt x="225234" y="591721"/>
                  </a:cubicBezTo>
                  <a:lnTo>
                    <a:pt x="446595" y="591721"/>
                  </a:lnTo>
                  <a:cubicBezTo>
                    <a:pt x="453723" y="591721"/>
                    <a:pt x="459501" y="585896"/>
                    <a:pt x="459501" y="578710"/>
                  </a:cubicBezTo>
                  <a:lnTo>
                    <a:pt x="459501" y="482342"/>
                  </a:lnTo>
                  <a:cubicBezTo>
                    <a:pt x="459501" y="439343"/>
                    <a:pt x="475003" y="398789"/>
                    <a:pt x="491371" y="355966"/>
                  </a:cubicBezTo>
                  <a:lnTo>
                    <a:pt x="491372" y="355966"/>
                  </a:lnTo>
                  <a:cubicBezTo>
                    <a:pt x="495179" y="346005"/>
                    <a:pt x="499033" y="335922"/>
                    <a:pt x="502750" y="325657"/>
                  </a:cubicBezTo>
                  <a:cubicBezTo>
                    <a:pt x="512314" y="299244"/>
                    <a:pt x="517538" y="270641"/>
                    <a:pt x="517538" y="240802"/>
                  </a:cubicBezTo>
                  <a:cubicBezTo>
                    <a:pt x="517538" y="108217"/>
                    <a:pt x="414272" y="0"/>
                    <a:pt x="286001" y="0"/>
                  </a:cubicBezTo>
                  <a:close/>
                </a:path>
              </a:pathLst>
            </a:custGeom>
            <a:solidFill>
              <a:srgbClr val="FC1C4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55" name="Google Shape;1755;p5"/>
            <p:cNvSpPr/>
            <p:nvPr/>
          </p:nvSpPr>
          <p:spPr>
            <a:xfrm>
              <a:off x="3112096" y="1705466"/>
              <a:ext cx="315274" cy="211212"/>
            </a:xfrm>
            <a:custGeom>
              <a:rect b="b" l="l" r="r" t="t"/>
              <a:pathLst>
                <a:path extrusionOk="0" h="211212" w="315274">
                  <a:moveTo>
                    <a:pt x="157637" y="0"/>
                  </a:moveTo>
                  <a:cubicBezTo>
                    <a:pt x="71043" y="0"/>
                    <a:pt x="0" y="68259"/>
                    <a:pt x="0" y="153490"/>
                  </a:cubicBezTo>
                  <a:cubicBezTo>
                    <a:pt x="0" y="174097"/>
                    <a:pt x="4197" y="190505"/>
                    <a:pt x="15746" y="200768"/>
                  </a:cubicBezTo>
                  <a:cubicBezTo>
                    <a:pt x="27197" y="210944"/>
                    <a:pt x="42444" y="211951"/>
                    <a:pt x="56291" y="210872"/>
                  </a:cubicBezTo>
                  <a:cubicBezTo>
                    <a:pt x="67144" y="210027"/>
                    <a:pt x="79683" y="207617"/>
                    <a:pt x="92499" y="205153"/>
                  </a:cubicBezTo>
                  <a:cubicBezTo>
                    <a:pt x="96194" y="204442"/>
                    <a:pt x="99913" y="203728"/>
                    <a:pt x="103621" y="203044"/>
                  </a:cubicBezTo>
                  <a:cubicBezTo>
                    <a:pt x="120727" y="199894"/>
                    <a:pt x="138845" y="197132"/>
                    <a:pt x="157637" y="197132"/>
                  </a:cubicBezTo>
                  <a:cubicBezTo>
                    <a:pt x="176430" y="197132"/>
                    <a:pt x="194548" y="199894"/>
                    <a:pt x="211654" y="203044"/>
                  </a:cubicBezTo>
                  <a:cubicBezTo>
                    <a:pt x="215361" y="203728"/>
                    <a:pt x="219080" y="204442"/>
                    <a:pt x="222776" y="205153"/>
                  </a:cubicBezTo>
                  <a:cubicBezTo>
                    <a:pt x="235592" y="207617"/>
                    <a:pt x="248131" y="210027"/>
                    <a:pt x="258984" y="210872"/>
                  </a:cubicBezTo>
                  <a:cubicBezTo>
                    <a:pt x="272831" y="211951"/>
                    <a:pt x="288078" y="210944"/>
                    <a:pt x="299529" y="200768"/>
                  </a:cubicBezTo>
                  <a:cubicBezTo>
                    <a:pt x="311078" y="190505"/>
                    <a:pt x="315275" y="174097"/>
                    <a:pt x="315275" y="153490"/>
                  </a:cubicBezTo>
                  <a:cubicBezTo>
                    <a:pt x="315275" y="68259"/>
                    <a:pt x="244231" y="0"/>
                    <a:pt x="15763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756" name="Google Shape;1756;p5"/>
          <p:cNvGrpSpPr/>
          <p:nvPr/>
        </p:nvGrpSpPr>
        <p:grpSpPr>
          <a:xfrm>
            <a:off x="4225174" y="1618286"/>
            <a:ext cx="309085" cy="633175"/>
            <a:chOff x="4225174" y="1618286"/>
            <a:chExt cx="309085" cy="633175"/>
          </a:xfrm>
        </p:grpSpPr>
        <p:sp>
          <p:nvSpPr>
            <p:cNvPr id="1757" name="Google Shape;1757;p5"/>
            <p:cNvSpPr/>
            <p:nvPr/>
          </p:nvSpPr>
          <p:spPr>
            <a:xfrm>
              <a:off x="4225174" y="1618286"/>
              <a:ext cx="309085" cy="489789"/>
            </a:xfrm>
            <a:custGeom>
              <a:rect b="b" l="l" r="r" t="t"/>
              <a:pathLst>
                <a:path extrusionOk="0" h="489789" w="309085">
                  <a:moveTo>
                    <a:pt x="171716" y="10903"/>
                  </a:moveTo>
                  <a:cubicBezTo>
                    <a:pt x="164725" y="-3634"/>
                    <a:pt x="144360" y="-3634"/>
                    <a:pt x="137369" y="10903"/>
                  </a:cubicBezTo>
                  <a:lnTo>
                    <a:pt x="14916" y="265532"/>
                  </a:lnTo>
                  <a:cubicBezTo>
                    <a:pt x="-9456" y="316210"/>
                    <a:pt x="-3630" y="376542"/>
                    <a:pt x="29969" y="421426"/>
                  </a:cubicBezTo>
                  <a:lnTo>
                    <a:pt x="77318" y="484679"/>
                  </a:lnTo>
                  <a:cubicBezTo>
                    <a:pt x="79729" y="487900"/>
                    <a:pt x="83480" y="489790"/>
                    <a:pt x="87458" y="489790"/>
                  </a:cubicBezTo>
                  <a:lnTo>
                    <a:pt x="221627" y="489790"/>
                  </a:lnTo>
                  <a:cubicBezTo>
                    <a:pt x="225606" y="489790"/>
                    <a:pt x="229356" y="487900"/>
                    <a:pt x="231767" y="484679"/>
                  </a:cubicBezTo>
                  <a:lnTo>
                    <a:pt x="279117" y="421426"/>
                  </a:lnTo>
                  <a:cubicBezTo>
                    <a:pt x="312716" y="376542"/>
                    <a:pt x="318541" y="316210"/>
                    <a:pt x="294170" y="265532"/>
                  </a:cubicBezTo>
                  <a:lnTo>
                    <a:pt x="171716" y="10903"/>
                  </a:lnTo>
                  <a:close/>
                </a:path>
              </a:pathLst>
            </a:custGeom>
            <a:solidFill>
              <a:srgbClr val="FC1C4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58" name="Google Shape;1758;p5"/>
            <p:cNvSpPr/>
            <p:nvPr/>
          </p:nvSpPr>
          <p:spPr>
            <a:xfrm>
              <a:off x="4233418" y="2078141"/>
              <a:ext cx="292611" cy="173320"/>
            </a:xfrm>
            <a:custGeom>
              <a:rect b="b" l="l" r="r" t="t"/>
              <a:pathLst>
                <a:path extrusionOk="0" h="173320" w="292611">
                  <a:moveTo>
                    <a:pt x="0" y="32420"/>
                  </a:moveTo>
                  <a:cubicBezTo>
                    <a:pt x="0" y="14515"/>
                    <a:pt x="14266" y="0"/>
                    <a:pt x="31865" y="0"/>
                  </a:cubicBezTo>
                  <a:lnTo>
                    <a:pt x="260747" y="0"/>
                  </a:lnTo>
                  <a:cubicBezTo>
                    <a:pt x="278346" y="0"/>
                    <a:pt x="292612" y="14515"/>
                    <a:pt x="292612" y="32419"/>
                  </a:cubicBezTo>
                  <a:lnTo>
                    <a:pt x="292612" y="140901"/>
                  </a:lnTo>
                  <a:cubicBezTo>
                    <a:pt x="292612" y="158806"/>
                    <a:pt x="278346" y="173320"/>
                    <a:pt x="260747" y="173320"/>
                  </a:cubicBezTo>
                  <a:lnTo>
                    <a:pt x="31865" y="173320"/>
                  </a:lnTo>
                  <a:cubicBezTo>
                    <a:pt x="14266" y="173320"/>
                    <a:pt x="0" y="158806"/>
                    <a:pt x="0" y="140901"/>
                  </a:cubicBezTo>
                  <a:lnTo>
                    <a:pt x="0" y="3242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59" name="Google Shape;1759;p5"/>
            <p:cNvSpPr/>
            <p:nvPr/>
          </p:nvSpPr>
          <p:spPr>
            <a:xfrm>
              <a:off x="4233418" y="2078141"/>
              <a:ext cx="292611" cy="173320"/>
            </a:xfrm>
            <a:custGeom>
              <a:rect b="b" l="l" r="r" t="t"/>
              <a:pathLst>
                <a:path extrusionOk="0" h="173320" w="292611">
                  <a:moveTo>
                    <a:pt x="260747" y="25935"/>
                  </a:moveTo>
                  <a:lnTo>
                    <a:pt x="31865" y="25935"/>
                  </a:lnTo>
                  <a:cubicBezTo>
                    <a:pt x="28345" y="25935"/>
                    <a:pt x="25492" y="28839"/>
                    <a:pt x="25492" y="32420"/>
                  </a:cubicBezTo>
                  <a:lnTo>
                    <a:pt x="25492" y="140901"/>
                  </a:lnTo>
                  <a:cubicBezTo>
                    <a:pt x="25492" y="144482"/>
                    <a:pt x="28345" y="147385"/>
                    <a:pt x="31865" y="147385"/>
                  </a:cubicBezTo>
                  <a:lnTo>
                    <a:pt x="260747" y="147385"/>
                  </a:lnTo>
                  <a:cubicBezTo>
                    <a:pt x="264267" y="147385"/>
                    <a:pt x="267120" y="144482"/>
                    <a:pt x="267120" y="140901"/>
                  </a:cubicBezTo>
                  <a:lnTo>
                    <a:pt x="267120" y="32419"/>
                  </a:lnTo>
                  <a:cubicBezTo>
                    <a:pt x="267120" y="28839"/>
                    <a:pt x="264267" y="25935"/>
                    <a:pt x="260747" y="25935"/>
                  </a:cubicBezTo>
                  <a:close/>
                  <a:moveTo>
                    <a:pt x="31865" y="0"/>
                  </a:moveTo>
                  <a:cubicBezTo>
                    <a:pt x="14266" y="0"/>
                    <a:pt x="0" y="14515"/>
                    <a:pt x="0" y="32420"/>
                  </a:cubicBezTo>
                  <a:lnTo>
                    <a:pt x="0" y="140901"/>
                  </a:lnTo>
                  <a:cubicBezTo>
                    <a:pt x="0" y="158806"/>
                    <a:pt x="14266" y="173320"/>
                    <a:pt x="31865" y="173320"/>
                  </a:cubicBezTo>
                  <a:lnTo>
                    <a:pt x="260747" y="173320"/>
                  </a:lnTo>
                  <a:cubicBezTo>
                    <a:pt x="278346" y="173320"/>
                    <a:pt x="292612" y="158806"/>
                    <a:pt x="292612" y="140901"/>
                  </a:cubicBezTo>
                  <a:lnTo>
                    <a:pt x="292612" y="32419"/>
                  </a:lnTo>
                  <a:cubicBezTo>
                    <a:pt x="292612" y="14515"/>
                    <a:pt x="278346" y="0"/>
                    <a:pt x="260747" y="0"/>
                  </a:cubicBezTo>
                  <a:lnTo>
                    <a:pt x="31865" y="0"/>
                  </a:lnTo>
                  <a:close/>
                </a:path>
              </a:pathLst>
            </a:custGeom>
            <a:solidFill>
              <a:srgbClr val="FC1C4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60" name="Google Shape;1760;p5"/>
            <p:cNvSpPr/>
            <p:nvPr/>
          </p:nvSpPr>
          <p:spPr>
            <a:xfrm>
              <a:off x="4366982" y="1850727"/>
              <a:ext cx="25491" cy="141062"/>
            </a:xfrm>
            <a:custGeom>
              <a:rect b="b" l="l" r="r" t="t"/>
              <a:pathLst>
                <a:path extrusionOk="0" h="141062" w="25491">
                  <a:moveTo>
                    <a:pt x="12746" y="0"/>
                  </a:moveTo>
                  <a:cubicBezTo>
                    <a:pt x="19785" y="0"/>
                    <a:pt x="25492" y="5806"/>
                    <a:pt x="25492" y="12968"/>
                  </a:cubicBezTo>
                  <a:lnTo>
                    <a:pt x="25492" y="128095"/>
                  </a:lnTo>
                  <a:cubicBezTo>
                    <a:pt x="25492" y="135257"/>
                    <a:pt x="19785" y="141062"/>
                    <a:pt x="12746" y="141062"/>
                  </a:cubicBezTo>
                  <a:cubicBezTo>
                    <a:pt x="5706" y="141062"/>
                    <a:pt x="0" y="135257"/>
                    <a:pt x="0" y="128095"/>
                  </a:cubicBezTo>
                  <a:lnTo>
                    <a:pt x="0" y="12968"/>
                  </a:lnTo>
                  <a:cubicBezTo>
                    <a:pt x="0" y="5806"/>
                    <a:pt x="5706" y="0"/>
                    <a:pt x="1274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761" name="Google Shape;1761;p5"/>
          <p:cNvGrpSpPr/>
          <p:nvPr/>
        </p:nvGrpSpPr>
        <p:grpSpPr>
          <a:xfrm>
            <a:off x="5215251" y="1709858"/>
            <a:ext cx="619032" cy="448253"/>
            <a:chOff x="5215251" y="1709858"/>
            <a:chExt cx="619032" cy="448253"/>
          </a:xfrm>
        </p:grpSpPr>
        <p:sp>
          <p:nvSpPr>
            <p:cNvPr id="1762" name="Google Shape;1762;p5"/>
            <p:cNvSpPr/>
            <p:nvPr/>
          </p:nvSpPr>
          <p:spPr>
            <a:xfrm>
              <a:off x="5215251" y="1709858"/>
              <a:ext cx="452563" cy="448253"/>
            </a:xfrm>
            <a:custGeom>
              <a:rect b="b" l="l" r="r" t="t"/>
              <a:pathLst>
                <a:path extrusionOk="0" h="448253" w="452563">
                  <a:moveTo>
                    <a:pt x="226282" y="448253"/>
                  </a:moveTo>
                  <a:cubicBezTo>
                    <a:pt x="351254" y="448253"/>
                    <a:pt x="452564" y="347908"/>
                    <a:pt x="452564" y="224127"/>
                  </a:cubicBezTo>
                  <a:cubicBezTo>
                    <a:pt x="452564" y="100345"/>
                    <a:pt x="351254" y="0"/>
                    <a:pt x="226282" y="0"/>
                  </a:cubicBezTo>
                  <a:cubicBezTo>
                    <a:pt x="101310" y="0"/>
                    <a:pt x="0" y="100345"/>
                    <a:pt x="0" y="224127"/>
                  </a:cubicBezTo>
                  <a:cubicBezTo>
                    <a:pt x="0" y="347908"/>
                    <a:pt x="101310" y="448253"/>
                    <a:pt x="226282" y="448253"/>
                  </a:cubicBezTo>
                  <a:close/>
                </a:path>
              </a:pathLst>
            </a:custGeom>
            <a:solidFill>
              <a:srgbClr val="FC1C4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63" name="Google Shape;1763;p5"/>
            <p:cNvSpPr/>
            <p:nvPr/>
          </p:nvSpPr>
          <p:spPr>
            <a:xfrm>
              <a:off x="5676940" y="1762641"/>
              <a:ext cx="73762" cy="342679"/>
            </a:xfrm>
            <a:custGeom>
              <a:rect b="b" l="l" r="r" t="t"/>
              <a:pathLst>
                <a:path extrusionOk="0" h="342679" w="73762">
                  <a:moveTo>
                    <a:pt x="4445" y="3187"/>
                  </a:moveTo>
                  <a:cubicBezTo>
                    <a:pt x="9854" y="-1499"/>
                    <a:pt x="18074" y="-954"/>
                    <a:pt x="22805" y="4403"/>
                  </a:cubicBezTo>
                  <a:cubicBezTo>
                    <a:pt x="54200" y="39953"/>
                    <a:pt x="73762" y="102269"/>
                    <a:pt x="73762" y="171340"/>
                  </a:cubicBezTo>
                  <a:cubicBezTo>
                    <a:pt x="73762" y="240410"/>
                    <a:pt x="54200" y="302726"/>
                    <a:pt x="22805" y="338276"/>
                  </a:cubicBezTo>
                  <a:cubicBezTo>
                    <a:pt x="18074" y="343634"/>
                    <a:pt x="9854" y="344178"/>
                    <a:pt x="4445" y="339492"/>
                  </a:cubicBezTo>
                  <a:cubicBezTo>
                    <a:pt x="-964" y="334806"/>
                    <a:pt x="-1513" y="326664"/>
                    <a:pt x="3218" y="321307"/>
                  </a:cubicBezTo>
                  <a:cubicBezTo>
                    <a:pt x="29046" y="292060"/>
                    <a:pt x="47739" y="236694"/>
                    <a:pt x="47739" y="171340"/>
                  </a:cubicBezTo>
                  <a:cubicBezTo>
                    <a:pt x="47739" y="105985"/>
                    <a:pt x="29046" y="50619"/>
                    <a:pt x="3218" y="21372"/>
                  </a:cubicBezTo>
                  <a:cubicBezTo>
                    <a:pt x="-1513" y="16015"/>
                    <a:pt x="-964" y="7873"/>
                    <a:pt x="4445" y="3187"/>
                  </a:cubicBezTo>
                  <a:close/>
                </a:path>
              </a:pathLst>
            </a:custGeom>
            <a:solidFill>
              <a:srgbClr val="FC1C4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64" name="Google Shape;1764;p5"/>
            <p:cNvSpPr/>
            <p:nvPr/>
          </p:nvSpPr>
          <p:spPr>
            <a:xfrm>
              <a:off x="5782439" y="1787835"/>
              <a:ext cx="51844" cy="292297"/>
            </a:xfrm>
            <a:custGeom>
              <a:rect b="b" l="l" r="r" t="t"/>
              <a:pathLst>
                <a:path extrusionOk="0" h="292297" w="51844">
                  <a:moveTo>
                    <a:pt x="6635" y="1657"/>
                  </a:moveTo>
                  <a:cubicBezTo>
                    <a:pt x="12898" y="-1832"/>
                    <a:pt x="20831" y="368"/>
                    <a:pt x="24354" y="6572"/>
                  </a:cubicBezTo>
                  <a:cubicBezTo>
                    <a:pt x="41408" y="36601"/>
                    <a:pt x="51844" y="88654"/>
                    <a:pt x="51844" y="146149"/>
                  </a:cubicBezTo>
                  <a:cubicBezTo>
                    <a:pt x="51844" y="203643"/>
                    <a:pt x="41408" y="255696"/>
                    <a:pt x="24354" y="285726"/>
                  </a:cubicBezTo>
                  <a:cubicBezTo>
                    <a:pt x="20831" y="291929"/>
                    <a:pt x="12898" y="294129"/>
                    <a:pt x="6635" y="290640"/>
                  </a:cubicBezTo>
                  <a:cubicBezTo>
                    <a:pt x="372" y="287151"/>
                    <a:pt x="-1850" y="279292"/>
                    <a:pt x="1674" y="273089"/>
                  </a:cubicBezTo>
                  <a:cubicBezTo>
                    <a:pt x="15567" y="248624"/>
                    <a:pt x="25821" y="201707"/>
                    <a:pt x="25821" y="146149"/>
                  </a:cubicBezTo>
                  <a:cubicBezTo>
                    <a:pt x="25821" y="90591"/>
                    <a:pt x="15567" y="43673"/>
                    <a:pt x="1674" y="19208"/>
                  </a:cubicBezTo>
                  <a:cubicBezTo>
                    <a:pt x="-1850" y="13005"/>
                    <a:pt x="372" y="5147"/>
                    <a:pt x="6635" y="1657"/>
                  </a:cubicBezTo>
                  <a:close/>
                </a:path>
              </a:pathLst>
            </a:custGeom>
            <a:solidFill>
              <a:srgbClr val="FC1C4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765" name="Google Shape;1765;p5"/>
          <p:cNvGrpSpPr/>
          <p:nvPr/>
        </p:nvGrpSpPr>
        <p:grpSpPr>
          <a:xfrm>
            <a:off x="6513744" y="1616368"/>
            <a:ext cx="314563" cy="634181"/>
            <a:chOff x="6513744" y="1616368"/>
            <a:chExt cx="314563" cy="634181"/>
          </a:xfrm>
        </p:grpSpPr>
        <p:sp>
          <p:nvSpPr>
            <p:cNvPr id="1766" name="Google Shape;1766;p5"/>
            <p:cNvSpPr/>
            <p:nvPr/>
          </p:nvSpPr>
          <p:spPr>
            <a:xfrm>
              <a:off x="6513744" y="1756788"/>
              <a:ext cx="314563" cy="493761"/>
            </a:xfrm>
            <a:custGeom>
              <a:rect b="b" l="l" r="r" t="t"/>
              <a:pathLst>
                <a:path extrusionOk="0" h="493761" w="314563">
                  <a:moveTo>
                    <a:pt x="97125" y="0"/>
                  </a:moveTo>
                  <a:cubicBezTo>
                    <a:pt x="94840" y="0"/>
                    <a:pt x="92596" y="617"/>
                    <a:pt x="90624" y="1786"/>
                  </a:cubicBezTo>
                  <a:cubicBezTo>
                    <a:pt x="67786" y="15334"/>
                    <a:pt x="36959" y="42157"/>
                    <a:pt x="17773" y="79399"/>
                  </a:cubicBezTo>
                  <a:cubicBezTo>
                    <a:pt x="-1696" y="117188"/>
                    <a:pt x="-9027" y="165575"/>
                    <a:pt x="15829" y="220192"/>
                  </a:cubicBezTo>
                  <a:cubicBezTo>
                    <a:pt x="44212" y="282557"/>
                    <a:pt x="56940" y="330818"/>
                    <a:pt x="57933" y="370865"/>
                  </a:cubicBezTo>
                  <a:cubicBezTo>
                    <a:pt x="58917" y="410502"/>
                    <a:pt x="48427" y="442889"/>
                    <a:pt x="28801" y="473792"/>
                  </a:cubicBezTo>
                  <a:cubicBezTo>
                    <a:pt x="26267" y="477783"/>
                    <a:pt x="26090" y="482853"/>
                    <a:pt x="28342" y="487013"/>
                  </a:cubicBezTo>
                  <a:cubicBezTo>
                    <a:pt x="30593" y="491174"/>
                    <a:pt x="34913" y="493761"/>
                    <a:pt x="39607" y="493761"/>
                  </a:cubicBezTo>
                  <a:cubicBezTo>
                    <a:pt x="63946" y="493761"/>
                    <a:pt x="90988" y="483820"/>
                    <a:pt x="117672" y="467837"/>
                  </a:cubicBezTo>
                  <a:cubicBezTo>
                    <a:pt x="144562" y="451731"/>
                    <a:pt x="172121" y="428876"/>
                    <a:pt x="197746" y="401548"/>
                  </a:cubicBezTo>
                  <a:cubicBezTo>
                    <a:pt x="248880" y="347015"/>
                    <a:pt x="293531" y="273346"/>
                    <a:pt x="309473" y="197069"/>
                  </a:cubicBezTo>
                  <a:cubicBezTo>
                    <a:pt x="322631" y="134110"/>
                    <a:pt x="308691" y="86585"/>
                    <a:pt x="285838" y="53836"/>
                  </a:cubicBezTo>
                  <a:cubicBezTo>
                    <a:pt x="263435" y="21733"/>
                    <a:pt x="232458" y="3922"/>
                    <a:pt x="211335" y="194"/>
                  </a:cubicBezTo>
                  <a:cubicBezTo>
                    <a:pt x="210606" y="65"/>
                    <a:pt x="209866" y="0"/>
                    <a:pt x="209125" y="0"/>
                  </a:cubicBezTo>
                  <a:lnTo>
                    <a:pt x="97125" y="0"/>
                  </a:lnTo>
                  <a:close/>
                </a:path>
              </a:pathLst>
            </a:custGeom>
            <a:solidFill>
              <a:srgbClr val="FC1C4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67" name="Google Shape;1767;p5"/>
            <p:cNvSpPr/>
            <p:nvPr/>
          </p:nvSpPr>
          <p:spPr>
            <a:xfrm>
              <a:off x="6525182" y="1616368"/>
              <a:ext cx="292873" cy="172231"/>
            </a:xfrm>
            <a:custGeom>
              <a:rect b="b" l="l" r="r" t="t"/>
              <a:pathLst>
                <a:path extrusionOk="0" h="172231" w="292873">
                  <a:moveTo>
                    <a:pt x="292874" y="139812"/>
                  </a:moveTo>
                  <a:cubicBezTo>
                    <a:pt x="292874" y="157716"/>
                    <a:pt x="278504" y="172231"/>
                    <a:pt x="260779" y="172231"/>
                  </a:cubicBezTo>
                  <a:lnTo>
                    <a:pt x="32095" y="172231"/>
                  </a:lnTo>
                  <a:cubicBezTo>
                    <a:pt x="14369" y="172231"/>
                    <a:pt x="0" y="157716"/>
                    <a:pt x="0" y="139812"/>
                  </a:cubicBezTo>
                  <a:lnTo>
                    <a:pt x="0" y="32419"/>
                  </a:lnTo>
                  <a:cubicBezTo>
                    <a:pt x="0" y="14515"/>
                    <a:pt x="14369" y="0"/>
                    <a:pt x="32095" y="0"/>
                  </a:cubicBezTo>
                  <a:lnTo>
                    <a:pt x="260779" y="0"/>
                  </a:lnTo>
                  <a:cubicBezTo>
                    <a:pt x="278504" y="0"/>
                    <a:pt x="292874" y="14515"/>
                    <a:pt x="292874" y="32419"/>
                  </a:cubicBezTo>
                  <a:lnTo>
                    <a:pt x="292874" y="13981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68" name="Google Shape;1768;p5"/>
            <p:cNvSpPr/>
            <p:nvPr/>
          </p:nvSpPr>
          <p:spPr>
            <a:xfrm>
              <a:off x="6525182" y="1616368"/>
              <a:ext cx="292873" cy="172231"/>
            </a:xfrm>
            <a:custGeom>
              <a:rect b="b" l="l" r="r" t="t"/>
              <a:pathLst>
                <a:path extrusionOk="0" h="172231" w="292873">
                  <a:moveTo>
                    <a:pt x="32095" y="146296"/>
                  </a:moveTo>
                  <a:lnTo>
                    <a:pt x="260779" y="146296"/>
                  </a:lnTo>
                  <a:cubicBezTo>
                    <a:pt x="264324" y="146296"/>
                    <a:pt x="267198" y="143393"/>
                    <a:pt x="267198" y="139812"/>
                  </a:cubicBezTo>
                  <a:lnTo>
                    <a:pt x="267198" y="32419"/>
                  </a:lnTo>
                  <a:cubicBezTo>
                    <a:pt x="267198" y="28838"/>
                    <a:pt x="264324" y="25935"/>
                    <a:pt x="260779" y="25935"/>
                  </a:cubicBezTo>
                  <a:lnTo>
                    <a:pt x="32095" y="25935"/>
                  </a:lnTo>
                  <a:cubicBezTo>
                    <a:pt x="28550" y="25935"/>
                    <a:pt x="25676" y="28838"/>
                    <a:pt x="25676" y="32419"/>
                  </a:cubicBezTo>
                  <a:lnTo>
                    <a:pt x="25676" y="139812"/>
                  </a:lnTo>
                  <a:cubicBezTo>
                    <a:pt x="25676" y="143393"/>
                    <a:pt x="28550" y="146296"/>
                    <a:pt x="32095" y="146296"/>
                  </a:cubicBezTo>
                  <a:close/>
                  <a:moveTo>
                    <a:pt x="260779" y="172231"/>
                  </a:moveTo>
                  <a:cubicBezTo>
                    <a:pt x="278504" y="172231"/>
                    <a:pt x="292874" y="157716"/>
                    <a:pt x="292874" y="139812"/>
                  </a:cubicBezTo>
                  <a:lnTo>
                    <a:pt x="292874" y="32419"/>
                  </a:lnTo>
                  <a:cubicBezTo>
                    <a:pt x="292874" y="14515"/>
                    <a:pt x="278504" y="0"/>
                    <a:pt x="260779" y="0"/>
                  </a:cubicBezTo>
                  <a:lnTo>
                    <a:pt x="32095" y="0"/>
                  </a:lnTo>
                  <a:cubicBezTo>
                    <a:pt x="14369" y="0"/>
                    <a:pt x="0" y="14515"/>
                    <a:pt x="0" y="32419"/>
                  </a:cubicBezTo>
                  <a:lnTo>
                    <a:pt x="0" y="139812"/>
                  </a:lnTo>
                  <a:cubicBezTo>
                    <a:pt x="0" y="157716"/>
                    <a:pt x="14369" y="172231"/>
                    <a:pt x="32095" y="172231"/>
                  </a:cubicBezTo>
                  <a:lnTo>
                    <a:pt x="260779" y="172231"/>
                  </a:lnTo>
                  <a:close/>
                </a:path>
              </a:pathLst>
            </a:custGeom>
            <a:solidFill>
              <a:srgbClr val="FC1C4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69" name="Google Shape;1769;p5"/>
            <p:cNvSpPr/>
            <p:nvPr/>
          </p:nvSpPr>
          <p:spPr>
            <a:xfrm>
              <a:off x="6576089" y="1891519"/>
              <a:ext cx="197905" cy="64469"/>
            </a:xfrm>
            <a:custGeom>
              <a:rect b="b" l="l" r="r" t="t"/>
              <a:pathLst>
                <a:path extrusionOk="0" h="64469" w="197905">
                  <a:moveTo>
                    <a:pt x="192958" y="61730"/>
                  </a:moveTo>
                  <a:cubicBezTo>
                    <a:pt x="187365" y="66132"/>
                    <a:pt x="179298" y="65121"/>
                    <a:pt x="174940" y="59471"/>
                  </a:cubicBezTo>
                  <a:lnTo>
                    <a:pt x="153412" y="31562"/>
                  </a:lnTo>
                  <a:cubicBezTo>
                    <a:pt x="147625" y="24060"/>
                    <a:pt x="136395" y="24060"/>
                    <a:pt x="130609" y="31562"/>
                  </a:cubicBezTo>
                  <a:cubicBezTo>
                    <a:pt x="114542" y="52390"/>
                    <a:pt x="83364" y="52390"/>
                    <a:pt x="67298" y="31562"/>
                  </a:cubicBezTo>
                  <a:cubicBezTo>
                    <a:pt x="61510" y="24060"/>
                    <a:pt x="50281" y="24060"/>
                    <a:pt x="44494" y="31562"/>
                  </a:cubicBezTo>
                  <a:lnTo>
                    <a:pt x="22965" y="59471"/>
                  </a:lnTo>
                  <a:cubicBezTo>
                    <a:pt x="18607" y="65121"/>
                    <a:pt x="10541" y="66132"/>
                    <a:pt x="4948" y="61730"/>
                  </a:cubicBezTo>
                  <a:cubicBezTo>
                    <a:pt x="-645" y="57328"/>
                    <a:pt x="-1646" y="49180"/>
                    <a:pt x="2712" y="43531"/>
                  </a:cubicBezTo>
                  <a:lnTo>
                    <a:pt x="24241" y="15621"/>
                  </a:lnTo>
                  <a:cubicBezTo>
                    <a:pt x="40307" y="-5207"/>
                    <a:pt x="71485" y="-5207"/>
                    <a:pt x="87551" y="15621"/>
                  </a:cubicBezTo>
                  <a:cubicBezTo>
                    <a:pt x="93338" y="23124"/>
                    <a:pt x="104567" y="23124"/>
                    <a:pt x="110355" y="15621"/>
                  </a:cubicBezTo>
                  <a:cubicBezTo>
                    <a:pt x="126421" y="-5207"/>
                    <a:pt x="157599" y="-5207"/>
                    <a:pt x="173666" y="15621"/>
                  </a:cubicBezTo>
                  <a:lnTo>
                    <a:pt x="195194" y="43531"/>
                  </a:lnTo>
                  <a:cubicBezTo>
                    <a:pt x="199552" y="49180"/>
                    <a:pt x="198551" y="57328"/>
                    <a:pt x="192958" y="6173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770" name="Google Shape;1770;p5"/>
          <p:cNvGrpSpPr/>
          <p:nvPr/>
        </p:nvGrpSpPr>
        <p:grpSpPr>
          <a:xfrm>
            <a:off x="7530875" y="1664684"/>
            <a:ext cx="544865" cy="538455"/>
            <a:chOff x="7530875" y="1664684"/>
            <a:chExt cx="544865" cy="538455"/>
          </a:xfrm>
        </p:grpSpPr>
        <p:sp>
          <p:nvSpPr>
            <p:cNvPr id="1771" name="Google Shape;1771;p5"/>
            <p:cNvSpPr/>
            <p:nvPr/>
          </p:nvSpPr>
          <p:spPr>
            <a:xfrm>
              <a:off x="7530875" y="1664684"/>
              <a:ext cx="544865" cy="538455"/>
            </a:xfrm>
            <a:custGeom>
              <a:rect b="b" l="l" r="r" t="t"/>
              <a:pathLst>
                <a:path extrusionOk="0" h="538455" w="544865">
                  <a:moveTo>
                    <a:pt x="272433" y="538455"/>
                  </a:moveTo>
                  <a:cubicBezTo>
                    <a:pt x="422893" y="538455"/>
                    <a:pt x="544866" y="417918"/>
                    <a:pt x="544866" y="269227"/>
                  </a:cubicBezTo>
                  <a:cubicBezTo>
                    <a:pt x="544866" y="120537"/>
                    <a:pt x="422893" y="0"/>
                    <a:pt x="272433" y="0"/>
                  </a:cubicBezTo>
                  <a:cubicBezTo>
                    <a:pt x="121972" y="0"/>
                    <a:pt x="0" y="120537"/>
                    <a:pt x="0" y="269227"/>
                  </a:cubicBezTo>
                  <a:cubicBezTo>
                    <a:pt x="0" y="417918"/>
                    <a:pt x="121972" y="538455"/>
                    <a:pt x="272433" y="538455"/>
                  </a:cubicBezTo>
                  <a:close/>
                </a:path>
              </a:pathLst>
            </a:custGeom>
            <a:solidFill>
              <a:srgbClr val="FC1C4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72" name="Google Shape;1772;p5"/>
            <p:cNvSpPr/>
            <p:nvPr/>
          </p:nvSpPr>
          <p:spPr>
            <a:xfrm>
              <a:off x="7686525" y="1851553"/>
              <a:ext cx="238954" cy="181949"/>
            </a:xfrm>
            <a:custGeom>
              <a:rect b="b" l="l" r="r" t="t"/>
              <a:pathLst>
                <a:path extrusionOk="0" h="181949" w="238954">
                  <a:moveTo>
                    <a:pt x="8863" y="676"/>
                  </a:moveTo>
                  <a:cubicBezTo>
                    <a:pt x="15673" y="-1590"/>
                    <a:pt x="23053" y="2028"/>
                    <a:pt x="25346" y="8759"/>
                  </a:cubicBezTo>
                  <a:lnTo>
                    <a:pt x="66245" y="128797"/>
                  </a:lnTo>
                  <a:lnTo>
                    <a:pt x="107145" y="8759"/>
                  </a:lnTo>
                  <a:cubicBezTo>
                    <a:pt x="108927" y="3527"/>
                    <a:pt x="113890" y="4"/>
                    <a:pt x="119476" y="4"/>
                  </a:cubicBezTo>
                  <a:cubicBezTo>
                    <a:pt x="125062" y="4"/>
                    <a:pt x="130025" y="3527"/>
                    <a:pt x="131807" y="8759"/>
                  </a:cubicBezTo>
                  <a:lnTo>
                    <a:pt x="172708" y="128797"/>
                  </a:lnTo>
                  <a:lnTo>
                    <a:pt x="213609" y="8759"/>
                  </a:lnTo>
                  <a:cubicBezTo>
                    <a:pt x="215902" y="2028"/>
                    <a:pt x="223282" y="-1590"/>
                    <a:pt x="230092" y="676"/>
                  </a:cubicBezTo>
                  <a:cubicBezTo>
                    <a:pt x="236902" y="2942"/>
                    <a:pt x="240564" y="10235"/>
                    <a:pt x="238271" y="16965"/>
                  </a:cubicBezTo>
                  <a:lnTo>
                    <a:pt x="185040" y="173195"/>
                  </a:lnTo>
                  <a:cubicBezTo>
                    <a:pt x="183257" y="178426"/>
                    <a:pt x="178294" y="181950"/>
                    <a:pt x="172708" y="181950"/>
                  </a:cubicBezTo>
                  <a:cubicBezTo>
                    <a:pt x="167122" y="181950"/>
                    <a:pt x="162160" y="178426"/>
                    <a:pt x="160377" y="173195"/>
                  </a:cubicBezTo>
                  <a:lnTo>
                    <a:pt x="119476" y="53156"/>
                  </a:lnTo>
                  <a:lnTo>
                    <a:pt x="78575" y="173195"/>
                  </a:lnTo>
                  <a:cubicBezTo>
                    <a:pt x="76792" y="178426"/>
                    <a:pt x="71830" y="181950"/>
                    <a:pt x="66244" y="181950"/>
                  </a:cubicBezTo>
                  <a:cubicBezTo>
                    <a:pt x="60658" y="181950"/>
                    <a:pt x="55696" y="178426"/>
                    <a:pt x="53913" y="173195"/>
                  </a:cubicBezTo>
                  <a:lnTo>
                    <a:pt x="684" y="16965"/>
                  </a:lnTo>
                  <a:cubicBezTo>
                    <a:pt x="-1609" y="10235"/>
                    <a:pt x="2053" y="2942"/>
                    <a:pt x="8863" y="67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73" name="Google Shape;1773;p5"/>
            <p:cNvSpPr/>
            <p:nvPr/>
          </p:nvSpPr>
          <p:spPr>
            <a:xfrm>
              <a:off x="7670805" y="1927802"/>
              <a:ext cx="57462" cy="25716"/>
            </a:xfrm>
            <a:custGeom>
              <a:rect b="b" l="l" r="r" t="t"/>
              <a:pathLst>
                <a:path extrusionOk="0" h="25716" w="57462">
                  <a:moveTo>
                    <a:pt x="0" y="12858"/>
                  </a:moveTo>
                  <a:cubicBezTo>
                    <a:pt x="0" y="5757"/>
                    <a:pt x="5825" y="0"/>
                    <a:pt x="13011" y="0"/>
                  </a:cubicBezTo>
                  <a:lnTo>
                    <a:pt x="44451" y="0"/>
                  </a:lnTo>
                  <a:cubicBezTo>
                    <a:pt x="51637" y="0"/>
                    <a:pt x="57462" y="5757"/>
                    <a:pt x="57462" y="12858"/>
                  </a:cubicBezTo>
                  <a:cubicBezTo>
                    <a:pt x="57462" y="19960"/>
                    <a:pt x="51637" y="25717"/>
                    <a:pt x="44451" y="25717"/>
                  </a:cubicBezTo>
                  <a:lnTo>
                    <a:pt x="13011" y="25717"/>
                  </a:lnTo>
                  <a:cubicBezTo>
                    <a:pt x="5825" y="25717"/>
                    <a:pt x="0" y="19960"/>
                    <a:pt x="0" y="1285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74" name="Google Shape;1774;p5"/>
            <p:cNvSpPr/>
            <p:nvPr/>
          </p:nvSpPr>
          <p:spPr>
            <a:xfrm>
              <a:off x="7883739" y="1927802"/>
              <a:ext cx="57462" cy="25716"/>
            </a:xfrm>
            <a:custGeom>
              <a:rect b="b" l="l" r="r" t="t"/>
              <a:pathLst>
                <a:path extrusionOk="0" h="25716" w="57462">
                  <a:moveTo>
                    <a:pt x="0" y="12858"/>
                  </a:moveTo>
                  <a:cubicBezTo>
                    <a:pt x="0" y="5757"/>
                    <a:pt x="5825" y="0"/>
                    <a:pt x="13011" y="0"/>
                  </a:cubicBezTo>
                  <a:lnTo>
                    <a:pt x="44451" y="0"/>
                  </a:lnTo>
                  <a:cubicBezTo>
                    <a:pt x="51636" y="0"/>
                    <a:pt x="57462" y="5757"/>
                    <a:pt x="57462" y="12858"/>
                  </a:cubicBezTo>
                  <a:cubicBezTo>
                    <a:pt x="57462" y="19960"/>
                    <a:pt x="51636" y="25717"/>
                    <a:pt x="44451" y="25717"/>
                  </a:cubicBezTo>
                  <a:lnTo>
                    <a:pt x="13011" y="25717"/>
                  </a:lnTo>
                  <a:cubicBezTo>
                    <a:pt x="5825" y="25717"/>
                    <a:pt x="0" y="19960"/>
                    <a:pt x="0" y="1285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775" name="Google Shape;1775;p5"/>
          <p:cNvGrpSpPr/>
          <p:nvPr/>
        </p:nvGrpSpPr>
        <p:grpSpPr>
          <a:xfrm>
            <a:off x="8666228" y="1699960"/>
            <a:ext cx="566424" cy="465834"/>
            <a:chOff x="8666228" y="1699960"/>
            <a:chExt cx="566424" cy="465834"/>
          </a:xfrm>
        </p:grpSpPr>
        <p:sp>
          <p:nvSpPr>
            <p:cNvPr id="1776" name="Google Shape;1776;p5"/>
            <p:cNvSpPr/>
            <p:nvPr/>
          </p:nvSpPr>
          <p:spPr>
            <a:xfrm>
              <a:off x="8666228" y="1812985"/>
              <a:ext cx="64097" cy="157041"/>
            </a:xfrm>
            <a:custGeom>
              <a:rect b="b" l="l" r="r" t="t"/>
              <a:pathLst>
                <a:path extrusionOk="0" h="157041" w="64097">
                  <a:moveTo>
                    <a:pt x="62378" y="6520"/>
                  </a:moveTo>
                  <a:cubicBezTo>
                    <a:pt x="58832" y="292"/>
                    <a:pt x="50966" y="-1848"/>
                    <a:pt x="44809" y="1739"/>
                  </a:cubicBezTo>
                  <a:cubicBezTo>
                    <a:pt x="18177" y="17252"/>
                    <a:pt x="0" y="45687"/>
                    <a:pt x="0" y="78521"/>
                  </a:cubicBezTo>
                  <a:cubicBezTo>
                    <a:pt x="0" y="111354"/>
                    <a:pt x="18177" y="139789"/>
                    <a:pt x="44809" y="155303"/>
                  </a:cubicBezTo>
                  <a:cubicBezTo>
                    <a:pt x="50966" y="158889"/>
                    <a:pt x="58832" y="156749"/>
                    <a:pt x="62378" y="150522"/>
                  </a:cubicBezTo>
                  <a:cubicBezTo>
                    <a:pt x="65924" y="144295"/>
                    <a:pt x="63808" y="136340"/>
                    <a:pt x="57651" y="132753"/>
                  </a:cubicBezTo>
                  <a:cubicBezTo>
                    <a:pt x="38296" y="121478"/>
                    <a:pt x="25730" y="101261"/>
                    <a:pt x="25730" y="78521"/>
                  </a:cubicBezTo>
                  <a:cubicBezTo>
                    <a:pt x="25730" y="55780"/>
                    <a:pt x="38296" y="35563"/>
                    <a:pt x="57651" y="24289"/>
                  </a:cubicBezTo>
                  <a:cubicBezTo>
                    <a:pt x="63808" y="20702"/>
                    <a:pt x="65924" y="12746"/>
                    <a:pt x="62378" y="6520"/>
                  </a:cubicBezTo>
                  <a:close/>
                </a:path>
              </a:pathLst>
            </a:custGeom>
            <a:solidFill>
              <a:srgbClr val="FC1C4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77" name="Google Shape;1777;p5"/>
            <p:cNvSpPr/>
            <p:nvPr/>
          </p:nvSpPr>
          <p:spPr>
            <a:xfrm>
              <a:off x="9032973" y="1922262"/>
              <a:ext cx="115510" cy="243532"/>
            </a:xfrm>
            <a:custGeom>
              <a:rect b="b" l="l" r="r" t="t"/>
              <a:pathLst>
                <a:path extrusionOk="0" h="243532" w="115510">
                  <a:moveTo>
                    <a:pt x="115510" y="4683"/>
                  </a:moveTo>
                  <a:cubicBezTo>
                    <a:pt x="115510" y="2097"/>
                    <a:pt x="113437" y="0"/>
                    <a:pt x="110880" y="0"/>
                  </a:cubicBezTo>
                  <a:lnTo>
                    <a:pt x="4630" y="0"/>
                  </a:lnTo>
                  <a:cubicBezTo>
                    <a:pt x="2073" y="0"/>
                    <a:pt x="0" y="2097"/>
                    <a:pt x="0" y="4683"/>
                  </a:cubicBezTo>
                  <a:lnTo>
                    <a:pt x="0" y="185121"/>
                  </a:lnTo>
                  <a:cubicBezTo>
                    <a:pt x="0" y="217381"/>
                    <a:pt x="25858" y="243533"/>
                    <a:pt x="57755" y="243533"/>
                  </a:cubicBezTo>
                </a:path>
              </a:pathLst>
            </a:custGeom>
            <a:solidFill>
              <a:srgbClr val="FC1C4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78" name="Google Shape;1778;p5"/>
            <p:cNvSpPr/>
            <p:nvPr/>
          </p:nvSpPr>
          <p:spPr>
            <a:xfrm>
              <a:off x="9032973" y="1922262"/>
              <a:ext cx="115510" cy="243532"/>
            </a:xfrm>
            <a:custGeom>
              <a:rect b="b" l="l" r="r" t="t"/>
              <a:pathLst>
                <a:path extrusionOk="0" h="243532" w="115510">
                  <a:moveTo>
                    <a:pt x="89780" y="26023"/>
                  </a:moveTo>
                  <a:lnTo>
                    <a:pt x="89780" y="185121"/>
                  </a:lnTo>
                  <a:cubicBezTo>
                    <a:pt x="89780" y="203009"/>
                    <a:pt x="75442" y="217510"/>
                    <a:pt x="57755" y="217510"/>
                  </a:cubicBezTo>
                  <a:cubicBezTo>
                    <a:pt x="40068" y="217510"/>
                    <a:pt x="25730" y="203009"/>
                    <a:pt x="25730" y="185121"/>
                  </a:cubicBezTo>
                  <a:lnTo>
                    <a:pt x="25730" y="26023"/>
                  </a:lnTo>
                  <a:lnTo>
                    <a:pt x="89780" y="26023"/>
                  </a:lnTo>
                  <a:close/>
                  <a:moveTo>
                    <a:pt x="110880" y="0"/>
                  </a:moveTo>
                  <a:cubicBezTo>
                    <a:pt x="113437" y="0"/>
                    <a:pt x="115510" y="2097"/>
                    <a:pt x="115510" y="4683"/>
                  </a:cubicBezTo>
                  <a:lnTo>
                    <a:pt x="115510" y="185121"/>
                  </a:lnTo>
                  <a:cubicBezTo>
                    <a:pt x="115510" y="217381"/>
                    <a:pt x="89652" y="243533"/>
                    <a:pt x="57755" y="243533"/>
                  </a:cubicBezTo>
                  <a:cubicBezTo>
                    <a:pt x="25858" y="243533"/>
                    <a:pt x="0" y="217381"/>
                    <a:pt x="0" y="185121"/>
                  </a:cubicBezTo>
                  <a:lnTo>
                    <a:pt x="0" y="4683"/>
                  </a:lnTo>
                  <a:cubicBezTo>
                    <a:pt x="0" y="2097"/>
                    <a:pt x="2073" y="0"/>
                    <a:pt x="4630" y="0"/>
                  </a:cubicBezTo>
                  <a:lnTo>
                    <a:pt x="110880" y="0"/>
                  </a:lnTo>
                  <a:close/>
                </a:path>
              </a:pathLst>
            </a:custGeom>
            <a:solidFill>
              <a:srgbClr val="FC1C4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79" name="Google Shape;1779;p5"/>
            <p:cNvSpPr/>
            <p:nvPr/>
          </p:nvSpPr>
          <p:spPr>
            <a:xfrm>
              <a:off x="8746023" y="1699960"/>
              <a:ext cx="317058" cy="383377"/>
            </a:xfrm>
            <a:custGeom>
              <a:rect b="b" l="l" r="r" t="t"/>
              <a:pathLst>
                <a:path extrusionOk="0" h="383377" w="317058">
                  <a:moveTo>
                    <a:pt x="317058" y="92494"/>
                  </a:moveTo>
                  <a:cubicBezTo>
                    <a:pt x="317058" y="77390"/>
                    <a:pt x="306779" y="64273"/>
                    <a:pt x="292239" y="60824"/>
                  </a:cubicBezTo>
                  <a:lnTo>
                    <a:pt x="39507" y="874"/>
                  </a:lnTo>
                  <a:cubicBezTo>
                    <a:pt x="19324" y="-3914"/>
                    <a:pt x="0" y="11576"/>
                    <a:pt x="0" y="32543"/>
                  </a:cubicBezTo>
                  <a:lnTo>
                    <a:pt x="0" y="350835"/>
                  </a:lnTo>
                  <a:cubicBezTo>
                    <a:pt x="0" y="371801"/>
                    <a:pt x="19324" y="387292"/>
                    <a:pt x="39507" y="382504"/>
                  </a:cubicBezTo>
                  <a:lnTo>
                    <a:pt x="292239" y="322554"/>
                  </a:lnTo>
                  <a:cubicBezTo>
                    <a:pt x="306779" y="319104"/>
                    <a:pt x="317058" y="305988"/>
                    <a:pt x="317058" y="290885"/>
                  </a:cubicBezTo>
                  <a:lnTo>
                    <a:pt x="317058" y="9249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80" name="Google Shape;1780;p5"/>
            <p:cNvSpPr/>
            <p:nvPr/>
          </p:nvSpPr>
          <p:spPr>
            <a:xfrm>
              <a:off x="8746023" y="1699960"/>
              <a:ext cx="317058" cy="383377"/>
            </a:xfrm>
            <a:custGeom>
              <a:rect b="b" l="l" r="r" t="t"/>
              <a:pathLst>
                <a:path extrusionOk="0" h="383377" w="317058">
                  <a:moveTo>
                    <a:pt x="33632" y="26209"/>
                  </a:moveTo>
                  <a:lnTo>
                    <a:pt x="286364" y="86160"/>
                  </a:lnTo>
                  <a:cubicBezTo>
                    <a:pt x="289272" y="86849"/>
                    <a:pt x="291328" y="89473"/>
                    <a:pt x="291328" y="92494"/>
                  </a:cubicBezTo>
                  <a:lnTo>
                    <a:pt x="291328" y="290885"/>
                  </a:lnTo>
                  <a:cubicBezTo>
                    <a:pt x="291328" y="293905"/>
                    <a:pt x="289272" y="296528"/>
                    <a:pt x="286364" y="297219"/>
                  </a:cubicBezTo>
                  <a:lnTo>
                    <a:pt x="33632" y="357169"/>
                  </a:lnTo>
                  <a:cubicBezTo>
                    <a:pt x="29595" y="358126"/>
                    <a:pt x="25730" y="355028"/>
                    <a:pt x="25730" y="350835"/>
                  </a:cubicBezTo>
                  <a:lnTo>
                    <a:pt x="25730" y="32543"/>
                  </a:lnTo>
                  <a:cubicBezTo>
                    <a:pt x="25730" y="28350"/>
                    <a:pt x="29595" y="25252"/>
                    <a:pt x="33632" y="26209"/>
                  </a:cubicBezTo>
                  <a:close/>
                  <a:moveTo>
                    <a:pt x="292239" y="60824"/>
                  </a:moveTo>
                  <a:cubicBezTo>
                    <a:pt x="306779" y="64273"/>
                    <a:pt x="317058" y="77390"/>
                    <a:pt x="317058" y="92494"/>
                  </a:cubicBezTo>
                  <a:lnTo>
                    <a:pt x="317058" y="290885"/>
                  </a:lnTo>
                  <a:cubicBezTo>
                    <a:pt x="317058" y="305988"/>
                    <a:pt x="306779" y="319104"/>
                    <a:pt x="292239" y="322554"/>
                  </a:cubicBezTo>
                  <a:lnTo>
                    <a:pt x="39507" y="382504"/>
                  </a:lnTo>
                  <a:cubicBezTo>
                    <a:pt x="19324" y="387292"/>
                    <a:pt x="0" y="371801"/>
                    <a:pt x="0" y="350835"/>
                  </a:cubicBezTo>
                  <a:lnTo>
                    <a:pt x="0" y="32543"/>
                  </a:lnTo>
                  <a:cubicBezTo>
                    <a:pt x="0" y="11576"/>
                    <a:pt x="19324" y="-3914"/>
                    <a:pt x="39507" y="874"/>
                  </a:cubicBezTo>
                  <a:lnTo>
                    <a:pt x="292239" y="60824"/>
                  </a:lnTo>
                  <a:close/>
                </a:path>
              </a:pathLst>
            </a:custGeom>
            <a:solidFill>
              <a:srgbClr val="FC1C4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81" name="Google Shape;1781;p5"/>
            <p:cNvSpPr/>
            <p:nvPr/>
          </p:nvSpPr>
          <p:spPr>
            <a:xfrm>
              <a:off x="9032972" y="1759697"/>
              <a:ext cx="199680" cy="263609"/>
            </a:xfrm>
            <a:custGeom>
              <a:rect b="b" l="l" r="r" t="t"/>
              <a:pathLst>
                <a:path extrusionOk="0" h="263609" w="199680">
                  <a:moveTo>
                    <a:pt x="72667" y="263568"/>
                  </a:moveTo>
                  <a:cubicBezTo>
                    <a:pt x="71569" y="263596"/>
                    <a:pt x="70465" y="263610"/>
                    <a:pt x="69357" y="263610"/>
                  </a:cubicBezTo>
                  <a:lnTo>
                    <a:pt x="0" y="263610"/>
                  </a:lnTo>
                  <a:lnTo>
                    <a:pt x="0" y="0"/>
                  </a:lnTo>
                  <a:lnTo>
                    <a:pt x="69357" y="0"/>
                  </a:lnTo>
                  <a:cubicBezTo>
                    <a:pt x="140280" y="0"/>
                    <a:pt x="197970" y="57296"/>
                    <a:pt x="199644" y="128618"/>
                  </a:cubicBezTo>
                  <a:cubicBezTo>
                    <a:pt x="199668" y="129678"/>
                    <a:pt x="199681" y="130740"/>
                    <a:pt x="199681" y="131805"/>
                  </a:cubicBezTo>
                  <a:cubicBezTo>
                    <a:pt x="199681" y="203480"/>
                    <a:pt x="143113" y="261792"/>
                    <a:pt x="72667" y="263568"/>
                  </a:cubicBezTo>
                  <a:close/>
                </a:path>
              </a:pathLst>
            </a:custGeom>
            <a:solidFill>
              <a:srgbClr val="FC1C4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782" name="Google Shape;1782;p5"/>
          <p:cNvGrpSpPr/>
          <p:nvPr/>
        </p:nvGrpSpPr>
        <p:grpSpPr>
          <a:xfrm>
            <a:off x="9812539" y="1682444"/>
            <a:ext cx="554021" cy="485045"/>
            <a:chOff x="9812539" y="1682444"/>
            <a:chExt cx="554021" cy="485045"/>
          </a:xfrm>
        </p:grpSpPr>
        <p:sp>
          <p:nvSpPr>
            <p:cNvPr id="1783" name="Google Shape;1783;p5"/>
            <p:cNvSpPr/>
            <p:nvPr/>
          </p:nvSpPr>
          <p:spPr>
            <a:xfrm>
              <a:off x="9812539" y="1772761"/>
              <a:ext cx="554021" cy="394728"/>
            </a:xfrm>
            <a:custGeom>
              <a:rect b="b" l="l" r="r" t="t"/>
              <a:pathLst>
                <a:path extrusionOk="0" h="394728" w="554021">
                  <a:moveTo>
                    <a:pt x="32276" y="0"/>
                  </a:moveTo>
                  <a:cubicBezTo>
                    <a:pt x="14451" y="0"/>
                    <a:pt x="0" y="14375"/>
                    <a:pt x="0" y="32106"/>
                  </a:cubicBezTo>
                  <a:lnTo>
                    <a:pt x="0" y="362622"/>
                  </a:lnTo>
                  <a:cubicBezTo>
                    <a:pt x="0" y="380354"/>
                    <a:pt x="14451" y="394729"/>
                    <a:pt x="32276" y="394729"/>
                  </a:cubicBezTo>
                  <a:lnTo>
                    <a:pt x="521745" y="394729"/>
                  </a:lnTo>
                  <a:cubicBezTo>
                    <a:pt x="539571" y="394729"/>
                    <a:pt x="554022" y="380354"/>
                    <a:pt x="554022" y="362622"/>
                  </a:cubicBezTo>
                  <a:lnTo>
                    <a:pt x="554022" y="32106"/>
                  </a:lnTo>
                  <a:cubicBezTo>
                    <a:pt x="554022" y="14375"/>
                    <a:pt x="539571" y="0"/>
                    <a:pt x="521745" y="0"/>
                  </a:cubicBezTo>
                  <a:lnTo>
                    <a:pt x="32276" y="0"/>
                  </a:lnTo>
                  <a:close/>
                </a:path>
              </a:pathLst>
            </a:custGeom>
            <a:solidFill>
              <a:srgbClr val="FC1C4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84" name="Google Shape;1784;p5"/>
            <p:cNvSpPr/>
            <p:nvPr/>
          </p:nvSpPr>
          <p:spPr>
            <a:xfrm>
              <a:off x="10000851" y="1682444"/>
              <a:ext cx="184003" cy="72285"/>
            </a:xfrm>
            <a:custGeom>
              <a:rect b="b" l="l" r="r" t="t"/>
              <a:pathLst>
                <a:path extrusionOk="0" h="72285" w="184003">
                  <a:moveTo>
                    <a:pt x="177535" y="70570"/>
                  </a:moveTo>
                  <a:cubicBezTo>
                    <a:pt x="183714" y="67030"/>
                    <a:pt x="185838" y="59177"/>
                    <a:pt x="182279" y="53031"/>
                  </a:cubicBezTo>
                  <a:cubicBezTo>
                    <a:pt x="164004" y="21471"/>
                    <a:pt x="130558" y="0"/>
                    <a:pt x="92002" y="0"/>
                  </a:cubicBezTo>
                  <a:cubicBezTo>
                    <a:pt x="53447" y="0"/>
                    <a:pt x="19999" y="21471"/>
                    <a:pt x="1725" y="53031"/>
                  </a:cubicBezTo>
                  <a:cubicBezTo>
                    <a:pt x="-1834" y="59177"/>
                    <a:pt x="290" y="67030"/>
                    <a:pt x="6469" y="70570"/>
                  </a:cubicBezTo>
                  <a:cubicBezTo>
                    <a:pt x="12648" y="74110"/>
                    <a:pt x="20542" y="71997"/>
                    <a:pt x="24100" y="65851"/>
                  </a:cubicBezTo>
                  <a:cubicBezTo>
                    <a:pt x="38169" y="41555"/>
                    <a:pt x="63461" y="25685"/>
                    <a:pt x="92002" y="25685"/>
                  </a:cubicBezTo>
                  <a:cubicBezTo>
                    <a:pt x="120543" y="25685"/>
                    <a:pt x="145835" y="41555"/>
                    <a:pt x="159904" y="65851"/>
                  </a:cubicBezTo>
                  <a:cubicBezTo>
                    <a:pt x="163463" y="71997"/>
                    <a:pt x="171356" y="74110"/>
                    <a:pt x="177535" y="70570"/>
                  </a:cubicBezTo>
                  <a:close/>
                </a:path>
              </a:pathLst>
            </a:custGeom>
            <a:solidFill>
              <a:srgbClr val="FC1C4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85" name="Google Shape;1785;p5"/>
            <p:cNvSpPr/>
            <p:nvPr/>
          </p:nvSpPr>
          <p:spPr>
            <a:xfrm>
              <a:off x="9873650" y="1867673"/>
              <a:ext cx="431793" cy="57717"/>
            </a:xfrm>
            <a:custGeom>
              <a:rect b="b" l="l" r="r" t="t"/>
              <a:pathLst>
                <a:path extrusionOk="0" h="57717" w="431793">
                  <a:moveTo>
                    <a:pt x="243467" y="10050"/>
                  </a:moveTo>
                  <a:cubicBezTo>
                    <a:pt x="244828" y="3979"/>
                    <a:pt x="250302" y="-122"/>
                    <a:pt x="256322" y="3"/>
                  </a:cubicBezTo>
                  <a:lnTo>
                    <a:pt x="418883" y="3"/>
                  </a:lnTo>
                  <a:cubicBezTo>
                    <a:pt x="426013" y="3"/>
                    <a:pt x="431794" y="5752"/>
                    <a:pt x="431794" y="12845"/>
                  </a:cubicBezTo>
                  <a:cubicBezTo>
                    <a:pt x="431794" y="19938"/>
                    <a:pt x="426013" y="25688"/>
                    <a:pt x="418883" y="25688"/>
                  </a:cubicBezTo>
                  <a:lnTo>
                    <a:pt x="265471" y="25688"/>
                  </a:lnTo>
                  <a:cubicBezTo>
                    <a:pt x="247433" y="68393"/>
                    <a:pt x="184358" y="68396"/>
                    <a:pt x="166322" y="25688"/>
                  </a:cubicBezTo>
                  <a:lnTo>
                    <a:pt x="12910" y="25688"/>
                  </a:lnTo>
                  <a:cubicBezTo>
                    <a:pt x="5780" y="25688"/>
                    <a:pt x="0" y="19938"/>
                    <a:pt x="0" y="12845"/>
                  </a:cubicBezTo>
                  <a:cubicBezTo>
                    <a:pt x="0" y="5752"/>
                    <a:pt x="5780" y="3"/>
                    <a:pt x="12910" y="3"/>
                  </a:cubicBezTo>
                  <a:lnTo>
                    <a:pt x="175471" y="3"/>
                  </a:lnTo>
                  <a:cubicBezTo>
                    <a:pt x="181492" y="-122"/>
                    <a:pt x="186966" y="3979"/>
                    <a:pt x="188327" y="10051"/>
                  </a:cubicBezTo>
                  <a:cubicBezTo>
                    <a:pt x="194896" y="39358"/>
                    <a:pt x="236895" y="39362"/>
                    <a:pt x="243467" y="1005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786" name="Google Shape;1786;p5"/>
          <p:cNvGrpSpPr/>
          <p:nvPr/>
        </p:nvGrpSpPr>
        <p:grpSpPr>
          <a:xfrm>
            <a:off x="11016419" y="1641104"/>
            <a:ext cx="441677" cy="581540"/>
            <a:chOff x="11016419" y="1641104"/>
            <a:chExt cx="441677" cy="581540"/>
          </a:xfrm>
        </p:grpSpPr>
        <p:sp>
          <p:nvSpPr>
            <p:cNvPr id="1787" name="Google Shape;1787;p5"/>
            <p:cNvSpPr/>
            <p:nvPr/>
          </p:nvSpPr>
          <p:spPr>
            <a:xfrm>
              <a:off x="11016419" y="1641104"/>
              <a:ext cx="441677" cy="581540"/>
            </a:xfrm>
            <a:custGeom>
              <a:rect b="b" l="l" r="r" t="t"/>
              <a:pathLst>
                <a:path extrusionOk="0" h="581540" w="441677">
                  <a:moveTo>
                    <a:pt x="441678" y="32409"/>
                  </a:moveTo>
                  <a:cubicBezTo>
                    <a:pt x="441678" y="14510"/>
                    <a:pt x="427253" y="0"/>
                    <a:pt x="409459" y="0"/>
                  </a:cubicBezTo>
                  <a:lnTo>
                    <a:pt x="32219" y="0"/>
                  </a:lnTo>
                  <a:cubicBezTo>
                    <a:pt x="14425" y="0"/>
                    <a:pt x="0" y="14510"/>
                    <a:pt x="0" y="32409"/>
                  </a:cubicBezTo>
                  <a:lnTo>
                    <a:pt x="0" y="549131"/>
                  </a:lnTo>
                  <a:cubicBezTo>
                    <a:pt x="0" y="567031"/>
                    <a:pt x="14425" y="581540"/>
                    <a:pt x="32219" y="581540"/>
                  </a:cubicBezTo>
                  <a:lnTo>
                    <a:pt x="409459" y="581540"/>
                  </a:lnTo>
                  <a:cubicBezTo>
                    <a:pt x="427253" y="581540"/>
                    <a:pt x="441678" y="567031"/>
                    <a:pt x="441678" y="549131"/>
                  </a:cubicBezTo>
                  <a:lnTo>
                    <a:pt x="441678" y="32409"/>
                  </a:lnTo>
                  <a:close/>
                </a:path>
              </a:pathLst>
            </a:custGeom>
            <a:solidFill>
              <a:srgbClr val="FC1C4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88" name="Google Shape;1788;p5"/>
            <p:cNvSpPr/>
            <p:nvPr/>
          </p:nvSpPr>
          <p:spPr>
            <a:xfrm>
              <a:off x="11108429" y="1760386"/>
              <a:ext cx="257638" cy="25927"/>
            </a:xfrm>
            <a:custGeom>
              <a:rect b="b" l="l" r="r" t="t"/>
              <a:pathLst>
                <a:path extrusionOk="0" h="25927" w="257638">
                  <a:moveTo>
                    <a:pt x="0" y="12964"/>
                  </a:moveTo>
                  <a:cubicBezTo>
                    <a:pt x="0" y="5805"/>
                    <a:pt x="5770" y="0"/>
                    <a:pt x="12887" y="0"/>
                  </a:cubicBezTo>
                  <a:lnTo>
                    <a:pt x="244751" y="0"/>
                  </a:lnTo>
                  <a:cubicBezTo>
                    <a:pt x="251869" y="0"/>
                    <a:pt x="257639" y="5805"/>
                    <a:pt x="257639" y="12964"/>
                  </a:cubicBezTo>
                  <a:cubicBezTo>
                    <a:pt x="257639" y="20124"/>
                    <a:pt x="251869" y="25927"/>
                    <a:pt x="244751" y="25927"/>
                  </a:cubicBezTo>
                  <a:lnTo>
                    <a:pt x="12887" y="25927"/>
                  </a:lnTo>
                  <a:cubicBezTo>
                    <a:pt x="5770" y="25927"/>
                    <a:pt x="0" y="20124"/>
                    <a:pt x="0" y="1296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89" name="Google Shape;1789;p5"/>
            <p:cNvSpPr/>
            <p:nvPr/>
          </p:nvSpPr>
          <p:spPr>
            <a:xfrm>
              <a:off x="11108429" y="1868527"/>
              <a:ext cx="257638" cy="25927"/>
            </a:xfrm>
            <a:custGeom>
              <a:rect b="b" l="l" r="r" t="t"/>
              <a:pathLst>
                <a:path extrusionOk="0" h="25927" w="257638">
                  <a:moveTo>
                    <a:pt x="0" y="12964"/>
                  </a:moveTo>
                  <a:cubicBezTo>
                    <a:pt x="0" y="5804"/>
                    <a:pt x="5770" y="0"/>
                    <a:pt x="12887" y="0"/>
                  </a:cubicBezTo>
                  <a:lnTo>
                    <a:pt x="244751" y="0"/>
                  </a:lnTo>
                  <a:cubicBezTo>
                    <a:pt x="251869" y="0"/>
                    <a:pt x="257639" y="5804"/>
                    <a:pt x="257639" y="12964"/>
                  </a:cubicBezTo>
                  <a:cubicBezTo>
                    <a:pt x="257639" y="20124"/>
                    <a:pt x="251869" y="25927"/>
                    <a:pt x="244751" y="25927"/>
                  </a:cubicBezTo>
                  <a:lnTo>
                    <a:pt x="12887" y="25927"/>
                  </a:lnTo>
                  <a:cubicBezTo>
                    <a:pt x="5770" y="25927"/>
                    <a:pt x="0" y="20124"/>
                    <a:pt x="0" y="1296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90" name="Google Shape;1790;p5"/>
            <p:cNvSpPr/>
            <p:nvPr/>
          </p:nvSpPr>
          <p:spPr>
            <a:xfrm>
              <a:off x="11108429" y="1976693"/>
              <a:ext cx="141714" cy="25927"/>
            </a:xfrm>
            <a:custGeom>
              <a:rect b="b" l="l" r="r" t="t"/>
              <a:pathLst>
                <a:path extrusionOk="0" h="25927" w="141714">
                  <a:moveTo>
                    <a:pt x="0" y="12964"/>
                  </a:moveTo>
                  <a:cubicBezTo>
                    <a:pt x="0" y="5804"/>
                    <a:pt x="5770" y="0"/>
                    <a:pt x="12887" y="0"/>
                  </a:cubicBezTo>
                  <a:lnTo>
                    <a:pt x="128827" y="0"/>
                  </a:lnTo>
                  <a:cubicBezTo>
                    <a:pt x="135944" y="0"/>
                    <a:pt x="141714" y="5804"/>
                    <a:pt x="141714" y="12964"/>
                  </a:cubicBezTo>
                  <a:cubicBezTo>
                    <a:pt x="141714" y="20124"/>
                    <a:pt x="135944" y="25927"/>
                    <a:pt x="128827" y="25927"/>
                  </a:cubicBezTo>
                  <a:lnTo>
                    <a:pt x="12887" y="25927"/>
                  </a:lnTo>
                  <a:cubicBezTo>
                    <a:pt x="5770" y="25927"/>
                    <a:pt x="0" y="20124"/>
                    <a:pt x="0" y="1296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791" name="Google Shape;1791;p5"/>
          <p:cNvGrpSpPr/>
          <p:nvPr/>
        </p:nvGrpSpPr>
        <p:grpSpPr>
          <a:xfrm>
            <a:off x="10861387" y="3061776"/>
            <a:ext cx="751723" cy="494306"/>
            <a:chOff x="10861387" y="3061776"/>
            <a:chExt cx="751723" cy="494306"/>
          </a:xfrm>
        </p:grpSpPr>
        <p:sp>
          <p:nvSpPr>
            <p:cNvPr id="1792" name="Google Shape;1792;p5"/>
            <p:cNvSpPr/>
            <p:nvPr/>
          </p:nvSpPr>
          <p:spPr>
            <a:xfrm>
              <a:off x="11133159" y="3061776"/>
              <a:ext cx="210937" cy="209134"/>
            </a:xfrm>
            <a:custGeom>
              <a:rect b="b" l="l" r="r" t="t"/>
              <a:pathLst>
                <a:path extrusionOk="0" h="209134" w="210937">
                  <a:moveTo>
                    <a:pt x="210937" y="104567"/>
                  </a:moveTo>
                  <a:cubicBezTo>
                    <a:pt x="210937" y="162318"/>
                    <a:pt x="163717" y="209134"/>
                    <a:pt x="105469" y="209134"/>
                  </a:cubicBezTo>
                  <a:cubicBezTo>
                    <a:pt x="47220" y="209134"/>
                    <a:pt x="0" y="162318"/>
                    <a:pt x="0" y="104567"/>
                  </a:cubicBezTo>
                  <a:cubicBezTo>
                    <a:pt x="0" y="46816"/>
                    <a:pt x="47220" y="0"/>
                    <a:pt x="105469" y="0"/>
                  </a:cubicBezTo>
                  <a:cubicBezTo>
                    <a:pt x="163717" y="0"/>
                    <a:pt x="210937" y="46816"/>
                    <a:pt x="210937" y="104567"/>
                  </a:cubicBezTo>
                  <a:close/>
                </a:path>
              </a:pathLst>
            </a:custGeom>
            <a:solidFill>
              <a:srgbClr val="FC1C4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93" name="Google Shape;1793;p5"/>
            <p:cNvSpPr/>
            <p:nvPr/>
          </p:nvSpPr>
          <p:spPr>
            <a:xfrm>
              <a:off x="11133159" y="3061776"/>
              <a:ext cx="210937" cy="209134"/>
            </a:xfrm>
            <a:custGeom>
              <a:rect b="b" l="l" r="r" t="t"/>
              <a:pathLst>
                <a:path extrusionOk="0" h="209134" w="210937">
                  <a:moveTo>
                    <a:pt x="105469" y="183334"/>
                  </a:moveTo>
                  <a:cubicBezTo>
                    <a:pt x="149346" y="183334"/>
                    <a:pt x="184914" y="148068"/>
                    <a:pt x="184914" y="104567"/>
                  </a:cubicBezTo>
                  <a:cubicBezTo>
                    <a:pt x="184914" y="61065"/>
                    <a:pt x="149346" y="25800"/>
                    <a:pt x="105469" y="25800"/>
                  </a:cubicBezTo>
                  <a:cubicBezTo>
                    <a:pt x="61592" y="25800"/>
                    <a:pt x="26023" y="61065"/>
                    <a:pt x="26023" y="104567"/>
                  </a:cubicBezTo>
                  <a:cubicBezTo>
                    <a:pt x="26023" y="148068"/>
                    <a:pt x="61592" y="183334"/>
                    <a:pt x="105469" y="183334"/>
                  </a:cubicBezTo>
                  <a:close/>
                  <a:moveTo>
                    <a:pt x="105469" y="209134"/>
                  </a:moveTo>
                  <a:cubicBezTo>
                    <a:pt x="163717" y="209134"/>
                    <a:pt x="210937" y="162318"/>
                    <a:pt x="210937" y="104567"/>
                  </a:cubicBezTo>
                  <a:cubicBezTo>
                    <a:pt x="210937" y="46816"/>
                    <a:pt x="163717" y="0"/>
                    <a:pt x="105469" y="0"/>
                  </a:cubicBezTo>
                  <a:cubicBezTo>
                    <a:pt x="47220" y="0"/>
                    <a:pt x="0" y="46816"/>
                    <a:pt x="0" y="104567"/>
                  </a:cubicBezTo>
                  <a:cubicBezTo>
                    <a:pt x="0" y="162318"/>
                    <a:pt x="47220" y="209134"/>
                    <a:pt x="105469" y="209134"/>
                  </a:cubicBezTo>
                  <a:close/>
                </a:path>
              </a:pathLst>
            </a:custGeom>
            <a:solidFill>
              <a:srgbClr val="FC1C4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94" name="Google Shape;1794;p5"/>
            <p:cNvSpPr/>
            <p:nvPr/>
          </p:nvSpPr>
          <p:spPr>
            <a:xfrm>
              <a:off x="10936050" y="3122850"/>
              <a:ext cx="171200" cy="169737"/>
            </a:xfrm>
            <a:custGeom>
              <a:rect b="b" l="l" r="r" t="t"/>
              <a:pathLst>
                <a:path extrusionOk="0" h="169737" w="171200">
                  <a:moveTo>
                    <a:pt x="171201" y="84869"/>
                  </a:moveTo>
                  <a:cubicBezTo>
                    <a:pt x="171201" y="131741"/>
                    <a:pt x="132876" y="169738"/>
                    <a:pt x="85600" y="169738"/>
                  </a:cubicBezTo>
                  <a:cubicBezTo>
                    <a:pt x="38324" y="169738"/>
                    <a:pt x="0" y="131741"/>
                    <a:pt x="0" y="84869"/>
                  </a:cubicBezTo>
                  <a:cubicBezTo>
                    <a:pt x="0" y="37997"/>
                    <a:pt x="38324" y="0"/>
                    <a:pt x="85600" y="0"/>
                  </a:cubicBezTo>
                  <a:cubicBezTo>
                    <a:pt x="132876" y="0"/>
                    <a:pt x="171201" y="37997"/>
                    <a:pt x="171201" y="8486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95" name="Google Shape;1795;p5"/>
            <p:cNvSpPr/>
            <p:nvPr/>
          </p:nvSpPr>
          <p:spPr>
            <a:xfrm>
              <a:off x="10936050" y="3122850"/>
              <a:ext cx="171200" cy="169737"/>
            </a:xfrm>
            <a:custGeom>
              <a:rect b="b" l="l" r="r" t="t"/>
              <a:pathLst>
                <a:path extrusionOk="0" h="169737" w="171200">
                  <a:moveTo>
                    <a:pt x="85600" y="143938"/>
                  </a:moveTo>
                  <a:cubicBezTo>
                    <a:pt x="118504" y="143938"/>
                    <a:pt x="145178" y="117492"/>
                    <a:pt x="145178" y="84869"/>
                  </a:cubicBezTo>
                  <a:cubicBezTo>
                    <a:pt x="145178" y="52246"/>
                    <a:pt x="118504" y="25800"/>
                    <a:pt x="85600" y="25800"/>
                  </a:cubicBezTo>
                  <a:cubicBezTo>
                    <a:pt x="52696" y="25800"/>
                    <a:pt x="26023" y="52246"/>
                    <a:pt x="26023" y="84869"/>
                  </a:cubicBezTo>
                  <a:cubicBezTo>
                    <a:pt x="26023" y="117492"/>
                    <a:pt x="52696" y="143938"/>
                    <a:pt x="85600" y="143938"/>
                  </a:cubicBezTo>
                  <a:close/>
                  <a:moveTo>
                    <a:pt x="85600" y="169738"/>
                  </a:moveTo>
                  <a:cubicBezTo>
                    <a:pt x="132876" y="169738"/>
                    <a:pt x="171201" y="131741"/>
                    <a:pt x="171201" y="84869"/>
                  </a:cubicBezTo>
                  <a:cubicBezTo>
                    <a:pt x="171201" y="37997"/>
                    <a:pt x="132876" y="0"/>
                    <a:pt x="85600" y="0"/>
                  </a:cubicBezTo>
                  <a:cubicBezTo>
                    <a:pt x="38324" y="0"/>
                    <a:pt x="0" y="37997"/>
                    <a:pt x="0" y="84869"/>
                  </a:cubicBezTo>
                  <a:cubicBezTo>
                    <a:pt x="0" y="131741"/>
                    <a:pt x="38324" y="169738"/>
                    <a:pt x="85600" y="169738"/>
                  </a:cubicBezTo>
                  <a:close/>
                </a:path>
              </a:pathLst>
            </a:custGeom>
            <a:solidFill>
              <a:srgbClr val="FC1C4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96" name="Google Shape;1796;p5"/>
            <p:cNvSpPr/>
            <p:nvPr/>
          </p:nvSpPr>
          <p:spPr>
            <a:xfrm>
              <a:off x="10861387" y="3305594"/>
              <a:ext cx="320499" cy="176041"/>
            </a:xfrm>
            <a:custGeom>
              <a:rect b="b" l="l" r="r" t="t"/>
              <a:pathLst>
                <a:path extrusionOk="0" h="176041" w="320499">
                  <a:moveTo>
                    <a:pt x="0" y="150893"/>
                  </a:moveTo>
                  <a:cubicBezTo>
                    <a:pt x="0" y="67557"/>
                    <a:pt x="68139" y="0"/>
                    <a:pt x="152194" y="0"/>
                  </a:cubicBezTo>
                  <a:lnTo>
                    <a:pt x="168306" y="0"/>
                  </a:lnTo>
                  <a:cubicBezTo>
                    <a:pt x="252360" y="0"/>
                    <a:pt x="320499" y="67557"/>
                    <a:pt x="320499" y="150893"/>
                  </a:cubicBezTo>
                  <a:cubicBezTo>
                    <a:pt x="320499" y="164782"/>
                    <a:pt x="309143" y="176042"/>
                    <a:pt x="295134" y="176042"/>
                  </a:cubicBezTo>
                  <a:lnTo>
                    <a:pt x="25366" y="176042"/>
                  </a:lnTo>
                  <a:cubicBezTo>
                    <a:pt x="11357" y="176042"/>
                    <a:pt x="0" y="164782"/>
                    <a:pt x="0" y="15089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97" name="Google Shape;1797;p5"/>
            <p:cNvSpPr/>
            <p:nvPr/>
          </p:nvSpPr>
          <p:spPr>
            <a:xfrm>
              <a:off x="10861387" y="3305594"/>
              <a:ext cx="320499" cy="176041"/>
            </a:xfrm>
            <a:custGeom>
              <a:rect b="b" l="l" r="r" t="t"/>
              <a:pathLst>
                <a:path extrusionOk="0" h="176041" w="320499">
                  <a:moveTo>
                    <a:pt x="168306" y="25800"/>
                  </a:moveTo>
                  <a:lnTo>
                    <a:pt x="152194" y="25800"/>
                  </a:lnTo>
                  <a:cubicBezTo>
                    <a:pt x="82730" y="25800"/>
                    <a:pt x="26378" y="81454"/>
                    <a:pt x="26025" y="150241"/>
                  </a:cubicBezTo>
                  <a:lnTo>
                    <a:pt x="294475" y="150241"/>
                  </a:lnTo>
                  <a:cubicBezTo>
                    <a:pt x="294121" y="81454"/>
                    <a:pt x="237769" y="25800"/>
                    <a:pt x="168306" y="25800"/>
                  </a:cubicBezTo>
                  <a:close/>
                  <a:moveTo>
                    <a:pt x="152194" y="0"/>
                  </a:moveTo>
                  <a:cubicBezTo>
                    <a:pt x="68139" y="0"/>
                    <a:pt x="0" y="67557"/>
                    <a:pt x="0" y="150893"/>
                  </a:cubicBezTo>
                  <a:cubicBezTo>
                    <a:pt x="0" y="164782"/>
                    <a:pt x="11357" y="176042"/>
                    <a:pt x="25366" y="176042"/>
                  </a:cubicBezTo>
                  <a:lnTo>
                    <a:pt x="295134" y="176042"/>
                  </a:lnTo>
                  <a:cubicBezTo>
                    <a:pt x="309143" y="176042"/>
                    <a:pt x="320499" y="164782"/>
                    <a:pt x="320499" y="150893"/>
                  </a:cubicBezTo>
                  <a:cubicBezTo>
                    <a:pt x="320499" y="67557"/>
                    <a:pt x="252360" y="0"/>
                    <a:pt x="168306" y="0"/>
                  </a:cubicBezTo>
                  <a:lnTo>
                    <a:pt x="152194" y="0"/>
                  </a:lnTo>
                  <a:close/>
                </a:path>
              </a:pathLst>
            </a:custGeom>
            <a:solidFill>
              <a:srgbClr val="FC1C4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98" name="Google Shape;1798;p5"/>
            <p:cNvSpPr/>
            <p:nvPr/>
          </p:nvSpPr>
          <p:spPr>
            <a:xfrm>
              <a:off x="11367263" y="3122850"/>
              <a:ext cx="171201" cy="169737"/>
            </a:xfrm>
            <a:custGeom>
              <a:rect b="b" l="l" r="r" t="t"/>
              <a:pathLst>
                <a:path extrusionOk="0" h="169737" w="171201">
                  <a:moveTo>
                    <a:pt x="171202" y="84869"/>
                  </a:moveTo>
                  <a:cubicBezTo>
                    <a:pt x="171202" y="131741"/>
                    <a:pt x="132876" y="169738"/>
                    <a:pt x="85601" y="169738"/>
                  </a:cubicBezTo>
                  <a:cubicBezTo>
                    <a:pt x="38324" y="169738"/>
                    <a:pt x="0" y="131741"/>
                    <a:pt x="0" y="84869"/>
                  </a:cubicBezTo>
                  <a:cubicBezTo>
                    <a:pt x="0" y="37997"/>
                    <a:pt x="38324" y="0"/>
                    <a:pt x="85601" y="0"/>
                  </a:cubicBezTo>
                  <a:cubicBezTo>
                    <a:pt x="132876" y="0"/>
                    <a:pt x="171202" y="37997"/>
                    <a:pt x="171202" y="8486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99" name="Google Shape;1799;p5"/>
            <p:cNvSpPr/>
            <p:nvPr/>
          </p:nvSpPr>
          <p:spPr>
            <a:xfrm>
              <a:off x="11367263" y="3122850"/>
              <a:ext cx="171201" cy="169737"/>
            </a:xfrm>
            <a:custGeom>
              <a:rect b="b" l="l" r="r" t="t"/>
              <a:pathLst>
                <a:path extrusionOk="0" h="169737" w="171201">
                  <a:moveTo>
                    <a:pt x="85601" y="143938"/>
                  </a:moveTo>
                  <a:cubicBezTo>
                    <a:pt x="118505" y="143938"/>
                    <a:pt x="145179" y="117492"/>
                    <a:pt x="145179" y="84869"/>
                  </a:cubicBezTo>
                  <a:cubicBezTo>
                    <a:pt x="145179" y="52246"/>
                    <a:pt x="118505" y="25800"/>
                    <a:pt x="85601" y="25800"/>
                  </a:cubicBezTo>
                  <a:cubicBezTo>
                    <a:pt x="52697" y="25800"/>
                    <a:pt x="26023" y="52246"/>
                    <a:pt x="26023" y="84869"/>
                  </a:cubicBezTo>
                  <a:cubicBezTo>
                    <a:pt x="26023" y="117492"/>
                    <a:pt x="52697" y="143938"/>
                    <a:pt x="85601" y="143938"/>
                  </a:cubicBezTo>
                  <a:close/>
                  <a:moveTo>
                    <a:pt x="85601" y="169738"/>
                  </a:moveTo>
                  <a:cubicBezTo>
                    <a:pt x="132876" y="169738"/>
                    <a:pt x="171202" y="131741"/>
                    <a:pt x="171202" y="84869"/>
                  </a:cubicBezTo>
                  <a:cubicBezTo>
                    <a:pt x="171202" y="37997"/>
                    <a:pt x="132876" y="0"/>
                    <a:pt x="85601" y="0"/>
                  </a:cubicBezTo>
                  <a:cubicBezTo>
                    <a:pt x="38324" y="0"/>
                    <a:pt x="0" y="37997"/>
                    <a:pt x="0" y="84869"/>
                  </a:cubicBezTo>
                  <a:cubicBezTo>
                    <a:pt x="0" y="131741"/>
                    <a:pt x="38324" y="169738"/>
                    <a:pt x="85601" y="169738"/>
                  </a:cubicBezTo>
                  <a:close/>
                </a:path>
              </a:pathLst>
            </a:custGeom>
            <a:solidFill>
              <a:srgbClr val="FC1C4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00" name="Google Shape;1800;p5"/>
            <p:cNvSpPr/>
            <p:nvPr/>
          </p:nvSpPr>
          <p:spPr>
            <a:xfrm>
              <a:off x="11292612" y="3318895"/>
              <a:ext cx="320498" cy="162739"/>
            </a:xfrm>
            <a:custGeom>
              <a:rect b="b" l="l" r="r" t="t"/>
              <a:pathLst>
                <a:path extrusionOk="0" h="162739" w="320498">
                  <a:moveTo>
                    <a:pt x="0" y="138289"/>
                  </a:moveTo>
                  <a:cubicBezTo>
                    <a:pt x="0" y="54568"/>
                    <a:pt x="68108" y="0"/>
                    <a:pt x="152550" y="0"/>
                  </a:cubicBezTo>
                  <a:lnTo>
                    <a:pt x="167253" y="0"/>
                  </a:lnTo>
                  <a:cubicBezTo>
                    <a:pt x="251694" y="0"/>
                    <a:pt x="320498" y="54568"/>
                    <a:pt x="320498" y="138289"/>
                  </a:cubicBezTo>
                  <a:cubicBezTo>
                    <a:pt x="320498" y="151793"/>
                    <a:pt x="309458" y="162740"/>
                    <a:pt x="295835" y="162740"/>
                  </a:cubicBezTo>
                  <a:lnTo>
                    <a:pt x="24661" y="162740"/>
                  </a:lnTo>
                  <a:cubicBezTo>
                    <a:pt x="11041" y="162740"/>
                    <a:pt x="0" y="151793"/>
                    <a:pt x="0" y="13828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01" name="Google Shape;1801;p5"/>
            <p:cNvSpPr/>
            <p:nvPr/>
          </p:nvSpPr>
          <p:spPr>
            <a:xfrm>
              <a:off x="11292612" y="3305594"/>
              <a:ext cx="320498" cy="176041"/>
            </a:xfrm>
            <a:custGeom>
              <a:rect b="b" l="l" r="r" t="t"/>
              <a:pathLst>
                <a:path extrusionOk="0" h="176041" w="320498">
                  <a:moveTo>
                    <a:pt x="167601" y="25800"/>
                  </a:moveTo>
                  <a:lnTo>
                    <a:pt x="152898" y="25800"/>
                  </a:lnTo>
                  <a:cubicBezTo>
                    <a:pt x="83282" y="25800"/>
                    <a:pt x="26760" y="81391"/>
                    <a:pt x="26030" y="150241"/>
                  </a:cubicBezTo>
                  <a:lnTo>
                    <a:pt x="294469" y="150241"/>
                  </a:lnTo>
                  <a:cubicBezTo>
                    <a:pt x="293741" y="81391"/>
                    <a:pt x="237219" y="25800"/>
                    <a:pt x="167601" y="25800"/>
                  </a:cubicBezTo>
                  <a:close/>
                  <a:moveTo>
                    <a:pt x="152898" y="0"/>
                  </a:moveTo>
                  <a:cubicBezTo>
                    <a:pt x="68455" y="0"/>
                    <a:pt x="0" y="67870"/>
                    <a:pt x="0" y="151591"/>
                  </a:cubicBezTo>
                  <a:cubicBezTo>
                    <a:pt x="0" y="165095"/>
                    <a:pt x="11041" y="176042"/>
                    <a:pt x="24661" y="176042"/>
                  </a:cubicBezTo>
                  <a:lnTo>
                    <a:pt x="295835" y="176042"/>
                  </a:lnTo>
                  <a:cubicBezTo>
                    <a:pt x="309458" y="176042"/>
                    <a:pt x="320498" y="165095"/>
                    <a:pt x="320498" y="151591"/>
                  </a:cubicBezTo>
                  <a:cubicBezTo>
                    <a:pt x="320498" y="67870"/>
                    <a:pt x="252045" y="0"/>
                    <a:pt x="167601" y="0"/>
                  </a:cubicBezTo>
                  <a:lnTo>
                    <a:pt x="152898" y="0"/>
                  </a:lnTo>
                  <a:close/>
                </a:path>
              </a:pathLst>
            </a:custGeom>
            <a:solidFill>
              <a:srgbClr val="FC1C4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02" name="Google Shape;1802;p5"/>
            <p:cNvSpPr/>
            <p:nvPr/>
          </p:nvSpPr>
          <p:spPr>
            <a:xfrm>
              <a:off x="11015662" y="3302237"/>
              <a:ext cx="445918" cy="253845"/>
            </a:xfrm>
            <a:custGeom>
              <a:rect b="b" l="l" r="r" t="t"/>
              <a:pathLst>
                <a:path extrusionOk="0" h="253845" w="445918">
                  <a:moveTo>
                    <a:pt x="0" y="212853"/>
                  </a:moveTo>
                  <a:cubicBezTo>
                    <a:pt x="0" y="95298"/>
                    <a:pt x="96119" y="0"/>
                    <a:pt x="214688" y="0"/>
                  </a:cubicBezTo>
                  <a:lnTo>
                    <a:pt x="231230" y="0"/>
                  </a:lnTo>
                  <a:cubicBezTo>
                    <a:pt x="349799" y="0"/>
                    <a:pt x="445919" y="95298"/>
                    <a:pt x="445919" y="212853"/>
                  </a:cubicBezTo>
                  <a:lnTo>
                    <a:pt x="445919" y="221595"/>
                  </a:lnTo>
                  <a:cubicBezTo>
                    <a:pt x="445919" y="239406"/>
                    <a:pt x="431355" y="253845"/>
                    <a:pt x="413390" y="253845"/>
                  </a:cubicBezTo>
                  <a:lnTo>
                    <a:pt x="32529" y="253845"/>
                  </a:lnTo>
                  <a:cubicBezTo>
                    <a:pt x="14564" y="253845"/>
                    <a:pt x="0" y="239406"/>
                    <a:pt x="0" y="221595"/>
                  </a:cubicBezTo>
                  <a:lnTo>
                    <a:pt x="0" y="212853"/>
                  </a:lnTo>
                  <a:close/>
                </a:path>
              </a:pathLst>
            </a:custGeom>
            <a:solidFill>
              <a:srgbClr val="FC1C4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03" name="Google Shape;1803;p5"/>
            <p:cNvSpPr/>
            <p:nvPr/>
          </p:nvSpPr>
          <p:spPr>
            <a:xfrm>
              <a:off x="11015662" y="3302237"/>
              <a:ext cx="445918" cy="253845"/>
            </a:xfrm>
            <a:custGeom>
              <a:rect b="b" l="l" r="r" t="t"/>
              <a:pathLst>
                <a:path extrusionOk="0" h="253845" w="445918">
                  <a:moveTo>
                    <a:pt x="231230" y="25800"/>
                  </a:moveTo>
                  <a:lnTo>
                    <a:pt x="214688" y="25800"/>
                  </a:lnTo>
                  <a:cubicBezTo>
                    <a:pt x="110491" y="25800"/>
                    <a:pt x="26023" y="109547"/>
                    <a:pt x="26023" y="212853"/>
                  </a:cubicBezTo>
                  <a:lnTo>
                    <a:pt x="26023" y="221595"/>
                  </a:lnTo>
                  <a:cubicBezTo>
                    <a:pt x="26023" y="225157"/>
                    <a:pt x="28935" y="228045"/>
                    <a:pt x="32529" y="228045"/>
                  </a:cubicBezTo>
                  <a:lnTo>
                    <a:pt x="413390" y="228045"/>
                  </a:lnTo>
                  <a:cubicBezTo>
                    <a:pt x="416983" y="228045"/>
                    <a:pt x="419896" y="225157"/>
                    <a:pt x="419896" y="221595"/>
                  </a:cubicBezTo>
                  <a:lnTo>
                    <a:pt x="419896" y="212853"/>
                  </a:lnTo>
                  <a:cubicBezTo>
                    <a:pt x="419896" y="109547"/>
                    <a:pt x="335427" y="25800"/>
                    <a:pt x="231230" y="25800"/>
                  </a:cubicBezTo>
                  <a:close/>
                  <a:moveTo>
                    <a:pt x="214688" y="0"/>
                  </a:moveTo>
                  <a:cubicBezTo>
                    <a:pt x="96119" y="0"/>
                    <a:pt x="0" y="95298"/>
                    <a:pt x="0" y="212853"/>
                  </a:cubicBezTo>
                  <a:lnTo>
                    <a:pt x="0" y="221595"/>
                  </a:lnTo>
                  <a:cubicBezTo>
                    <a:pt x="0" y="239406"/>
                    <a:pt x="14564" y="253845"/>
                    <a:pt x="32529" y="253845"/>
                  </a:cubicBezTo>
                  <a:lnTo>
                    <a:pt x="413390" y="253845"/>
                  </a:lnTo>
                  <a:cubicBezTo>
                    <a:pt x="431355" y="253845"/>
                    <a:pt x="445919" y="239406"/>
                    <a:pt x="445919" y="221595"/>
                  </a:cubicBezTo>
                  <a:lnTo>
                    <a:pt x="445919" y="212853"/>
                  </a:lnTo>
                  <a:cubicBezTo>
                    <a:pt x="445919" y="95298"/>
                    <a:pt x="349799" y="0"/>
                    <a:pt x="231230" y="0"/>
                  </a:cubicBezTo>
                  <a:lnTo>
                    <a:pt x="214688" y="0"/>
                  </a:lnTo>
                  <a:close/>
                </a:path>
              </a:pathLst>
            </a:custGeom>
            <a:solidFill>
              <a:srgbClr val="FC1C4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04" name="Google Shape;1804;p5"/>
            <p:cNvSpPr/>
            <p:nvPr/>
          </p:nvSpPr>
          <p:spPr>
            <a:xfrm>
              <a:off x="11225770" y="3368941"/>
              <a:ext cx="26022" cy="110522"/>
            </a:xfrm>
            <a:custGeom>
              <a:rect b="b" l="l" r="r" t="t"/>
              <a:pathLst>
                <a:path extrusionOk="0" h="110522" w="26022">
                  <a:moveTo>
                    <a:pt x="13011" y="0"/>
                  </a:moveTo>
                  <a:cubicBezTo>
                    <a:pt x="20197" y="0"/>
                    <a:pt x="26023" y="5775"/>
                    <a:pt x="26023" y="12900"/>
                  </a:cubicBezTo>
                  <a:lnTo>
                    <a:pt x="26023" y="97623"/>
                  </a:lnTo>
                  <a:cubicBezTo>
                    <a:pt x="26023" y="104748"/>
                    <a:pt x="20197" y="110523"/>
                    <a:pt x="13011" y="110523"/>
                  </a:cubicBezTo>
                  <a:cubicBezTo>
                    <a:pt x="5825" y="110523"/>
                    <a:pt x="0" y="104748"/>
                    <a:pt x="0" y="97623"/>
                  </a:cubicBezTo>
                  <a:lnTo>
                    <a:pt x="0" y="12900"/>
                  </a:lnTo>
                  <a:cubicBezTo>
                    <a:pt x="0" y="5775"/>
                    <a:pt x="5825" y="0"/>
                    <a:pt x="1301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805" name="Google Shape;1805;p5"/>
          <p:cNvGrpSpPr/>
          <p:nvPr/>
        </p:nvGrpSpPr>
        <p:grpSpPr>
          <a:xfrm>
            <a:off x="9868510" y="3061784"/>
            <a:ext cx="441673" cy="494297"/>
            <a:chOff x="9868510" y="3061784"/>
            <a:chExt cx="441673" cy="494297"/>
          </a:xfrm>
        </p:grpSpPr>
        <p:sp>
          <p:nvSpPr>
            <p:cNvPr id="1806" name="Google Shape;1806;p5"/>
            <p:cNvSpPr/>
            <p:nvPr/>
          </p:nvSpPr>
          <p:spPr>
            <a:xfrm>
              <a:off x="9984891" y="3061784"/>
              <a:ext cx="208929" cy="209134"/>
            </a:xfrm>
            <a:custGeom>
              <a:rect b="b" l="l" r="r" t="t"/>
              <a:pathLst>
                <a:path extrusionOk="0" h="209134" w="208929">
                  <a:moveTo>
                    <a:pt x="208929" y="104568"/>
                  </a:moveTo>
                  <a:cubicBezTo>
                    <a:pt x="208929" y="162319"/>
                    <a:pt x="162159" y="209135"/>
                    <a:pt x="104465" y="209135"/>
                  </a:cubicBezTo>
                  <a:cubicBezTo>
                    <a:pt x="46771" y="209135"/>
                    <a:pt x="0" y="162319"/>
                    <a:pt x="0" y="104568"/>
                  </a:cubicBezTo>
                  <a:cubicBezTo>
                    <a:pt x="0" y="46816"/>
                    <a:pt x="46771" y="0"/>
                    <a:pt x="104465" y="0"/>
                  </a:cubicBezTo>
                  <a:cubicBezTo>
                    <a:pt x="162159" y="0"/>
                    <a:pt x="208929" y="46816"/>
                    <a:pt x="208929" y="104568"/>
                  </a:cubicBezTo>
                  <a:close/>
                </a:path>
              </a:pathLst>
            </a:custGeom>
            <a:solidFill>
              <a:srgbClr val="FC1C4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07" name="Google Shape;1807;p5"/>
            <p:cNvSpPr/>
            <p:nvPr/>
          </p:nvSpPr>
          <p:spPr>
            <a:xfrm>
              <a:off x="9984891" y="3061784"/>
              <a:ext cx="208929" cy="209134"/>
            </a:xfrm>
            <a:custGeom>
              <a:rect b="b" l="l" r="r" t="t"/>
              <a:pathLst>
                <a:path extrusionOk="0" h="209134" w="208929">
                  <a:moveTo>
                    <a:pt x="104465" y="183334"/>
                  </a:moveTo>
                  <a:cubicBezTo>
                    <a:pt x="147924" y="183334"/>
                    <a:pt x="183154" y="148069"/>
                    <a:pt x="183154" y="104568"/>
                  </a:cubicBezTo>
                  <a:cubicBezTo>
                    <a:pt x="183154" y="61066"/>
                    <a:pt x="147924" y="25800"/>
                    <a:pt x="104465" y="25800"/>
                  </a:cubicBezTo>
                  <a:cubicBezTo>
                    <a:pt x="61005" y="25800"/>
                    <a:pt x="25775" y="61066"/>
                    <a:pt x="25775" y="104568"/>
                  </a:cubicBezTo>
                  <a:cubicBezTo>
                    <a:pt x="25775" y="148069"/>
                    <a:pt x="61005" y="183334"/>
                    <a:pt x="104465" y="183334"/>
                  </a:cubicBezTo>
                  <a:close/>
                  <a:moveTo>
                    <a:pt x="104465" y="209135"/>
                  </a:moveTo>
                  <a:cubicBezTo>
                    <a:pt x="162159" y="209135"/>
                    <a:pt x="208929" y="162319"/>
                    <a:pt x="208929" y="104568"/>
                  </a:cubicBezTo>
                  <a:cubicBezTo>
                    <a:pt x="208929" y="46816"/>
                    <a:pt x="162159" y="0"/>
                    <a:pt x="104465" y="0"/>
                  </a:cubicBezTo>
                  <a:cubicBezTo>
                    <a:pt x="46771" y="0"/>
                    <a:pt x="0" y="46816"/>
                    <a:pt x="0" y="104568"/>
                  </a:cubicBezTo>
                  <a:cubicBezTo>
                    <a:pt x="0" y="162319"/>
                    <a:pt x="46771" y="209135"/>
                    <a:pt x="104465" y="209135"/>
                  </a:cubicBezTo>
                  <a:close/>
                </a:path>
              </a:pathLst>
            </a:custGeom>
            <a:solidFill>
              <a:srgbClr val="FC1C4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08" name="Google Shape;1808;p5"/>
            <p:cNvSpPr/>
            <p:nvPr/>
          </p:nvSpPr>
          <p:spPr>
            <a:xfrm>
              <a:off x="9868510" y="3302236"/>
              <a:ext cx="441673" cy="253845"/>
            </a:xfrm>
            <a:custGeom>
              <a:rect b="b" l="l" r="r" t="t"/>
              <a:pathLst>
                <a:path extrusionOk="0" h="253845" w="441673">
                  <a:moveTo>
                    <a:pt x="220837" y="0"/>
                  </a:moveTo>
                  <a:cubicBezTo>
                    <a:pt x="98872" y="0"/>
                    <a:pt x="0" y="99897"/>
                    <a:pt x="0" y="221982"/>
                  </a:cubicBezTo>
                  <a:cubicBezTo>
                    <a:pt x="0" y="239507"/>
                    <a:pt x="14192" y="253846"/>
                    <a:pt x="31700" y="253846"/>
                  </a:cubicBezTo>
                  <a:lnTo>
                    <a:pt x="409974" y="253846"/>
                  </a:lnTo>
                  <a:cubicBezTo>
                    <a:pt x="427481" y="253846"/>
                    <a:pt x="441674" y="239507"/>
                    <a:pt x="441674" y="221982"/>
                  </a:cubicBezTo>
                  <a:cubicBezTo>
                    <a:pt x="441674" y="99897"/>
                    <a:pt x="342801" y="0"/>
                    <a:pt x="220837" y="0"/>
                  </a:cubicBezTo>
                  <a:close/>
                </a:path>
              </a:pathLst>
            </a:custGeom>
            <a:solidFill>
              <a:srgbClr val="FC1C4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09" name="Google Shape;1809;p5"/>
            <p:cNvSpPr/>
            <p:nvPr/>
          </p:nvSpPr>
          <p:spPr>
            <a:xfrm>
              <a:off x="10075100" y="3367135"/>
              <a:ext cx="25774" cy="108462"/>
            </a:xfrm>
            <a:custGeom>
              <a:rect b="b" l="l" r="r" t="t"/>
              <a:pathLst>
                <a:path extrusionOk="0" h="108462" w="25774">
                  <a:moveTo>
                    <a:pt x="12887" y="0"/>
                  </a:moveTo>
                  <a:cubicBezTo>
                    <a:pt x="20005" y="0"/>
                    <a:pt x="25775" y="5775"/>
                    <a:pt x="25775" y="12900"/>
                  </a:cubicBezTo>
                  <a:lnTo>
                    <a:pt x="25775" y="95562"/>
                  </a:lnTo>
                  <a:cubicBezTo>
                    <a:pt x="25775" y="102687"/>
                    <a:pt x="20005" y="108462"/>
                    <a:pt x="12887" y="108462"/>
                  </a:cubicBezTo>
                  <a:cubicBezTo>
                    <a:pt x="5770" y="108462"/>
                    <a:pt x="0" y="102687"/>
                    <a:pt x="0" y="95562"/>
                  </a:cubicBezTo>
                  <a:lnTo>
                    <a:pt x="0" y="12900"/>
                  </a:lnTo>
                  <a:cubicBezTo>
                    <a:pt x="0" y="5775"/>
                    <a:pt x="5770" y="0"/>
                    <a:pt x="1288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810" name="Google Shape;1810;p5"/>
          <p:cNvGrpSpPr/>
          <p:nvPr/>
        </p:nvGrpSpPr>
        <p:grpSpPr>
          <a:xfrm>
            <a:off x="8729686" y="3036348"/>
            <a:ext cx="440641" cy="549218"/>
            <a:chOff x="8729686" y="3036348"/>
            <a:chExt cx="440641" cy="549218"/>
          </a:xfrm>
        </p:grpSpPr>
        <p:sp>
          <p:nvSpPr>
            <p:cNvPr id="1811" name="Google Shape;1811;p5"/>
            <p:cNvSpPr/>
            <p:nvPr/>
          </p:nvSpPr>
          <p:spPr>
            <a:xfrm>
              <a:off x="8729686" y="3036348"/>
              <a:ext cx="440641" cy="549218"/>
            </a:xfrm>
            <a:custGeom>
              <a:rect b="b" l="l" r="r" t="t"/>
              <a:pathLst>
                <a:path extrusionOk="0" h="549218" w="440641">
                  <a:moveTo>
                    <a:pt x="220321" y="0"/>
                  </a:moveTo>
                  <a:cubicBezTo>
                    <a:pt x="162236" y="0"/>
                    <a:pt x="109189" y="6390"/>
                    <a:pt x="70266" y="16978"/>
                  </a:cubicBezTo>
                  <a:cubicBezTo>
                    <a:pt x="50898" y="22246"/>
                    <a:pt x="34292" y="28748"/>
                    <a:pt x="22226" y="36508"/>
                  </a:cubicBezTo>
                  <a:cubicBezTo>
                    <a:pt x="10750" y="43888"/>
                    <a:pt x="0" y="54681"/>
                    <a:pt x="0" y="69336"/>
                  </a:cubicBezTo>
                  <a:lnTo>
                    <a:pt x="0" y="167062"/>
                  </a:lnTo>
                  <a:cubicBezTo>
                    <a:pt x="15" y="180322"/>
                    <a:pt x="8830" y="190416"/>
                    <a:pt x="19015" y="197683"/>
                  </a:cubicBezTo>
                  <a:cubicBezTo>
                    <a:pt x="8823" y="204954"/>
                    <a:pt x="0" y="215060"/>
                    <a:pt x="0" y="228336"/>
                  </a:cubicBezTo>
                  <a:lnTo>
                    <a:pt x="0" y="326062"/>
                  </a:lnTo>
                  <a:cubicBezTo>
                    <a:pt x="13" y="337824"/>
                    <a:pt x="6949" y="347094"/>
                    <a:pt x="15624" y="354110"/>
                  </a:cubicBezTo>
                  <a:cubicBezTo>
                    <a:pt x="6942" y="361132"/>
                    <a:pt x="0" y="370413"/>
                    <a:pt x="0" y="382190"/>
                  </a:cubicBezTo>
                  <a:lnTo>
                    <a:pt x="0" y="479916"/>
                  </a:lnTo>
                  <a:cubicBezTo>
                    <a:pt x="17" y="494563"/>
                    <a:pt x="10770" y="505347"/>
                    <a:pt x="22248" y="512724"/>
                  </a:cubicBezTo>
                  <a:cubicBezTo>
                    <a:pt x="34316" y="520481"/>
                    <a:pt x="50921" y="526981"/>
                    <a:pt x="70289" y="532247"/>
                  </a:cubicBezTo>
                  <a:cubicBezTo>
                    <a:pt x="109209" y="542831"/>
                    <a:pt x="162247" y="549219"/>
                    <a:pt x="220321" y="549219"/>
                  </a:cubicBezTo>
                  <a:cubicBezTo>
                    <a:pt x="278394" y="549219"/>
                    <a:pt x="331432" y="542831"/>
                    <a:pt x="370352" y="532247"/>
                  </a:cubicBezTo>
                  <a:cubicBezTo>
                    <a:pt x="389720" y="526981"/>
                    <a:pt x="406325" y="520481"/>
                    <a:pt x="418394" y="512724"/>
                  </a:cubicBezTo>
                  <a:cubicBezTo>
                    <a:pt x="429871" y="505347"/>
                    <a:pt x="440625" y="494563"/>
                    <a:pt x="440641" y="479916"/>
                  </a:cubicBezTo>
                  <a:lnTo>
                    <a:pt x="440641" y="382190"/>
                  </a:lnTo>
                  <a:cubicBezTo>
                    <a:pt x="440641" y="370413"/>
                    <a:pt x="433700" y="361132"/>
                    <a:pt x="425018" y="354110"/>
                  </a:cubicBezTo>
                  <a:cubicBezTo>
                    <a:pt x="433692" y="347094"/>
                    <a:pt x="440628" y="337824"/>
                    <a:pt x="440641" y="326062"/>
                  </a:cubicBezTo>
                  <a:lnTo>
                    <a:pt x="440641" y="228336"/>
                  </a:lnTo>
                  <a:cubicBezTo>
                    <a:pt x="440641" y="215060"/>
                    <a:pt x="431819" y="204954"/>
                    <a:pt x="421627" y="197683"/>
                  </a:cubicBezTo>
                  <a:cubicBezTo>
                    <a:pt x="431812" y="190416"/>
                    <a:pt x="440626" y="180322"/>
                    <a:pt x="440641" y="167062"/>
                  </a:cubicBezTo>
                  <a:lnTo>
                    <a:pt x="440641" y="69336"/>
                  </a:lnTo>
                  <a:cubicBezTo>
                    <a:pt x="440641" y="54681"/>
                    <a:pt x="429891" y="43888"/>
                    <a:pt x="418415" y="36508"/>
                  </a:cubicBezTo>
                  <a:cubicBezTo>
                    <a:pt x="406349" y="28748"/>
                    <a:pt x="389744" y="22246"/>
                    <a:pt x="370375" y="16978"/>
                  </a:cubicBezTo>
                  <a:cubicBezTo>
                    <a:pt x="331452" y="6390"/>
                    <a:pt x="278405" y="0"/>
                    <a:pt x="220321" y="0"/>
                  </a:cubicBezTo>
                  <a:close/>
                </a:path>
              </a:pathLst>
            </a:custGeom>
            <a:solidFill>
              <a:srgbClr val="FC1C4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12" name="Google Shape;1812;p5"/>
            <p:cNvSpPr/>
            <p:nvPr/>
          </p:nvSpPr>
          <p:spPr>
            <a:xfrm>
              <a:off x="8872997" y="3129871"/>
              <a:ext cx="246194" cy="45149"/>
            </a:xfrm>
            <a:custGeom>
              <a:rect b="b" l="l" r="r" t="t"/>
              <a:pathLst>
                <a:path extrusionOk="0" h="45149" w="246194">
                  <a:moveTo>
                    <a:pt x="245610" y="9081"/>
                  </a:moveTo>
                  <a:cubicBezTo>
                    <a:pt x="247724" y="15890"/>
                    <a:pt x="243926" y="23126"/>
                    <a:pt x="237130" y="25242"/>
                  </a:cubicBezTo>
                  <a:cubicBezTo>
                    <a:pt x="197481" y="37591"/>
                    <a:pt x="140178" y="45150"/>
                    <a:pt x="77011" y="45150"/>
                  </a:cubicBezTo>
                  <a:cubicBezTo>
                    <a:pt x="54267" y="45150"/>
                    <a:pt x="32338" y="44170"/>
                    <a:pt x="11756" y="42352"/>
                  </a:cubicBezTo>
                  <a:cubicBezTo>
                    <a:pt x="4666" y="41726"/>
                    <a:pt x="-575" y="35460"/>
                    <a:pt x="51" y="28358"/>
                  </a:cubicBezTo>
                  <a:cubicBezTo>
                    <a:pt x="676" y="21255"/>
                    <a:pt x="6930" y="16004"/>
                    <a:pt x="14020" y="16630"/>
                  </a:cubicBezTo>
                  <a:cubicBezTo>
                    <a:pt x="33824" y="18380"/>
                    <a:pt x="54996" y="19329"/>
                    <a:pt x="77011" y="19329"/>
                  </a:cubicBezTo>
                  <a:cubicBezTo>
                    <a:pt x="138536" y="19329"/>
                    <a:pt x="193076" y="11923"/>
                    <a:pt x="229478" y="586"/>
                  </a:cubicBezTo>
                  <a:cubicBezTo>
                    <a:pt x="236274" y="-1532"/>
                    <a:pt x="243497" y="2272"/>
                    <a:pt x="245610" y="908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13" name="Google Shape;1813;p5"/>
            <p:cNvSpPr/>
            <p:nvPr/>
          </p:nvSpPr>
          <p:spPr>
            <a:xfrm>
              <a:off x="8872997" y="3279649"/>
              <a:ext cx="246194" cy="45149"/>
            </a:xfrm>
            <a:custGeom>
              <a:rect b="b" l="l" r="r" t="t"/>
              <a:pathLst>
                <a:path extrusionOk="0" h="45149" w="246194">
                  <a:moveTo>
                    <a:pt x="245610" y="9081"/>
                  </a:moveTo>
                  <a:cubicBezTo>
                    <a:pt x="247724" y="15890"/>
                    <a:pt x="243926" y="23125"/>
                    <a:pt x="237130" y="25242"/>
                  </a:cubicBezTo>
                  <a:cubicBezTo>
                    <a:pt x="197481" y="37591"/>
                    <a:pt x="140178" y="45149"/>
                    <a:pt x="77011" y="45149"/>
                  </a:cubicBezTo>
                  <a:cubicBezTo>
                    <a:pt x="54267" y="45149"/>
                    <a:pt x="32338" y="44170"/>
                    <a:pt x="11756" y="42352"/>
                  </a:cubicBezTo>
                  <a:cubicBezTo>
                    <a:pt x="4666" y="41726"/>
                    <a:pt x="-575" y="35460"/>
                    <a:pt x="51" y="28357"/>
                  </a:cubicBezTo>
                  <a:cubicBezTo>
                    <a:pt x="676" y="21255"/>
                    <a:pt x="6930" y="16005"/>
                    <a:pt x="14020" y="16631"/>
                  </a:cubicBezTo>
                  <a:cubicBezTo>
                    <a:pt x="33824" y="18380"/>
                    <a:pt x="54996" y="19328"/>
                    <a:pt x="77011" y="19328"/>
                  </a:cubicBezTo>
                  <a:cubicBezTo>
                    <a:pt x="138536" y="19328"/>
                    <a:pt x="193076" y="11923"/>
                    <a:pt x="229478" y="585"/>
                  </a:cubicBezTo>
                  <a:cubicBezTo>
                    <a:pt x="236274" y="-1531"/>
                    <a:pt x="243497" y="2272"/>
                    <a:pt x="245610" y="908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14" name="Google Shape;1814;p5"/>
            <p:cNvSpPr/>
            <p:nvPr/>
          </p:nvSpPr>
          <p:spPr>
            <a:xfrm>
              <a:off x="8872997" y="3456868"/>
              <a:ext cx="246194" cy="45149"/>
            </a:xfrm>
            <a:custGeom>
              <a:rect b="b" l="l" r="r" t="t"/>
              <a:pathLst>
                <a:path extrusionOk="0" h="45149" w="246194">
                  <a:moveTo>
                    <a:pt x="245610" y="9081"/>
                  </a:moveTo>
                  <a:cubicBezTo>
                    <a:pt x="247724" y="15890"/>
                    <a:pt x="243926" y="23126"/>
                    <a:pt x="237130" y="25243"/>
                  </a:cubicBezTo>
                  <a:cubicBezTo>
                    <a:pt x="197481" y="37592"/>
                    <a:pt x="140178" y="45149"/>
                    <a:pt x="77011" y="45149"/>
                  </a:cubicBezTo>
                  <a:cubicBezTo>
                    <a:pt x="54267" y="45149"/>
                    <a:pt x="32338" y="44170"/>
                    <a:pt x="11756" y="42352"/>
                  </a:cubicBezTo>
                  <a:cubicBezTo>
                    <a:pt x="4666" y="41726"/>
                    <a:pt x="-575" y="35460"/>
                    <a:pt x="51" y="28357"/>
                  </a:cubicBezTo>
                  <a:cubicBezTo>
                    <a:pt x="676" y="21255"/>
                    <a:pt x="6930" y="16005"/>
                    <a:pt x="14020" y="16631"/>
                  </a:cubicBezTo>
                  <a:cubicBezTo>
                    <a:pt x="33824" y="18380"/>
                    <a:pt x="54996" y="19328"/>
                    <a:pt x="77011" y="19328"/>
                  </a:cubicBezTo>
                  <a:cubicBezTo>
                    <a:pt x="138536" y="19328"/>
                    <a:pt x="193076" y="11923"/>
                    <a:pt x="229478" y="585"/>
                  </a:cubicBezTo>
                  <a:cubicBezTo>
                    <a:pt x="236274" y="-1531"/>
                    <a:pt x="243497" y="2272"/>
                    <a:pt x="245610" y="908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15" name="Google Shape;1815;p5"/>
          <p:cNvSpPr/>
          <p:nvPr/>
        </p:nvSpPr>
        <p:spPr>
          <a:xfrm>
            <a:off x="7517667" y="3035520"/>
            <a:ext cx="571278" cy="506872"/>
          </a:xfrm>
          <a:custGeom>
            <a:rect b="b" l="l" r="r" t="t"/>
            <a:pathLst>
              <a:path extrusionOk="0" h="506872" w="571278">
                <a:moveTo>
                  <a:pt x="234988" y="3795"/>
                </a:moveTo>
                <a:cubicBezTo>
                  <a:pt x="229906" y="-1265"/>
                  <a:pt x="221668" y="-1265"/>
                  <a:pt x="216587" y="3795"/>
                </a:cubicBezTo>
                <a:cubicBezTo>
                  <a:pt x="211505" y="8855"/>
                  <a:pt x="211505" y="17058"/>
                  <a:pt x="216587" y="22118"/>
                </a:cubicBezTo>
                <a:lnTo>
                  <a:pt x="276447" y="81726"/>
                </a:lnTo>
                <a:lnTo>
                  <a:pt x="294849" y="81726"/>
                </a:lnTo>
                <a:lnTo>
                  <a:pt x="354709" y="22118"/>
                </a:lnTo>
                <a:cubicBezTo>
                  <a:pt x="359791" y="17058"/>
                  <a:pt x="359791" y="8855"/>
                  <a:pt x="354709" y="3795"/>
                </a:cubicBezTo>
                <a:cubicBezTo>
                  <a:pt x="349628" y="-1265"/>
                  <a:pt x="341389" y="-1265"/>
                  <a:pt x="336308" y="3795"/>
                </a:cubicBezTo>
                <a:lnTo>
                  <a:pt x="285648" y="54241"/>
                </a:lnTo>
                <a:lnTo>
                  <a:pt x="234988" y="3795"/>
                </a:lnTo>
                <a:close/>
                <a:moveTo>
                  <a:pt x="0" y="131808"/>
                </a:moveTo>
                <a:cubicBezTo>
                  <a:pt x="0" y="113919"/>
                  <a:pt x="14563" y="99416"/>
                  <a:pt x="32529" y="99416"/>
                </a:cubicBezTo>
                <a:lnTo>
                  <a:pt x="538750" y="99416"/>
                </a:lnTo>
                <a:cubicBezTo>
                  <a:pt x="556716" y="99416"/>
                  <a:pt x="571279" y="113919"/>
                  <a:pt x="571279" y="131808"/>
                </a:cubicBezTo>
                <a:lnTo>
                  <a:pt x="571279" y="474481"/>
                </a:lnTo>
                <a:cubicBezTo>
                  <a:pt x="571279" y="492370"/>
                  <a:pt x="556716" y="506873"/>
                  <a:pt x="538750" y="506873"/>
                </a:cubicBezTo>
                <a:lnTo>
                  <a:pt x="32529" y="506873"/>
                </a:lnTo>
                <a:cubicBezTo>
                  <a:pt x="14563" y="506873"/>
                  <a:pt x="0" y="492370"/>
                  <a:pt x="0" y="474481"/>
                </a:cubicBezTo>
                <a:lnTo>
                  <a:pt x="0" y="131808"/>
                </a:lnTo>
                <a:close/>
              </a:path>
            </a:pathLst>
          </a:custGeom>
          <a:solidFill>
            <a:srgbClr val="FC1C4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816" name="Google Shape;1816;p5"/>
          <p:cNvGrpSpPr/>
          <p:nvPr/>
        </p:nvGrpSpPr>
        <p:grpSpPr>
          <a:xfrm>
            <a:off x="6420070" y="2990200"/>
            <a:ext cx="485429" cy="635075"/>
            <a:chOff x="6420070" y="2990200"/>
            <a:chExt cx="485429" cy="635075"/>
          </a:xfrm>
        </p:grpSpPr>
        <p:sp>
          <p:nvSpPr>
            <p:cNvPr id="1817" name="Google Shape;1817;p5"/>
            <p:cNvSpPr/>
            <p:nvPr/>
          </p:nvSpPr>
          <p:spPr>
            <a:xfrm>
              <a:off x="6420070" y="2990200"/>
              <a:ext cx="485429" cy="635075"/>
            </a:xfrm>
            <a:custGeom>
              <a:rect b="b" l="l" r="r" t="t"/>
              <a:pathLst>
                <a:path extrusionOk="0" h="635075" w="485429">
                  <a:moveTo>
                    <a:pt x="32106" y="635075"/>
                  </a:moveTo>
                  <a:cubicBezTo>
                    <a:pt x="14374" y="635075"/>
                    <a:pt x="0" y="620561"/>
                    <a:pt x="0" y="602656"/>
                  </a:cubicBezTo>
                  <a:lnTo>
                    <a:pt x="0" y="32419"/>
                  </a:lnTo>
                  <a:cubicBezTo>
                    <a:pt x="0" y="14515"/>
                    <a:pt x="14374" y="0"/>
                    <a:pt x="32106" y="0"/>
                  </a:cubicBezTo>
                  <a:lnTo>
                    <a:pt x="453324" y="0"/>
                  </a:lnTo>
                  <a:cubicBezTo>
                    <a:pt x="471055" y="0"/>
                    <a:pt x="485430" y="14515"/>
                    <a:pt x="485430" y="32419"/>
                  </a:cubicBezTo>
                  <a:lnTo>
                    <a:pt x="485430" y="602656"/>
                  </a:lnTo>
                  <a:cubicBezTo>
                    <a:pt x="485430" y="620561"/>
                    <a:pt x="471055" y="635075"/>
                    <a:pt x="453324" y="635075"/>
                  </a:cubicBezTo>
                  <a:lnTo>
                    <a:pt x="32106" y="635075"/>
                  </a:lnTo>
                  <a:close/>
                </a:path>
              </a:pathLst>
            </a:custGeom>
            <a:solidFill>
              <a:srgbClr val="FC1C4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18" name="Google Shape;1818;p5"/>
            <p:cNvSpPr/>
            <p:nvPr/>
          </p:nvSpPr>
          <p:spPr>
            <a:xfrm>
              <a:off x="6608787" y="3549067"/>
              <a:ext cx="107976" cy="25935"/>
            </a:xfrm>
            <a:custGeom>
              <a:rect b="b" l="l" r="r" t="t"/>
              <a:pathLst>
                <a:path extrusionOk="0" h="25935" w="107976">
                  <a:moveTo>
                    <a:pt x="0" y="12968"/>
                  </a:moveTo>
                  <a:cubicBezTo>
                    <a:pt x="0" y="20130"/>
                    <a:pt x="5750" y="25935"/>
                    <a:pt x="12842" y="25935"/>
                  </a:cubicBezTo>
                  <a:lnTo>
                    <a:pt x="95134" y="25935"/>
                  </a:lnTo>
                  <a:cubicBezTo>
                    <a:pt x="102227" y="25935"/>
                    <a:pt x="107977" y="20130"/>
                    <a:pt x="107977" y="12968"/>
                  </a:cubicBezTo>
                  <a:cubicBezTo>
                    <a:pt x="107977" y="5806"/>
                    <a:pt x="102227" y="0"/>
                    <a:pt x="95134" y="0"/>
                  </a:cubicBezTo>
                  <a:lnTo>
                    <a:pt x="12842" y="0"/>
                  </a:lnTo>
                  <a:cubicBezTo>
                    <a:pt x="5750" y="0"/>
                    <a:pt x="0" y="5806"/>
                    <a:pt x="0" y="1296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819" name="Google Shape;1819;p5"/>
          <p:cNvGrpSpPr/>
          <p:nvPr/>
        </p:nvGrpSpPr>
        <p:grpSpPr>
          <a:xfrm>
            <a:off x="5339579" y="2990192"/>
            <a:ext cx="383570" cy="635075"/>
            <a:chOff x="5339579" y="2990192"/>
            <a:chExt cx="383570" cy="635075"/>
          </a:xfrm>
        </p:grpSpPr>
        <p:sp>
          <p:nvSpPr>
            <p:cNvPr id="1820" name="Google Shape;1820;p5"/>
            <p:cNvSpPr/>
            <p:nvPr/>
          </p:nvSpPr>
          <p:spPr>
            <a:xfrm>
              <a:off x="5339579" y="2990192"/>
              <a:ext cx="383570" cy="635075"/>
            </a:xfrm>
            <a:custGeom>
              <a:rect b="b" l="l" r="r" t="t"/>
              <a:pathLst>
                <a:path extrusionOk="0" h="635075" w="383570">
                  <a:moveTo>
                    <a:pt x="32529" y="0"/>
                  </a:moveTo>
                  <a:cubicBezTo>
                    <a:pt x="14564" y="0"/>
                    <a:pt x="0" y="14515"/>
                    <a:pt x="0" y="32419"/>
                  </a:cubicBezTo>
                  <a:lnTo>
                    <a:pt x="0" y="602656"/>
                  </a:lnTo>
                  <a:cubicBezTo>
                    <a:pt x="0" y="620561"/>
                    <a:pt x="14563" y="635075"/>
                    <a:pt x="32529" y="635075"/>
                  </a:cubicBezTo>
                  <a:lnTo>
                    <a:pt x="351042" y="635075"/>
                  </a:lnTo>
                  <a:cubicBezTo>
                    <a:pt x="369007" y="635075"/>
                    <a:pt x="383570" y="620561"/>
                    <a:pt x="383570" y="602656"/>
                  </a:cubicBezTo>
                  <a:lnTo>
                    <a:pt x="383570" y="32419"/>
                  </a:lnTo>
                  <a:cubicBezTo>
                    <a:pt x="383570" y="14514"/>
                    <a:pt x="369007" y="0"/>
                    <a:pt x="351042" y="0"/>
                  </a:cubicBezTo>
                  <a:lnTo>
                    <a:pt x="32529" y="0"/>
                  </a:lnTo>
                  <a:close/>
                </a:path>
              </a:pathLst>
            </a:custGeom>
            <a:solidFill>
              <a:srgbClr val="FC1C4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21" name="Google Shape;1821;p5"/>
            <p:cNvSpPr/>
            <p:nvPr/>
          </p:nvSpPr>
          <p:spPr>
            <a:xfrm>
              <a:off x="5510261" y="3061412"/>
              <a:ext cx="39034" cy="38902"/>
            </a:xfrm>
            <a:custGeom>
              <a:rect b="b" l="l" r="r" t="t"/>
              <a:pathLst>
                <a:path extrusionOk="0" h="38902" w="39034">
                  <a:moveTo>
                    <a:pt x="39034" y="19451"/>
                  </a:moveTo>
                  <a:cubicBezTo>
                    <a:pt x="39034" y="30194"/>
                    <a:pt x="30296" y="38903"/>
                    <a:pt x="19517" y="38903"/>
                  </a:cubicBezTo>
                  <a:cubicBezTo>
                    <a:pt x="8738" y="38903"/>
                    <a:pt x="0" y="30194"/>
                    <a:pt x="0" y="19451"/>
                  </a:cubicBezTo>
                  <a:cubicBezTo>
                    <a:pt x="0" y="8709"/>
                    <a:pt x="8738" y="0"/>
                    <a:pt x="19517" y="0"/>
                  </a:cubicBezTo>
                  <a:cubicBezTo>
                    <a:pt x="30296" y="0"/>
                    <a:pt x="39034" y="8709"/>
                    <a:pt x="39034" y="1945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822" name="Google Shape;1822;p5"/>
          <p:cNvGrpSpPr/>
          <p:nvPr/>
        </p:nvGrpSpPr>
        <p:grpSpPr>
          <a:xfrm>
            <a:off x="4196406" y="2990192"/>
            <a:ext cx="383569" cy="635075"/>
            <a:chOff x="4196406" y="2990192"/>
            <a:chExt cx="383569" cy="635075"/>
          </a:xfrm>
        </p:grpSpPr>
        <p:sp>
          <p:nvSpPr>
            <p:cNvPr id="1823" name="Google Shape;1823;p5"/>
            <p:cNvSpPr/>
            <p:nvPr/>
          </p:nvSpPr>
          <p:spPr>
            <a:xfrm>
              <a:off x="4196406" y="2990192"/>
              <a:ext cx="383569" cy="635075"/>
            </a:xfrm>
            <a:custGeom>
              <a:rect b="b" l="l" r="r" t="t"/>
              <a:pathLst>
                <a:path extrusionOk="0" h="635075" w="383569">
                  <a:moveTo>
                    <a:pt x="32529" y="0"/>
                  </a:moveTo>
                  <a:cubicBezTo>
                    <a:pt x="14563" y="0"/>
                    <a:pt x="0" y="14515"/>
                    <a:pt x="0" y="32419"/>
                  </a:cubicBezTo>
                  <a:lnTo>
                    <a:pt x="0" y="602656"/>
                  </a:lnTo>
                  <a:cubicBezTo>
                    <a:pt x="0" y="620561"/>
                    <a:pt x="14563" y="635075"/>
                    <a:pt x="32528" y="635075"/>
                  </a:cubicBezTo>
                  <a:lnTo>
                    <a:pt x="351041" y="635075"/>
                  </a:lnTo>
                  <a:cubicBezTo>
                    <a:pt x="369006" y="635075"/>
                    <a:pt x="383570" y="620561"/>
                    <a:pt x="383570" y="602656"/>
                  </a:cubicBezTo>
                  <a:lnTo>
                    <a:pt x="383570" y="32419"/>
                  </a:lnTo>
                  <a:cubicBezTo>
                    <a:pt x="383570" y="14514"/>
                    <a:pt x="369007" y="0"/>
                    <a:pt x="351041" y="0"/>
                  </a:cubicBezTo>
                  <a:lnTo>
                    <a:pt x="32529" y="0"/>
                  </a:lnTo>
                  <a:close/>
                </a:path>
              </a:pathLst>
            </a:custGeom>
            <a:solidFill>
              <a:srgbClr val="FC1C4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24" name="Google Shape;1824;p5"/>
            <p:cNvSpPr/>
            <p:nvPr/>
          </p:nvSpPr>
          <p:spPr>
            <a:xfrm>
              <a:off x="4333483" y="3067896"/>
              <a:ext cx="109397" cy="25935"/>
            </a:xfrm>
            <a:custGeom>
              <a:rect b="b" l="l" r="r" t="t"/>
              <a:pathLst>
                <a:path extrusionOk="0" h="25935" w="109397">
                  <a:moveTo>
                    <a:pt x="0" y="12968"/>
                  </a:moveTo>
                  <a:cubicBezTo>
                    <a:pt x="0" y="5806"/>
                    <a:pt x="5825" y="0"/>
                    <a:pt x="13011" y="0"/>
                  </a:cubicBezTo>
                  <a:lnTo>
                    <a:pt x="96386" y="0"/>
                  </a:lnTo>
                  <a:cubicBezTo>
                    <a:pt x="103572" y="0"/>
                    <a:pt x="109397" y="5806"/>
                    <a:pt x="109397" y="12968"/>
                  </a:cubicBezTo>
                  <a:cubicBezTo>
                    <a:pt x="109397" y="20130"/>
                    <a:pt x="103572" y="25935"/>
                    <a:pt x="96386" y="25935"/>
                  </a:cubicBezTo>
                  <a:lnTo>
                    <a:pt x="13011" y="25935"/>
                  </a:lnTo>
                  <a:cubicBezTo>
                    <a:pt x="5825" y="25935"/>
                    <a:pt x="0" y="20130"/>
                    <a:pt x="0" y="1296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825" name="Google Shape;1825;p5"/>
          <p:cNvGrpSpPr/>
          <p:nvPr/>
        </p:nvGrpSpPr>
        <p:grpSpPr>
          <a:xfrm>
            <a:off x="2935589" y="3088034"/>
            <a:ext cx="630180" cy="439453"/>
            <a:chOff x="2935589" y="3088034"/>
            <a:chExt cx="630180" cy="439453"/>
          </a:xfrm>
        </p:grpSpPr>
        <p:sp>
          <p:nvSpPr>
            <p:cNvPr id="1826" name="Google Shape;1826;p5"/>
            <p:cNvSpPr/>
            <p:nvPr/>
          </p:nvSpPr>
          <p:spPr>
            <a:xfrm>
              <a:off x="2935589" y="3088034"/>
              <a:ext cx="630180" cy="439453"/>
            </a:xfrm>
            <a:custGeom>
              <a:rect b="b" l="l" r="r" t="t"/>
              <a:pathLst>
                <a:path extrusionOk="0" h="439453" w="630180">
                  <a:moveTo>
                    <a:pt x="32307" y="0"/>
                  </a:moveTo>
                  <a:cubicBezTo>
                    <a:pt x="14464" y="0"/>
                    <a:pt x="0" y="14352"/>
                    <a:pt x="0" y="32057"/>
                  </a:cubicBezTo>
                  <a:lnTo>
                    <a:pt x="0" y="407396"/>
                  </a:lnTo>
                  <a:cubicBezTo>
                    <a:pt x="0" y="425101"/>
                    <a:pt x="14464" y="439453"/>
                    <a:pt x="32307" y="439453"/>
                  </a:cubicBezTo>
                  <a:lnTo>
                    <a:pt x="597873" y="439453"/>
                  </a:lnTo>
                  <a:cubicBezTo>
                    <a:pt x="615716" y="439453"/>
                    <a:pt x="630181" y="425101"/>
                    <a:pt x="630181" y="407396"/>
                  </a:cubicBezTo>
                  <a:lnTo>
                    <a:pt x="630181" y="32057"/>
                  </a:lnTo>
                  <a:cubicBezTo>
                    <a:pt x="630181" y="14352"/>
                    <a:pt x="615716" y="0"/>
                    <a:pt x="597873" y="0"/>
                  </a:cubicBezTo>
                  <a:lnTo>
                    <a:pt x="32307" y="0"/>
                  </a:lnTo>
                  <a:close/>
                </a:path>
              </a:pathLst>
            </a:custGeom>
            <a:solidFill>
              <a:srgbClr val="FC1C4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27" name="Google Shape;1827;p5"/>
            <p:cNvSpPr/>
            <p:nvPr/>
          </p:nvSpPr>
          <p:spPr>
            <a:xfrm>
              <a:off x="3010261" y="3165673"/>
              <a:ext cx="484986" cy="25645"/>
            </a:xfrm>
            <a:custGeom>
              <a:rect b="b" l="l" r="r" t="t"/>
              <a:pathLst>
                <a:path extrusionOk="0" h="25645" w="484986">
                  <a:moveTo>
                    <a:pt x="0" y="12823"/>
                  </a:moveTo>
                  <a:cubicBezTo>
                    <a:pt x="0" y="5741"/>
                    <a:pt x="5786" y="0"/>
                    <a:pt x="12923" y="0"/>
                  </a:cubicBezTo>
                  <a:lnTo>
                    <a:pt x="472064" y="0"/>
                  </a:lnTo>
                  <a:cubicBezTo>
                    <a:pt x="479201" y="0"/>
                    <a:pt x="484987" y="5741"/>
                    <a:pt x="484987" y="12823"/>
                  </a:cubicBezTo>
                  <a:cubicBezTo>
                    <a:pt x="484987" y="19904"/>
                    <a:pt x="479201" y="25646"/>
                    <a:pt x="472064" y="25646"/>
                  </a:cubicBezTo>
                  <a:lnTo>
                    <a:pt x="12923" y="25646"/>
                  </a:lnTo>
                  <a:cubicBezTo>
                    <a:pt x="5786" y="25646"/>
                    <a:pt x="0" y="19904"/>
                    <a:pt x="0" y="1282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828" name="Google Shape;1828;p5"/>
          <p:cNvGrpSpPr/>
          <p:nvPr/>
        </p:nvGrpSpPr>
        <p:grpSpPr>
          <a:xfrm>
            <a:off x="1795592" y="3088034"/>
            <a:ext cx="629924" cy="439456"/>
            <a:chOff x="1795592" y="3088034"/>
            <a:chExt cx="629924" cy="439456"/>
          </a:xfrm>
        </p:grpSpPr>
        <p:sp>
          <p:nvSpPr>
            <p:cNvPr id="1829" name="Google Shape;1829;p5"/>
            <p:cNvSpPr/>
            <p:nvPr/>
          </p:nvSpPr>
          <p:spPr>
            <a:xfrm>
              <a:off x="1839292" y="3088034"/>
              <a:ext cx="542522" cy="367295"/>
            </a:xfrm>
            <a:custGeom>
              <a:rect b="b" l="l" r="r" t="t"/>
              <a:pathLst>
                <a:path extrusionOk="0" h="367295" w="542522">
                  <a:moveTo>
                    <a:pt x="0" y="32057"/>
                  </a:moveTo>
                  <a:cubicBezTo>
                    <a:pt x="0" y="14352"/>
                    <a:pt x="14464" y="0"/>
                    <a:pt x="32307" y="0"/>
                  </a:cubicBezTo>
                  <a:lnTo>
                    <a:pt x="510216" y="0"/>
                  </a:lnTo>
                  <a:cubicBezTo>
                    <a:pt x="528059" y="0"/>
                    <a:pt x="542523" y="14352"/>
                    <a:pt x="542523" y="32057"/>
                  </a:cubicBezTo>
                  <a:lnTo>
                    <a:pt x="542523" y="335238"/>
                  </a:lnTo>
                  <a:cubicBezTo>
                    <a:pt x="542523" y="352943"/>
                    <a:pt x="528059" y="367295"/>
                    <a:pt x="510215" y="367295"/>
                  </a:cubicBezTo>
                  <a:lnTo>
                    <a:pt x="32307" y="367295"/>
                  </a:lnTo>
                  <a:cubicBezTo>
                    <a:pt x="14464" y="367295"/>
                    <a:pt x="0" y="352943"/>
                    <a:pt x="0" y="335238"/>
                  </a:cubicBezTo>
                  <a:lnTo>
                    <a:pt x="0" y="3205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30" name="Google Shape;1830;p5"/>
            <p:cNvSpPr/>
            <p:nvPr/>
          </p:nvSpPr>
          <p:spPr>
            <a:xfrm>
              <a:off x="1795592" y="3088034"/>
              <a:ext cx="629924" cy="439456"/>
            </a:xfrm>
            <a:custGeom>
              <a:rect b="b" l="l" r="r" t="t"/>
              <a:pathLst>
                <a:path extrusionOk="0" h="439456" w="629924">
                  <a:moveTo>
                    <a:pt x="76007" y="25646"/>
                  </a:moveTo>
                  <a:lnTo>
                    <a:pt x="553916" y="25646"/>
                  </a:lnTo>
                  <a:cubicBezTo>
                    <a:pt x="557484" y="25646"/>
                    <a:pt x="560377" y="28516"/>
                    <a:pt x="560377" y="32057"/>
                  </a:cubicBezTo>
                  <a:lnTo>
                    <a:pt x="560377" y="333708"/>
                  </a:lnTo>
                  <a:lnTo>
                    <a:pt x="69546" y="333708"/>
                  </a:lnTo>
                  <a:lnTo>
                    <a:pt x="69546" y="32057"/>
                  </a:lnTo>
                  <a:cubicBezTo>
                    <a:pt x="69546" y="28516"/>
                    <a:pt x="72439" y="25646"/>
                    <a:pt x="76007" y="25646"/>
                  </a:cubicBezTo>
                  <a:close/>
                  <a:moveTo>
                    <a:pt x="43700" y="333708"/>
                  </a:moveTo>
                  <a:lnTo>
                    <a:pt x="43700" y="32057"/>
                  </a:lnTo>
                  <a:cubicBezTo>
                    <a:pt x="43700" y="14352"/>
                    <a:pt x="58164" y="0"/>
                    <a:pt x="76007" y="0"/>
                  </a:cubicBezTo>
                  <a:lnTo>
                    <a:pt x="553916" y="0"/>
                  </a:lnTo>
                  <a:cubicBezTo>
                    <a:pt x="571759" y="0"/>
                    <a:pt x="586223" y="14352"/>
                    <a:pt x="586223" y="32057"/>
                  </a:cubicBezTo>
                  <a:lnTo>
                    <a:pt x="586223" y="333708"/>
                  </a:lnTo>
                  <a:lnTo>
                    <a:pt x="604079" y="333708"/>
                  </a:lnTo>
                  <a:cubicBezTo>
                    <a:pt x="618353" y="333708"/>
                    <a:pt x="629925" y="345190"/>
                    <a:pt x="629925" y="359354"/>
                  </a:cubicBezTo>
                  <a:lnTo>
                    <a:pt x="629925" y="413811"/>
                  </a:lnTo>
                  <a:cubicBezTo>
                    <a:pt x="629925" y="427974"/>
                    <a:pt x="618353" y="439456"/>
                    <a:pt x="604079" y="439456"/>
                  </a:cubicBezTo>
                  <a:lnTo>
                    <a:pt x="25846" y="439456"/>
                  </a:lnTo>
                  <a:cubicBezTo>
                    <a:pt x="11572" y="439456"/>
                    <a:pt x="0" y="427974"/>
                    <a:pt x="0" y="413811"/>
                  </a:cubicBezTo>
                  <a:lnTo>
                    <a:pt x="0" y="359354"/>
                  </a:lnTo>
                  <a:cubicBezTo>
                    <a:pt x="0" y="345189"/>
                    <a:pt x="11572" y="333708"/>
                    <a:pt x="25846" y="333708"/>
                  </a:cubicBezTo>
                  <a:lnTo>
                    <a:pt x="43700" y="333708"/>
                  </a:lnTo>
                  <a:close/>
                </a:path>
              </a:pathLst>
            </a:custGeom>
            <a:solidFill>
              <a:srgbClr val="FC1C4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31" name="Google Shape;1831;p5"/>
            <p:cNvSpPr/>
            <p:nvPr/>
          </p:nvSpPr>
          <p:spPr>
            <a:xfrm>
              <a:off x="1914218" y="3166048"/>
              <a:ext cx="83541" cy="25645"/>
            </a:xfrm>
            <a:custGeom>
              <a:rect b="b" l="l" r="r" t="t"/>
              <a:pathLst>
                <a:path extrusionOk="0" h="25645" w="83541">
                  <a:moveTo>
                    <a:pt x="0" y="12823"/>
                  </a:moveTo>
                  <a:cubicBezTo>
                    <a:pt x="0" y="5741"/>
                    <a:pt x="5786" y="0"/>
                    <a:pt x="12923" y="0"/>
                  </a:cubicBezTo>
                  <a:lnTo>
                    <a:pt x="70618" y="0"/>
                  </a:lnTo>
                  <a:cubicBezTo>
                    <a:pt x="77756" y="0"/>
                    <a:pt x="83541" y="5741"/>
                    <a:pt x="83541" y="12823"/>
                  </a:cubicBezTo>
                  <a:cubicBezTo>
                    <a:pt x="83541" y="19904"/>
                    <a:pt x="77756" y="25646"/>
                    <a:pt x="70618" y="25646"/>
                  </a:cubicBezTo>
                  <a:lnTo>
                    <a:pt x="12923" y="25646"/>
                  </a:lnTo>
                  <a:cubicBezTo>
                    <a:pt x="5786" y="25646"/>
                    <a:pt x="0" y="19904"/>
                    <a:pt x="0" y="12823"/>
                  </a:cubicBezTo>
                  <a:close/>
                </a:path>
              </a:pathLst>
            </a:custGeom>
            <a:solidFill>
              <a:srgbClr val="FC1C4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832" name="Google Shape;1832;p5"/>
          <p:cNvGrpSpPr/>
          <p:nvPr/>
        </p:nvGrpSpPr>
        <p:grpSpPr>
          <a:xfrm>
            <a:off x="694407" y="3088034"/>
            <a:ext cx="514914" cy="467002"/>
            <a:chOff x="694407" y="3088034"/>
            <a:chExt cx="514914" cy="467002"/>
          </a:xfrm>
        </p:grpSpPr>
        <p:sp>
          <p:nvSpPr>
            <p:cNvPr id="1833" name="Google Shape;1833;p5"/>
            <p:cNvSpPr/>
            <p:nvPr/>
          </p:nvSpPr>
          <p:spPr>
            <a:xfrm>
              <a:off x="694407" y="3088034"/>
              <a:ext cx="514914" cy="380758"/>
            </a:xfrm>
            <a:custGeom>
              <a:rect b="b" l="l" r="r" t="t"/>
              <a:pathLst>
                <a:path extrusionOk="0" h="380758" w="514914">
                  <a:moveTo>
                    <a:pt x="37389" y="0"/>
                  </a:moveTo>
                  <a:cubicBezTo>
                    <a:pt x="16740" y="0"/>
                    <a:pt x="0" y="16703"/>
                    <a:pt x="0" y="37308"/>
                  </a:cubicBezTo>
                  <a:lnTo>
                    <a:pt x="0" y="343451"/>
                  </a:lnTo>
                  <a:cubicBezTo>
                    <a:pt x="0" y="364055"/>
                    <a:pt x="16740" y="380758"/>
                    <a:pt x="37389" y="380758"/>
                  </a:cubicBezTo>
                  <a:lnTo>
                    <a:pt x="477526" y="380758"/>
                  </a:lnTo>
                  <a:cubicBezTo>
                    <a:pt x="498175" y="380758"/>
                    <a:pt x="514914" y="364055"/>
                    <a:pt x="514914" y="343451"/>
                  </a:cubicBezTo>
                  <a:lnTo>
                    <a:pt x="514914" y="37308"/>
                  </a:lnTo>
                  <a:cubicBezTo>
                    <a:pt x="514914" y="16703"/>
                    <a:pt x="498175" y="0"/>
                    <a:pt x="477526" y="0"/>
                  </a:cubicBezTo>
                  <a:lnTo>
                    <a:pt x="37389" y="0"/>
                  </a:lnTo>
                  <a:close/>
                </a:path>
              </a:pathLst>
            </a:custGeom>
            <a:solidFill>
              <a:srgbClr val="FC1C4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34" name="Google Shape;1834;p5"/>
            <p:cNvSpPr/>
            <p:nvPr/>
          </p:nvSpPr>
          <p:spPr>
            <a:xfrm>
              <a:off x="835169" y="3529391"/>
              <a:ext cx="233399" cy="25645"/>
            </a:xfrm>
            <a:custGeom>
              <a:rect b="b" l="l" r="r" t="t"/>
              <a:pathLst>
                <a:path extrusionOk="0" h="25645" w="233399">
                  <a:moveTo>
                    <a:pt x="0" y="12823"/>
                  </a:moveTo>
                  <a:cubicBezTo>
                    <a:pt x="0" y="5741"/>
                    <a:pt x="5753" y="0"/>
                    <a:pt x="12851" y="0"/>
                  </a:cubicBezTo>
                  <a:lnTo>
                    <a:pt x="220549" y="0"/>
                  </a:lnTo>
                  <a:cubicBezTo>
                    <a:pt x="227646" y="0"/>
                    <a:pt x="233399" y="5741"/>
                    <a:pt x="233399" y="12823"/>
                  </a:cubicBezTo>
                  <a:cubicBezTo>
                    <a:pt x="233399" y="19904"/>
                    <a:pt x="227646" y="25646"/>
                    <a:pt x="220549" y="25646"/>
                  </a:cubicBezTo>
                  <a:lnTo>
                    <a:pt x="12851" y="25646"/>
                  </a:lnTo>
                  <a:cubicBezTo>
                    <a:pt x="5753" y="25646"/>
                    <a:pt x="0" y="19904"/>
                    <a:pt x="0" y="12823"/>
                  </a:cubicBezTo>
                  <a:close/>
                </a:path>
              </a:pathLst>
            </a:custGeom>
            <a:solidFill>
              <a:srgbClr val="FC1C4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35" name="Google Shape;1835;p5"/>
            <p:cNvSpPr/>
            <p:nvPr/>
          </p:nvSpPr>
          <p:spPr>
            <a:xfrm>
              <a:off x="757795" y="3166048"/>
              <a:ext cx="83075" cy="25645"/>
            </a:xfrm>
            <a:custGeom>
              <a:rect b="b" l="l" r="r" t="t"/>
              <a:pathLst>
                <a:path extrusionOk="0" h="25645" w="83075">
                  <a:moveTo>
                    <a:pt x="0" y="12823"/>
                  </a:moveTo>
                  <a:cubicBezTo>
                    <a:pt x="0" y="5741"/>
                    <a:pt x="5753" y="0"/>
                    <a:pt x="12851" y="0"/>
                  </a:cubicBezTo>
                  <a:lnTo>
                    <a:pt x="70224" y="0"/>
                  </a:lnTo>
                  <a:cubicBezTo>
                    <a:pt x="77322" y="0"/>
                    <a:pt x="83075" y="5741"/>
                    <a:pt x="83075" y="12823"/>
                  </a:cubicBezTo>
                  <a:cubicBezTo>
                    <a:pt x="83075" y="19904"/>
                    <a:pt x="77322" y="25646"/>
                    <a:pt x="70224" y="25646"/>
                  </a:cubicBezTo>
                  <a:lnTo>
                    <a:pt x="12851" y="25646"/>
                  </a:lnTo>
                  <a:cubicBezTo>
                    <a:pt x="5753" y="25646"/>
                    <a:pt x="0" y="19904"/>
                    <a:pt x="0" y="1282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836" name="Google Shape;1836;p5"/>
          <p:cNvGrpSpPr/>
          <p:nvPr/>
        </p:nvGrpSpPr>
        <p:grpSpPr>
          <a:xfrm>
            <a:off x="682640" y="4412040"/>
            <a:ext cx="538448" cy="538449"/>
            <a:chOff x="682640" y="4412040"/>
            <a:chExt cx="538448" cy="538449"/>
          </a:xfrm>
        </p:grpSpPr>
        <p:sp>
          <p:nvSpPr>
            <p:cNvPr id="1837" name="Google Shape;1837;p5"/>
            <p:cNvSpPr/>
            <p:nvPr/>
          </p:nvSpPr>
          <p:spPr>
            <a:xfrm>
              <a:off x="682640" y="4412040"/>
              <a:ext cx="538448" cy="538449"/>
            </a:xfrm>
            <a:custGeom>
              <a:rect b="b" l="l" r="r" t="t"/>
              <a:pathLst>
                <a:path extrusionOk="0" h="538449" w="538448">
                  <a:moveTo>
                    <a:pt x="269224" y="538449"/>
                  </a:moveTo>
                  <a:cubicBezTo>
                    <a:pt x="417913" y="538449"/>
                    <a:pt x="538449" y="417913"/>
                    <a:pt x="538449" y="269225"/>
                  </a:cubicBezTo>
                  <a:cubicBezTo>
                    <a:pt x="538449" y="120536"/>
                    <a:pt x="417913" y="0"/>
                    <a:pt x="269224" y="0"/>
                  </a:cubicBezTo>
                  <a:cubicBezTo>
                    <a:pt x="120536" y="0"/>
                    <a:pt x="0" y="120536"/>
                    <a:pt x="0" y="269225"/>
                  </a:cubicBezTo>
                  <a:cubicBezTo>
                    <a:pt x="0" y="417913"/>
                    <a:pt x="120536" y="538449"/>
                    <a:pt x="269224" y="538449"/>
                  </a:cubicBezTo>
                  <a:close/>
                </a:path>
              </a:pathLst>
            </a:custGeom>
            <a:solidFill>
              <a:srgbClr val="FC1C4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38" name="Google Shape;1838;p5"/>
            <p:cNvSpPr/>
            <p:nvPr/>
          </p:nvSpPr>
          <p:spPr>
            <a:xfrm>
              <a:off x="879166" y="4748730"/>
              <a:ext cx="145389" cy="46758"/>
            </a:xfrm>
            <a:custGeom>
              <a:rect b="b" l="l" r="r" t="t"/>
              <a:pathLst>
                <a:path extrusionOk="0" h="46758" w="145389">
                  <a:moveTo>
                    <a:pt x="2831" y="4811"/>
                  </a:moveTo>
                  <a:cubicBezTo>
                    <a:pt x="7275" y="-728"/>
                    <a:pt x="15368" y="-1614"/>
                    <a:pt x="20907" y="2831"/>
                  </a:cubicBezTo>
                  <a:cubicBezTo>
                    <a:pt x="51163" y="27112"/>
                    <a:pt x="94226" y="27112"/>
                    <a:pt x="124483" y="2831"/>
                  </a:cubicBezTo>
                  <a:cubicBezTo>
                    <a:pt x="130022" y="-1614"/>
                    <a:pt x="138115" y="-728"/>
                    <a:pt x="142559" y="4811"/>
                  </a:cubicBezTo>
                  <a:cubicBezTo>
                    <a:pt x="147004" y="10350"/>
                    <a:pt x="146118" y="18443"/>
                    <a:pt x="140579" y="22887"/>
                  </a:cubicBezTo>
                  <a:cubicBezTo>
                    <a:pt x="100919" y="54715"/>
                    <a:pt x="44471" y="54715"/>
                    <a:pt x="4811" y="22887"/>
                  </a:cubicBezTo>
                  <a:cubicBezTo>
                    <a:pt x="-728" y="18443"/>
                    <a:pt x="-1614" y="10350"/>
                    <a:pt x="2831" y="481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39" name="Google Shape;1839;p5"/>
            <p:cNvSpPr/>
            <p:nvPr/>
          </p:nvSpPr>
          <p:spPr>
            <a:xfrm>
              <a:off x="862940" y="4628943"/>
              <a:ext cx="49576" cy="49576"/>
            </a:xfrm>
            <a:custGeom>
              <a:rect b="b" l="l" r="r" t="t"/>
              <a:pathLst>
                <a:path extrusionOk="0" h="49576" w="49576">
                  <a:moveTo>
                    <a:pt x="49577" y="24788"/>
                  </a:moveTo>
                  <a:cubicBezTo>
                    <a:pt x="49577" y="38479"/>
                    <a:pt x="38479" y="49577"/>
                    <a:pt x="24788" y="49577"/>
                  </a:cubicBezTo>
                  <a:cubicBezTo>
                    <a:pt x="11098" y="49577"/>
                    <a:pt x="0" y="38479"/>
                    <a:pt x="0" y="24788"/>
                  </a:cubicBezTo>
                  <a:cubicBezTo>
                    <a:pt x="0" y="11098"/>
                    <a:pt x="11098" y="0"/>
                    <a:pt x="24788" y="0"/>
                  </a:cubicBezTo>
                  <a:cubicBezTo>
                    <a:pt x="38479" y="0"/>
                    <a:pt x="49577" y="11098"/>
                    <a:pt x="49577" y="2478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40" name="Google Shape;1840;p5"/>
            <p:cNvSpPr/>
            <p:nvPr/>
          </p:nvSpPr>
          <p:spPr>
            <a:xfrm>
              <a:off x="986902" y="4628943"/>
              <a:ext cx="49576" cy="49576"/>
            </a:xfrm>
            <a:custGeom>
              <a:rect b="b" l="l" r="r" t="t"/>
              <a:pathLst>
                <a:path extrusionOk="0" h="49576" w="49576">
                  <a:moveTo>
                    <a:pt x="49577" y="24788"/>
                  </a:moveTo>
                  <a:cubicBezTo>
                    <a:pt x="49577" y="38479"/>
                    <a:pt x="38479" y="49577"/>
                    <a:pt x="24788" y="49577"/>
                  </a:cubicBezTo>
                  <a:cubicBezTo>
                    <a:pt x="11098" y="49577"/>
                    <a:pt x="0" y="38479"/>
                    <a:pt x="0" y="24788"/>
                  </a:cubicBezTo>
                  <a:cubicBezTo>
                    <a:pt x="0" y="11098"/>
                    <a:pt x="11098" y="0"/>
                    <a:pt x="24788" y="0"/>
                  </a:cubicBezTo>
                  <a:cubicBezTo>
                    <a:pt x="38479" y="0"/>
                    <a:pt x="49577" y="11098"/>
                    <a:pt x="49577" y="2478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841" name="Google Shape;1841;p5"/>
          <p:cNvGrpSpPr/>
          <p:nvPr/>
        </p:nvGrpSpPr>
        <p:grpSpPr>
          <a:xfrm>
            <a:off x="1826467" y="4412040"/>
            <a:ext cx="538436" cy="538436"/>
            <a:chOff x="1826467" y="4412040"/>
            <a:chExt cx="538436" cy="538436"/>
          </a:xfrm>
        </p:grpSpPr>
        <p:sp>
          <p:nvSpPr>
            <p:cNvPr id="1842" name="Google Shape;1842;p5"/>
            <p:cNvSpPr/>
            <p:nvPr/>
          </p:nvSpPr>
          <p:spPr>
            <a:xfrm>
              <a:off x="1826467" y="4412040"/>
              <a:ext cx="538436" cy="538436"/>
            </a:xfrm>
            <a:custGeom>
              <a:rect b="b" l="l" r="r" t="t"/>
              <a:pathLst>
                <a:path extrusionOk="0" h="538436" w="538436">
                  <a:moveTo>
                    <a:pt x="269218" y="538436"/>
                  </a:moveTo>
                  <a:cubicBezTo>
                    <a:pt x="120533" y="538436"/>
                    <a:pt x="0" y="417903"/>
                    <a:pt x="0" y="269218"/>
                  </a:cubicBezTo>
                  <a:cubicBezTo>
                    <a:pt x="0" y="120533"/>
                    <a:pt x="120533" y="0"/>
                    <a:pt x="269218" y="0"/>
                  </a:cubicBezTo>
                  <a:cubicBezTo>
                    <a:pt x="417904" y="0"/>
                    <a:pt x="538436" y="120533"/>
                    <a:pt x="538436" y="269218"/>
                  </a:cubicBezTo>
                  <a:cubicBezTo>
                    <a:pt x="538436" y="417903"/>
                    <a:pt x="417904" y="538436"/>
                    <a:pt x="269218" y="538436"/>
                  </a:cubicBezTo>
                  <a:close/>
                </a:path>
              </a:pathLst>
            </a:custGeom>
            <a:solidFill>
              <a:srgbClr val="FC1C4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43" name="Google Shape;1843;p5"/>
            <p:cNvSpPr/>
            <p:nvPr/>
          </p:nvSpPr>
          <p:spPr>
            <a:xfrm>
              <a:off x="2008898" y="4628902"/>
              <a:ext cx="49575" cy="49575"/>
            </a:xfrm>
            <a:custGeom>
              <a:rect b="b" l="l" r="r" t="t"/>
              <a:pathLst>
                <a:path extrusionOk="0" h="49575" w="49575">
                  <a:moveTo>
                    <a:pt x="49576" y="24788"/>
                  </a:moveTo>
                  <a:cubicBezTo>
                    <a:pt x="49576" y="38478"/>
                    <a:pt x="38478" y="49576"/>
                    <a:pt x="24788" y="49576"/>
                  </a:cubicBezTo>
                  <a:cubicBezTo>
                    <a:pt x="11098" y="49576"/>
                    <a:pt x="0" y="38478"/>
                    <a:pt x="0" y="24788"/>
                  </a:cubicBezTo>
                  <a:cubicBezTo>
                    <a:pt x="0" y="11098"/>
                    <a:pt x="11098" y="0"/>
                    <a:pt x="24788" y="0"/>
                  </a:cubicBezTo>
                  <a:cubicBezTo>
                    <a:pt x="38478" y="0"/>
                    <a:pt x="49576" y="11098"/>
                    <a:pt x="49576" y="2478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44" name="Google Shape;1844;p5"/>
            <p:cNvSpPr/>
            <p:nvPr/>
          </p:nvSpPr>
          <p:spPr>
            <a:xfrm>
              <a:off x="2132872" y="4628902"/>
              <a:ext cx="49575" cy="49575"/>
            </a:xfrm>
            <a:custGeom>
              <a:rect b="b" l="l" r="r" t="t"/>
              <a:pathLst>
                <a:path extrusionOk="0" h="49575" w="49575">
                  <a:moveTo>
                    <a:pt x="49576" y="24788"/>
                  </a:moveTo>
                  <a:cubicBezTo>
                    <a:pt x="49576" y="38478"/>
                    <a:pt x="38478" y="49576"/>
                    <a:pt x="24788" y="49576"/>
                  </a:cubicBezTo>
                  <a:cubicBezTo>
                    <a:pt x="11098" y="49576"/>
                    <a:pt x="0" y="38478"/>
                    <a:pt x="0" y="24788"/>
                  </a:cubicBezTo>
                  <a:cubicBezTo>
                    <a:pt x="0" y="11098"/>
                    <a:pt x="11098" y="0"/>
                    <a:pt x="24788" y="0"/>
                  </a:cubicBezTo>
                  <a:cubicBezTo>
                    <a:pt x="38478" y="0"/>
                    <a:pt x="49576" y="11098"/>
                    <a:pt x="49576" y="2478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45" name="Google Shape;1845;p5"/>
            <p:cNvSpPr/>
            <p:nvPr/>
          </p:nvSpPr>
          <p:spPr>
            <a:xfrm>
              <a:off x="2037113" y="4694655"/>
              <a:ext cx="117134" cy="102663"/>
            </a:xfrm>
            <a:custGeom>
              <a:rect b="b" l="l" r="r" t="t"/>
              <a:pathLst>
                <a:path extrusionOk="0" h="102663" w="117134">
                  <a:moveTo>
                    <a:pt x="27480" y="31161"/>
                  </a:moveTo>
                  <a:cubicBezTo>
                    <a:pt x="26715" y="32436"/>
                    <a:pt x="25717" y="35076"/>
                    <a:pt x="25717" y="40367"/>
                  </a:cubicBezTo>
                  <a:cubicBezTo>
                    <a:pt x="25717" y="61538"/>
                    <a:pt x="41356" y="76947"/>
                    <a:pt x="58567" y="76947"/>
                  </a:cubicBezTo>
                  <a:cubicBezTo>
                    <a:pt x="75779" y="76947"/>
                    <a:pt x="91418" y="61538"/>
                    <a:pt x="91418" y="40367"/>
                  </a:cubicBezTo>
                  <a:cubicBezTo>
                    <a:pt x="91418" y="35076"/>
                    <a:pt x="90419" y="32436"/>
                    <a:pt x="89655" y="31161"/>
                  </a:cubicBezTo>
                  <a:cubicBezTo>
                    <a:pt x="88996" y="30063"/>
                    <a:pt x="88007" y="29108"/>
                    <a:pt x="85921" y="28234"/>
                  </a:cubicBezTo>
                  <a:cubicBezTo>
                    <a:pt x="83586" y="27256"/>
                    <a:pt x="80198" y="26531"/>
                    <a:pt x="75314" y="26133"/>
                  </a:cubicBezTo>
                  <a:cubicBezTo>
                    <a:pt x="70459" y="25737"/>
                    <a:pt x="64980" y="25717"/>
                    <a:pt x="58567" y="25717"/>
                  </a:cubicBezTo>
                  <a:cubicBezTo>
                    <a:pt x="52155" y="25717"/>
                    <a:pt x="46676" y="25737"/>
                    <a:pt x="41820" y="26133"/>
                  </a:cubicBezTo>
                  <a:cubicBezTo>
                    <a:pt x="36936" y="26531"/>
                    <a:pt x="33548" y="27256"/>
                    <a:pt x="31214" y="28234"/>
                  </a:cubicBezTo>
                  <a:cubicBezTo>
                    <a:pt x="29127" y="29108"/>
                    <a:pt x="28138" y="30063"/>
                    <a:pt x="27480" y="31161"/>
                  </a:cubicBezTo>
                  <a:close/>
                  <a:moveTo>
                    <a:pt x="39730" y="501"/>
                  </a:moveTo>
                  <a:cubicBezTo>
                    <a:pt x="45812" y="6"/>
                    <a:pt x="52357" y="0"/>
                    <a:pt x="58567" y="0"/>
                  </a:cubicBezTo>
                  <a:cubicBezTo>
                    <a:pt x="64777" y="0"/>
                    <a:pt x="71323" y="6"/>
                    <a:pt x="77404" y="501"/>
                  </a:cubicBezTo>
                  <a:cubicBezTo>
                    <a:pt x="83456" y="995"/>
                    <a:pt x="89918" y="2027"/>
                    <a:pt x="95855" y="4514"/>
                  </a:cubicBezTo>
                  <a:cubicBezTo>
                    <a:pt x="102041" y="7104"/>
                    <a:pt x="107745" y="11320"/>
                    <a:pt x="111713" y="17939"/>
                  </a:cubicBezTo>
                  <a:cubicBezTo>
                    <a:pt x="115574" y="24382"/>
                    <a:pt x="117134" y="32007"/>
                    <a:pt x="117134" y="40367"/>
                  </a:cubicBezTo>
                  <a:cubicBezTo>
                    <a:pt x="117134" y="73804"/>
                    <a:pt x="91844" y="102663"/>
                    <a:pt x="58567" y="102663"/>
                  </a:cubicBezTo>
                  <a:cubicBezTo>
                    <a:pt x="25290" y="102663"/>
                    <a:pt x="0" y="73804"/>
                    <a:pt x="0" y="40367"/>
                  </a:cubicBezTo>
                  <a:cubicBezTo>
                    <a:pt x="0" y="32007"/>
                    <a:pt x="1560" y="24382"/>
                    <a:pt x="5422" y="17939"/>
                  </a:cubicBezTo>
                  <a:cubicBezTo>
                    <a:pt x="9389" y="11320"/>
                    <a:pt x="15094" y="7104"/>
                    <a:pt x="21279" y="4514"/>
                  </a:cubicBezTo>
                  <a:cubicBezTo>
                    <a:pt x="27216" y="2027"/>
                    <a:pt x="33678" y="995"/>
                    <a:pt x="39730" y="50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846" name="Google Shape;1846;p5"/>
          <p:cNvGrpSpPr/>
          <p:nvPr/>
        </p:nvGrpSpPr>
        <p:grpSpPr>
          <a:xfrm>
            <a:off x="2969891" y="4412040"/>
            <a:ext cx="538398" cy="538398"/>
            <a:chOff x="2969891" y="4412040"/>
            <a:chExt cx="538398" cy="538398"/>
          </a:xfrm>
        </p:grpSpPr>
        <p:sp>
          <p:nvSpPr>
            <p:cNvPr id="1847" name="Google Shape;1847;p5"/>
            <p:cNvSpPr/>
            <p:nvPr/>
          </p:nvSpPr>
          <p:spPr>
            <a:xfrm>
              <a:off x="2969891" y="4412040"/>
              <a:ext cx="538398" cy="538398"/>
            </a:xfrm>
            <a:custGeom>
              <a:rect b="b" l="l" r="r" t="t"/>
              <a:pathLst>
                <a:path extrusionOk="0" h="538398" w="538398">
                  <a:moveTo>
                    <a:pt x="269199" y="538398"/>
                  </a:moveTo>
                  <a:cubicBezTo>
                    <a:pt x="417874" y="538398"/>
                    <a:pt x="538399" y="417874"/>
                    <a:pt x="538399" y="269200"/>
                  </a:cubicBezTo>
                  <a:cubicBezTo>
                    <a:pt x="538399" y="120525"/>
                    <a:pt x="417874" y="0"/>
                    <a:pt x="269199" y="0"/>
                  </a:cubicBezTo>
                  <a:cubicBezTo>
                    <a:pt x="120525" y="0"/>
                    <a:pt x="0" y="120525"/>
                    <a:pt x="0" y="269200"/>
                  </a:cubicBezTo>
                  <a:cubicBezTo>
                    <a:pt x="0" y="417874"/>
                    <a:pt x="120525" y="538398"/>
                    <a:pt x="269199" y="538398"/>
                  </a:cubicBezTo>
                  <a:close/>
                </a:path>
              </a:pathLst>
            </a:custGeom>
            <a:solidFill>
              <a:srgbClr val="FC1C4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48" name="Google Shape;1848;p5"/>
            <p:cNvSpPr/>
            <p:nvPr/>
          </p:nvSpPr>
          <p:spPr>
            <a:xfrm>
              <a:off x="3151010" y="4624817"/>
              <a:ext cx="56487" cy="79119"/>
            </a:xfrm>
            <a:custGeom>
              <a:rect b="b" l="l" r="r" t="t"/>
              <a:pathLst>
                <a:path extrusionOk="0" h="79119" w="56487">
                  <a:moveTo>
                    <a:pt x="3147" y="4431"/>
                  </a:moveTo>
                  <a:cubicBezTo>
                    <a:pt x="-1507" y="9795"/>
                    <a:pt x="-933" y="17916"/>
                    <a:pt x="4431" y="22570"/>
                  </a:cubicBezTo>
                  <a:lnTo>
                    <a:pt x="24010" y="39560"/>
                  </a:lnTo>
                  <a:lnTo>
                    <a:pt x="4431" y="56549"/>
                  </a:lnTo>
                  <a:cubicBezTo>
                    <a:pt x="-933" y="61204"/>
                    <a:pt x="-1507" y="69324"/>
                    <a:pt x="3147" y="74688"/>
                  </a:cubicBezTo>
                  <a:cubicBezTo>
                    <a:pt x="7801" y="80052"/>
                    <a:pt x="15922" y="80627"/>
                    <a:pt x="21286" y="75973"/>
                  </a:cubicBezTo>
                  <a:lnTo>
                    <a:pt x="52057" y="49271"/>
                  </a:lnTo>
                  <a:cubicBezTo>
                    <a:pt x="54871" y="46829"/>
                    <a:pt x="56488" y="43286"/>
                    <a:pt x="56488" y="39560"/>
                  </a:cubicBezTo>
                  <a:cubicBezTo>
                    <a:pt x="56488" y="35834"/>
                    <a:pt x="54871" y="32290"/>
                    <a:pt x="52057" y="29848"/>
                  </a:cubicBezTo>
                  <a:lnTo>
                    <a:pt x="21286" y="3147"/>
                  </a:lnTo>
                  <a:cubicBezTo>
                    <a:pt x="15922" y="-1508"/>
                    <a:pt x="7801" y="-932"/>
                    <a:pt x="3147" y="443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49" name="Google Shape;1849;p5"/>
            <p:cNvSpPr/>
            <p:nvPr/>
          </p:nvSpPr>
          <p:spPr>
            <a:xfrm>
              <a:off x="3270500" y="4624501"/>
              <a:ext cx="56837" cy="79726"/>
            </a:xfrm>
            <a:custGeom>
              <a:rect b="b" l="l" r="r" t="t"/>
              <a:pathLst>
                <a:path extrusionOk="0" h="79726" w="56837">
                  <a:moveTo>
                    <a:pt x="53691" y="4431"/>
                  </a:moveTo>
                  <a:cubicBezTo>
                    <a:pt x="58345" y="9795"/>
                    <a:pt x="57770" y="17916"/>
                    <a:pt x="52407" y="22570"/>
                  </a:cubicBezTo>
                  <a:lnTo>
                    <a:pt x="32478" y="39863"/>
                  </a:lnTo>
                  <a:lnTo>
                    <a:pt x="52407" y="57156"/>
                  </a:lnTo>
                  <a:cubicBezTo>
                    <a:pt x="57770" y="61810"/>
                    <a:pt x="58345" y="69931"/>
                    <a:pt x="53691" y="75295"/>
                  </a:cubicBezTo>
                  <a:cubicBezTo>
                    <a:pt x="49037" y="80659"/>
                    <a:pt x="40916" y="81233"/>
                    <a:pt x="35552" y="76579"/>
                  </a:cubicBezTo>
                  <a:lnTo>
                    <a:pt x="4431" y="49575"/>
                  </a:lnTo>
                  <a:cubicBezTo>
                    <a:pt x="1617" y="47133"/>
                    <a:pt x="0" y="43589"/>
                    <a:pt x="0" y="39863"/>
                  </a:cubicBezTo>
                  <a:cubicBezTo>
                    <a:pt x="0" y="36137"/>
                    <a:pt x="1617" y="32594"/>
                    <a:pt x="4431" y="30151"/>
                  </a:cubicBezTo>
                  <a:lnTo>
                    <a:pt x="35552" y="3147"/>
                  </a:lnTo>
                  <a:cubicBezTo>
                    <a:pt x="40916" y="-1507"/>
                    <a:pt x="49037" y="-933"/>
                    <a:pt x="53691" y="443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50" name="Google Shape;1850;p5"/>
            <p:cNvSpPr/>
            <p:nvPr/>
          </p:nvSpPr>
          <p:spPr>
            <a:xfrm>
              <a:off x="3166395" y="4748730"/>
              <a:ext cx="145389" cy="46758"/>
            </a:xfrm>
            <a:custGeom>
              <a:rect b="b" l="l" r="r" t="t"/>
              <a:pathLst>
                <a:path extrusionOk="0" h="46758" w="145389">
                  <a:moveTo>
                    <a:pt x="2831" y="4811"/>
                  </a:moveTo>
                  <a:cubicBezTo>
                    <a:pt x="7275" y="-728"/>
                    <a:pt x="15368" y="-1614"/>
                    <a:pt x="20907" y="2831"/>
                  </a:cubicBezTo>
                  <a:cubicBezTo>
                    <a:pt x="51163" y="27112"/>
                    <a:pt x="94226" y="27112"/>
                    <a:pt x="124483" y="2831"/>
                  </a:cubicBezTo>
                  <a:cubicBezTo>
                    <a:pt x="130022" y="-1614"/>
                    <a:pt x="138115" y="-728"/>
                    <a:pt x="142559" y="4811"/>
                  </a:cubicBezTo>
                  <a:cubicBezTo>
                    <a:pt x="147004" y="10350"/>
                    <a:pt x="146118" y="18443"/>
                    <a:pt x="140579" y="22887"/>
                  </a:cubicBezTo>
                  <a:cubicBezTo>
                    <a:pt x="100919" y="54715"/>
                    <a:pt x="44471" y="54715"/>
                    <a:pt x="4811" y="22887"/>
                  </a:cubicBezTo>
                  <a:cubicBezTo>
                    <a:pt x="-728" y="18443"/>
                    <a:pt x="-1614" y="10350"/>
                    <a:pt x="2831" y="481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851" name="Google Shape;1851;p5"/>
          <p:cNvGrpSpPr/>
          <p:nvPr/>
        </p:nvGrpSpPr>
        <p:grpSpPr>
          <a:xfrm>
            <a:off x="4114123" y="4412040"/>
            <a:ext cx="538392" cy="538392"/>
            <a:chOff x="4114123" y="4412040"/>
            <a:chExt cx="538392" cy="538392"/>
          </a:xfrm>
        </p:grpSpPr>
        <p:sp>
          <p:nvSpPr>
            <p:cNvPr id="1852" name="Google Shape;1852;p5"/>
            <p:cNvSpPr/>
            <p:nvPr/>
          </p:nvSpPr>
          <p:spPr>
            <a:xfrm>
              <a:off x="4114123" y="4412040"/>
              <a:ext cx="538392" cy="538392"/>
            </a:xfrm>
            <a:custGeom>
              <a:rect b="b" l="l" r="r" t="t"/>
              <a:pathLst>
                <a:path extrusionOk="0" h="538392" w="538392">
                  <a:moveTo>
                    <a:pt x="269196" y="538393"/>
                  </a:moveTo>
                  <a:cubicBezTo>
                    <a:pt x="417869" y="538393"/>
                    <a:pt x="538392" y="417869"/>
                    <a:pt x="538392" y="269196"/>
                  </a:cubicBezTo>
                  <a:cubicBezTo>
                    <a:pt x="538392" y="120523"/>
                    <a:pt x="417869" y="0"/>
                    <a:pt x="269196" y="0"/>
                  </a:cubicBezTo>
                  <a:cubicBezTo>
                    <a:pt x="120523" y="0"/>
                    <a:pt x="0" y="120523"/>
                    <a:pt x="0" y="269196"/>
                  </a:cubicBezTo>
                  <a:cubicBezTo>
                    <a:pt x="0" y="417869"/>
                    <a:pt x="120523" y="538393"/>
                    <a:pt x="269196" y="538393"/>
                  </a:cubicBezTo>
                  <a:close/>
                </a:path>
              </a:pathLst>
            </a:custGeom>
            <a:solidFill>
              <a:srgbClr val="FC1C4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53" name="Google Shape;1853;p5"/>
            <p:cNvSpPr/>
            <p:nvPr/>
          </p:nvSpPr>
          <p:spPr>
            <a:xfrm>
              <a:off x="4331173" y="4740107"/>
              <a:ext cx="104285" cy="25716"/>
            </a:xfrm>
            <a:custGeom>
              <a:rect b="b" l="l" r="r" t="t"/>
              <a:pathLst>
                <a:path extrusionOk="0" h="25716" w="104285">
                  <a:moveTo>
                    <a:pt x="0" y="12858"/>
                  </a:moveTo>
                  <a:cubicBezTo>
                    <a:pt x="0" y="5757"/>
                    <a:pt x="5757" y="0"/>
                    <a:pt x="12858" y="0"/>
                  </a:cubicBezTo>
                  <a:lnTo>
                    <a:pt x="91427" y="0"/>
                  </a:lnTo>
                  <a:cubicBezTo>
                    <a:pt x="98529" y="0"/>
                    <a:pt x="104286" y="5757"/>
                    <a:pt x="104286" y="12858"/>
                  </a:cubicBezTo>
                  <a:cubicBezTo>
                    <a:pt x="104286" y="19960"/>
                    <a:pt x="98529" y="25717"/>
                    <a:pt x="91427" y="25717"/>
                  </a:cubicBezTo>
                  <a:lnTo>
                    <a:pt x="12858" y="25717"/>
                  </a:lnTo>
                  <a:cubicBezTo>
                    <a:pt x="5757" y="25717"/>
                    <a:pt x="0" y="19960"/>
                    <a:pt x="0" y="1285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54" name="Google Shape;1854;p5"/>
            <p:cNvSpPr/>
            <p:nvPr/>
          </p:nvSpPr>
          <p:spPr>
            <a:xfrm>
              <a:off x="4298648" y="4628912"/>
              <a:ext cx="49571" cy="49571"/>
            </a:xfrm>
            <a:custGeom>
              <a:rect b="b" l="l" r="r" t="t"/>
              <a:pathLst>
                <a:path extrusionOk="0" h="49571" w="49571">
                  <a:moveTo>
                    <a:pt x="49571" y="24786"/>
                  </a:moveTo>
                  <a:cubicBezTo>
                    <a:pt x="49571" y="38475"/>
                    <a:pt x="38474" y="49571"/>
                    <a:pt x="24786" y="49571"/>
                  </a:cubicBezTo>
                  <a:cubicBezTo>
                    <a:pt x="11097" y="49571"/>
                    <a:pt x="0" y="38475"/>
                    <a:pt x="0" y="24786"/>
                  </a:cubicBezTo>
                  <a:cubicBezTo>
                    <a:pt x="0" y="11097"/>
                    <a:pt x="11097" y="0"/>
                    <a:pt x="24786" y="0"/>
                  </a:cubicBezTo>
                  <a:cubicBezTo>
                    <a:pt x="38474" y="0"/>
                    <a:pt x="49571" y="11097"/>
                    <a:pt x="49571" y="2478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55" name="Google Shape;1855;p5"/>
            <p:cNvSpPr/>
            <p:nvPr/>
          </p:nvSpPr>
          <p:spPr>
            <a:xfrm>
              <a:off x="4422601" y="4628912"/>
              <a:ext cx="49571" cy="49571"/>
            </a:xfrm>
            <a:custGeom>
              <a:rect b="b" l="l" r="r" t="t"/>
              <a:pathLst>
                <a:path extrusionOk="0" h="49571" w="49571">
                  <a:moveTo>
                    <a:pt x="49571" y="24786"/>
                  </a:moveTo>
                  <a:cubicBezTo>
                    <a:pt x="49571" y="38475"/>
                    <a:pt x="38474" y="49571"/>
                    <a:pt x="24786" y="49571"/>
                  </a:cubicBezTo>
                  <a:cubicBezTo>
                    <a:pt x="11097" y="49571"/>
                    <a:pt x="0" y="38475"/>
                    <a:pt x="0" y="24786"/>
                  </a:cubicBezTo>
                  <a:cubicBezTo>
                    <a:pt x="0" y="11097"/>
                    <a:pt x="11097" y="0"/>
                    <a:pt x="24786" y="0"/>
                  </a:cubicBezTo>
                  <a:cubicBezTo>
                    <a:pt x="38474" y="0"/>
                    <a:pt x="49571" y="11097"/>
                    <a:pt x="49571" y="2478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856" name="Google Shape;1856;p5"/>
          <p:cNvGrpSpPr/>
          <p:nvPr/>
        </p:nvGrpSpPr>
        <p:grpSpPr>
          <a:xfrm>
            <a:off x="5254741" y="4412053"/>
            <a:ext cx="544795" cy="538385"/>
            <a:chOff x="5254741" y="4412053"/>
            <a:chExt cx="544795" cy="538385"/>
          </a:xfrm>
        </p:grpSpPr>
        <p:sp>
          <p:nvSpPr>
            <p:cNvPr id="1857" name="Google Shape;1857;p5"/>
            <p:cNvSpPr/>
            <p:nvPr/>
          </p:nvSpPr>
          <p:spPr>
            <a:xfrm>
              <a:off x="5254741" y="4412053"/>
              <a:ext cx="544795" cy="538385"/>
            </a:xfrm>
            <a:custGeom>
              <a:rect b="b" l="l" r="r" t="t"/>
              <a:pathLst>
                <a:path extrusionOk="0" h="538385" w="544795">
                  <a:moveTo>
                    <a:pt x="272398" y="538386"/>
                  </a:moveTo>
                  <a:cubicBezTo>
                    <a:pt x="422839" y="538386"/>
                    <a:pt x="544795" y="417864"/>
                    <a:pt x="544795" y="269193"/>
                  </a:cubicBezTo>
                  <a:cubicBezTo>
                    <a:pt x="544795" y="120522"/>
                    <a:pt x="422839" y="0"/>
                    <a:pt x="272398" y="0"/>
                  </a:cubicBezTo>
                  <a:cubicBezTo>
                    <a:pt x="121957" y="0"/>
                    <a:pt x="0" y="120522"/>
                    <a:pt x="0" y="269193"/>
                  </a:cubicBezTo>
                  <a:cubicBezTo>
                    <a:pt x="0" y="417864"/>
                    <a:pt x="121957" y="538386"/>
                    <a:pt x="272398" y="538386"/>
                  </a:cubicBezTo>
                  <a:close/>
                </a:path>
              </a:pathLst>
            </a:custGeom>
            <a:solidFill>
              <a:srgbClr val="FC1C4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58" name="Google Shape;1858;p5"/>
            <p:cNvSpPr/>
            <p:nvPr/>
          </p:nvSpPr>
          <p:spPr>
            <a:xfrm>
              <a:off x="5460093" y="4711872"/>
              <a:ext cx="137255" cy="62547"/>
            </a:xfrm>
            <a:custGeom>
              <a:rect b="b" l="l" r="r" t="t"/>
              <a:pathLst>
                <a:path extrusionOk="0" h="62547" w="137255">
                  <a:moveTo>
                    <a:pt x="2864" y="57736"/>
                  </a:moveTo>
                  <a:cubicBezTo>
                    <a:pt x="7362" y="63275"/>
                    <a:pt x="15551" y="64162"/>
                    <a:pt x="21156" y="59716"/>
                  </a:cubicBezTo>
                  <a:lnTo>
                    <a:pt x="30242" y="52511"/>
                  </a:lnTo>
                  <a:cubicBezTo>
                    <a:pt x="56231" y="31899"/>
                    <a:pt x="89561" y="22572"/>
                    <a:pt x="122628" y="26658"/>
                  </a:cubicBezTo>
                  <a:cubicBezTo>
                    <a:pt x="129758" y="27539"/>
                    <a:pt x="136261" y="22541"/>
                    <a:pt x="137153" y="15495"/>
                  </a:cubicBezTo>
                  <a:cubicBezTo>
                    <a:pt x="138045" y="8448"/>
                    <a:pt x="132987" y="2021"/>
                    <a:pt x="125857" y="1140"/>
                  </a:cubicBezTo>
                  <a:cubicBezTo>
                    <a:pt x="85805" y="-3810"/>
                    <a:pt x="45434" y="7488"/>
                    <a:pt x="13954" y="32454"/>
                  </a:cubicBezTo>
                  <a:lnTo>
                    <a:pt x="4868" y="39660"/>
                  </a:lnTo>
                  <a:cubicBezTo>
                    <a:pt x="-736" y="44104"/>
                    <a:pt x="-1634" y="52197"/>
                    <a:pt x="2864" y="5773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59" name="Google Shape;1859;p5"/>
            <p:cNvSpPr/>
            <p:nvPr/>
          </p:nvSpPr>
          <p:spPr>
            <a:xfrm>
              <a:off x="5439335" y="4628930"/>
              <a:ext cx="50161" cy="49570"/>
            </a:xfrm>
            <a:custGeom>
              <a:rect b="b" l="l" r="r" t="t"/>
              <a:pathLst>
                <a:path extrusionOk="0" h="49570" w="50161">
                  <a:moveTo>
                    <a:pt x="50161" y="24785"/>
                  </a:moveTo>
                  <a:cubicBezTo>
                    <a:pt x="50161" y="38474"/>
                    <a:pt x="38932" y="49571"/>
                    <a:pt x="25081" y="49571"/>
                  </a:cubicBezTo>
                  <a:cubicBezTo>
                    <a:pt x="11229" y="49571"/>
                    <a:pt x="0" y="38474"/>
                    <a:pt x="0" y="24785"/>
                  </a:cubicBezTo>
                  <a:cubicBezTo>
                    <a:pt x="0" y="11097"/>
                    <a:pt x="11229" y="0"/>
                    <a:pt x="25081" y="0"/>
                  </a:cubicBezTo>
                  <a:cubicBezTo>
                    <a:pt x="38932" y="0"/>
                    <a:pt x="50161" y="11097"/>
                    <a:pt x="50161" y="2478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60" name="Google Shape;1860;p5"/>
            <p:cNvSpPr/>
            <p:nvPr/>
          </p:nvSpPr>
          <p:spPr>
            <a:xfrm>
              <a:off x="5558406" y="4640865"/>
              <a:ext cx="62899" cy="25716"/>
            </a:xfrm>
            <a:custGeom>
              <a:rect b="b" l="l" r="r" t="t"/>
              <a:pathLst>
                <a:path extrusionOk="0" h="25716" w="62899">
                  <a:moveTo>
                    <a:pt x="0" y="12858"/>
                  </a:moveTo>
                  <a:cubicBezTo>
                    <a:pt x="0" y="5757"/>
                    <a:pt x="5826" y="0"/>
                    <a:pt x="13011" y="0"/>
                  </a:cubicBezTo>
                  <a:lnTo>
                    <a:pt x="49888" y="0"/>
                  </a:lnTo>
                  <a:cubicBezTo>
                    <a:pt x="57075" y="0"/>
                    <a:pt x="62900" y="5757"/>
                    <a:pt x="62900" y="12858"/>
                  </a:cubicBezTo>
                  <a:cubicBezTo>
                    <a:pt x="62900" y="19960"/>
                    <a:pt x="57075" y="25717"/>
                    <a:pt x="49888" y="25717"/>
                  </a:cubicBezTo>
                  <a:lnTo>
                    <a:pt x="13011" y="25717"/>
                  </a:lnTo>
                  <a:cubicBezTo>
                    <a:pt x="5826" y="25717"/>
                    <a:pt x="0" y="19960"/>
                    <a:pt x="0" y="1285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861" name="Google Shape;1861;p5"/>
          <p:cNvGrpSpPr/>
          <p:nvPr/>
        </p:nvGrpSpPr>
        <p:grpSpPr>
          <a:xfrm>
            <a:off x="6398558" y="4412053"/>
            <a:ext cx="544795" cy="538385"/>
            <a:chOff x="6398558" y="4412053"/>
            <a:chExt cx="544795" cy="538385"/>
          </a:xfrm>
        </p:grpSpPr>
        <p:sp>
          <p:nvSpPr>
            <p:cNvPr id="1862" name="Google Shape;1862;p5"/>
            <p:cNvSpPr/>
            <p:nvPr/>
          </p:nvSpPr>
          <p:spPr>
            <a:xfrm>
              <a:off x="6398558" y="4412053"/>
              <a:ext cx="544795" cy="538385"/>
            </a:xfrm>
            <a:custGeom>
              <a:rect b="b" l="l" r="r" t="t"/>
              <a:pathLst>
                <a:path extrusionOk="0" h="538385" w="544795">
                  <a:moveTo>
                    <a:pt x="272398" y="538386"/>
                  </a:moveTo>
                  <a:cubicBezTo>
                    <a:pt x="422839" y="538386"/>
                    <a:pt x="544795" y="417864"/>
                    <a:pt x="544795" y="269193"/>
                  </a:cubicBezTo>
                  <a:cubicBezTo>
                    <a:pt x="544795" y="120522"/>
                    <a:pt x="422839" y="0"/>
                    <a:pt x="272398" y="0"/>
                  </a:cubicBezTo>
                  <a:cubicBezTo>
                    <a:pt x="121957" y="0"/>
                    <a:pt x="0" y="120522"/>
                    <a:pt x="0" y="269193"/>
                  </a:cubicBezTo>
                  <a:cubicBezTo>
                    <a:pt x="0" y="417864"/>
                    <a:pt x="121957" y="538386"/>
                    <a:pt x="272398" y="538386"/>
                  </a:cubicBezTo>
                  <a:close/>
                </a:path>
              </a:pathLst>
            </a:custGeom>
            <a:solidFill>
              <a:srgbClr val="FC1C4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63" name="Google Shape;1863;p5"/>
            <p:cNvSpPr/>
            <p:nvPr/>
          </p:nvSpPr>
          <p:spPr>
            <a:xfrm>
              <a:off x="6603904" y="4729923"/>
              <a:ext cx="134099" cy="44495"/>
            </a:xfrm>
            <a:custGeom>
              <a:rect b="b" l="l" r="r" t="t"/>
              <a:pathLst>
                <a:path extrusionOk="0" h="44495" w="134099">
                  <a:moveTo>
                    <a:pt x="2864" y="39685"/>
                  </a:moveTo>
                  <a:cubicBezTo>
                    <a:pt x="7362" y="45224"/>
                    <a:pt x="15551" y="46110"/>
                    <a:pt x="21155" y="41665"/>
                  </a:cubicBezTo>
                  <a:cubicBezTo>
                    <a:pt x="47968" y="20401"/>
                    <a:pt x="86131" y="20401"/>
                    <a:pt x="112944" y="41665"/>
                  </a:cubicBezTo>
                  <a:cubicBezTo>
                    <a:pt x="118548" y="46110"/>
                    <a:pt x="126737" y="45224"/>
                    <a:pt x="131235" y="39685"/>
                  </a:cubicBezTo>
                  <a:cubicBezTo>
                    <a:pt x="135733" y="34146"/>
                    <a:pt x="134835" y="26053"/>
                    <a:pt x="129231" y="21609"/>
                  </a:cubicBezTo>
                  <a:cubicBezTo>
                    <a:pt x="92903" y="-7203"/>
                    <a:pt x="41196" y="-7203"/>
                    <a:pt x="4868" y="21609"/>
                  </a:cubicBezTo>
                  <a:cubicBezTo>
                    <a:pt x="-736" y="26053"/>
                    <a:pt x="-1633" y="34146"/>
                    <a:pt x="2864" y="3968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64" name="Google Shape;1864;p5"/>
            <p:cNvSpPr/>
            <p:nvPr/>
          </p:nvSpPr>
          <p:spPr>
            <a:xfrm>
              <a:off x="6583161" y="4628930"/>
              <a:ext cx="50161" cy="49570"/>
            </a:xfrm>
            <a:custGeom>
              <a:rect b="b" l="l" r="r" t="t"/>
              <a:pathLst>
                <a:path extrusionOk="0" h="49570" w="50161">
                  <a:moveTo>
                    <a:pt x="50161" y="24785"/>
                  </a:moveTo>
                  <a:cubicBezTo>
                    <a:pt x="50161" y="38474"/>
                    <a:pt x="38932" y="49571"/>
                    <a:pt x="25081" y="49571"/>
                  </a:cubicBezTo>
                  <a:cubicBezTo>
                    <a:pt x="11229" y="49571"/>
                    <a:pt x="0" y="38474"/>
                    <a:pt x="0" y="24785"/>
                  </a:cubicBezTo>
                  <a:cubicBezTo>
                    <a:pt x="0" y="11097"/>
                    <a:pt x="11229" y="0"/>
                    <a:pt x="25081" y="0"/>
                  </a:cubicBezTo>
                  <a:cubicBezTo>
                    <a:pt x="38932" y="0"/>
                    <a:pt x="50161" y="11097"/>
                    <a:pt x="50161" y="2478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65" name="Google Shape;1865;p5"/>
            <p:cNvSpPr/>
            <p:nvPr/>
          </p:nvSpPr>
          <p:spPr>
            <a:xfrm>
              <a:off x="6708583" y="4628930"/>
              <a:ext cx="50161" cy="49570"/>
            </a:xfrm>
            <a:custGeom>
              <a:rect b="b" l="l" r="r" t="t"/>
              <a:pathLst>
                <a:path extrusionOk="0" h="49570" w="50161">
                  <a:moveTo>
                    <a:pt x="50161" y="24785"/>
                  </a:moveTo>
                  <a:cubicBezTo>
                    <a:pt x="50161" y="38474"/>
                    <a:pt x="38932" y="49571"/>
                    <a:pt x="25081" y="49571"/>
                  </a:cubicBezTo>
                  <a:cubicBezTo>
                    <a:pt x="11229" y="49571"/>
                    <a:pt x="0" y="38474"/>
                    <a:pt x="0" y="24785"/>
                  </a:cubicBezTo>
                  <a:cubicBezTo>
                    <a:pt x="0" y="11097"/>
                    <a:pt x="11229" y="0"/>
                    <a:pt x="25081" y="0"/>
                  </a:cubicBezTo>
                  <a:cubicBezTo>
                    <a:pt x="38932" y="0"/>
                    <a:pt x="50161" y="11097"/>
                    <a:pt x="50161" y="2478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866" name="Google Shape;1866;p5"/>
          <p:cNvGrpSpPr/>
          <p:nvPr/>
        </p:nvGrpSpPr>
        <p:grpSpPr>
          <a:xfrm>
            <a:off x="7542375" y="4412053"/>
            <a:ext cx="544795" cy="538385"/>
            <a:chOff x="7542375" y="4412053"/>
            <a:chExt cx="544795" cy="538385"/>
          </a:xfrm>
        </p:grpSpPr>
        <p:sp>
          <p:nvSpPr>
            <p:cNvPr id="1867" name="Google Shape;1867;p5"/>
            <p:cNvSpPr/>
            <p:nvPr/>
          </p:nvSpPr>
          <p:spPr>
            <a:xfrm>
              <a:off x="7542375" y="4412053"/>
              <a:ext cx="544795" cy="538385"/>
            </a:xfrm>
            <a:custGeom>
              <a:rect b="b" l="l" r="r" t="t"/>
              <a:pathLst>
                <a:path extrusionOk="0" h="538385" w="544795">
                  <a:moveTo>
                    <a:pt x="272398" y="538386"/>
                  </a:moveTo>
                  <a:cubicBezTo>
                    <a:pt x="422839" y="538386"/>
                    <a:pt x="544795" y="417864"/>
                    <a:pt x="544795" y="269193"/>
                  </a:cubicBezTo>
                  <a:cubicBezTo>
                    <a:pt x="544795" y="120522"/>
                    <a:pt x="422839" y="0"/>
                    <a:pt x="272398" y="0"/>
                  </a:cubicBezTo>
                  <a:cubicBezTo>
                    <a:pt x="121957" y="0"/>
                    <a:pt x="0" y="120522"/>
                    <a:pt x="0" y="269193"/>
                  </a:cubicBezTo>
                  <a:cubicBezTo>
                    <a:pt x="0" y="417864"/>
                    <a:pt x="121957" y="538386"/>
                    <a:pt x="272398" y="538386"/>
                  </a:cubicBezTo>
                  <a:close/>
                </a:path>
              </a:pathLst>
            </a:custGeom>
            <a:solidFill>
              <a:srgbClr val="FC1C4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68" name="Google Shape;1868;p5"/>
            <p:cNvSpPr/>
            <p:nvPr/>
          </p:nvSpPr>
          <p:spPr>
            <a:xfrm>
              <a:off x="7747076" y="4740122"/>
              <a:ext cx="105526" cy="25716"/>
            </a:xfrm>
            <a:custGeom>
              <a:rect b="b" l="l" r="r" t="t"/>
              <a:pathLst>
                <a:path extrusionOk="0" h="25716" w="105526">
                  <a:moveTo>
                    <a:pt x="0" y="12858"/>
                  </a:moveTo>
                  <a:cubicBezTo>
                    <a:pt x="0" y="5757"/>
                    <a:pt x="5826" y="0"/>
                    <a:pt x="13011" y="0"/>
                  </a:cubicBezTo>
                  <a:lnTo>
                    <a:pt x="92515" y="0"/>
                  </a:lnTo>
                  <a:cubicBezTo>
                    <a:pt x="99701" y="0"/>
                    <a:pt x="105526" y="5757"/>
                    <a:pt x="105526" y="12858"/>
                  </a:cubicBezTo>
                  <a:cubicBezTo>
                    <a:pt x="105526" y="19960"/>
                    <a:pt x="99701" y="25717"/>
                    <a:pt x="92515" y="25717"/>
                  </a:cubicBezTo>
                  <a:lnTo>
                    <a:pt x="13011" y="25717"/>
                  </a:lnTo>
                  <a:cubicBezTo>
                    <a:pt x="5826" y="25717"/>
                    <a:pt x="0" y="19960"/>
                    <a:pt x="0" y="1285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69" name="Google Shape;1869;p5"/>
            <p:cNvSpPr/>
            <p:nvPr/>
          </p:nvSpPr>
          <p:spPr>
            <a:xfrm>
              <a:off x="7726978" y="4628930"/>
              <a:ext cx="50161" cy="49570"/>
            </a:xfrm>
            <a:custGeom>
              <a:rect b="b" l="l" r="r" t="t"/>
              <a:pathLst>
                <a:path extrusionOk="0" h="49570" w="50161">
                  <a:moveTo>
                    <a:pt x="50161" y="24785"/>
                  </a:moveTo>
                  <a:cubicBezTo>
                    <a:pt x="50161" y="38474"/>
                    <a:pt x="38932" y="49571"/>
                    <a:pt x="25081" y="49571"/>
                  </a:cubicBezTo>
                  <a:cubicBezTo>
                    <a:pt x="11229" y="49571"/>
                    <a:pt x="0" y="38474"/>
                    <a:pt x="0" y="24785"/>
                  </a:cubicBezTo>
                  <a:cubicBezTo>
                    <a:pt x="0" y="11097"/>
                    <a:pt x="11229" y="0"/>
                    <a:pt x="25081" y="0"/>
                  </a:cubicBezTo>
                  <a:cubicBezTo>
                    <a:pt x="38932" y="0"/>
                    <a:pt x="50161" y="11097"/>
                    <a:pt x="50161" y="2478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70" name="Google Shape;1870;p5"/>
            <p:cNvSpPr/>
            <p:nvPr/>
          </p:nvSpPr>
          <p:spPr>
            <a:xfrm>
              <a:off x="7852416" y="4628930"/>
              <a:ext cx="50161" cy="49570"/>
            </a:xfrm>
            <a:custGeom>
              <a:rect b="b" l="l" r="r" t="t"/>
              <a:pathLst>
                <a:path extrusionOk="0" h="49570" w="50161">
                  <a:moveTo>
                    <a:pt x="50161" y="24785"/>
                  </a:moveTo>
                  <a:cubicBezTo>
                    <a:pt x="50161" y="38474"/>
                    <a:pt x="38932" y="49571"/>
                    <a:pt x="25081" y="49571"/>
                  </a:cubicBezTo>
                  <a:cubicBezTo>
                    <a:pt x="11229" y="49571"/>
                    <a:pt x="0" y="38474"/>
                    <a:pt x="0" y="24785"/>
                  </a:cubicBezTo>
                  <a:cubicBezTo>
                    <a:pt x="0" y="11097"/>
                    <a:pt x="11229" y="0"/>
                    <a:pt x="25081" y="0"/>
                  </a:cubicBezTo>
                  <a:cubicBezTo>
                    <a:pt x="38932" y="0"/>
                    <a:pt x="50161" y="11097"/>
                    <a:pt x="50161" y="2478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71" name="Google Shape;1871;p5"/>
            <p:cNvSpPr/>
            <p:nvPr/>
          </p:nvSpPr>
          <p:spPr>
            <a:xfrm>
              <a:off x="7879757" y="4688709"/>
              <a:ext cx="49588" cy="98466"/>
            </a:xfrm>
            <a:custGeom>
              <a:rect b="b" l="l" r="r" t="t"/>
              <a:pathLst>
                <a:path extrusionOk="0" h="98466" w="49588">
                  <a:moveTo>
                    <a:pt x="802" y="67716"/>
                  </a:moveTo>
                  <a:lnTo>
                    <a:pt x="17093" y="6012"/>
                  </a:lnTo>
                  <a:cubicBezTo>
                    <a:pt x="19216" y="-2028"/>
                    <a:pt x="30779" y="-1995"/>
                    <a:pt x="32855" y="6057"/>
                  </a:cubicBezTo>
                  <a:lnTo>
                    <a:pt x="48822" y="67982"/>
                  </a:lnTo>
                  <a:cubicBezTo>
                    <a:pt x="50669" y="75147"/>
                    <a:pt x="49139" y="82754"/>
                    <a:pt x="44659" y="88675"/>
                  </a:cubicBezTo>
                  <a:cubicBezTo>
                    <a:pt x="34827" y="101673"/>
                    <a:pt x="15109" y="101732"/>
                    <a:pt x="5126" y="88846"/>
                  </a:cubicBezTo>
                  <a:cubicBezTo>
                    <a:pt x="475" y="82842"/>
                    <a:pt x="-1130" y="75033"/>
                    <a:pt x="802" y="6771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872" name="Google Shape;1872;p5"/>
          <p:cNvGrpSpPr/>
          <p:nvPr/>
        </p:nvGrpSpPr>
        <p:grpSpPr>
          <a:xfrm>
            <a:off x="8686192" y="4412053"/>
            <a:ext cx="544795" cy="538385"/>
            <a:chOff x="8686192" y="4412053"/>
            <a:chExt cx="544795" cy="538385"/>
          </a:xfrm>
        </p:grpSpPr>
        <p:sp>
          <p:nvSpPr>
            <p:cNvPr id="1873" name="Google Shape;1873;p5"/>
            <p:cNvSpPr/>
            <p:nvPr/>
          </p:nvSpPr>
          <p:spPr>
            <a:xfrm>
              <a:off x="8686192" y="4412053"/>
              <a:ext cx="544795" cy="538385"/>
            </a:xfrm>
            <a:custGeom>
              <a:rect b="b" l="l" r="r" t="t"/>
              <a:pathLst>
                <a:path extrusionOk="0" h="538385" w="544795">
                  <a:moveTo>
                    <a:pt x="272398" y="538386"/>
                  </a:moveTo>
                  <a:cubicBezTo>
                    <a:pt x="422839" y="538386"/>
                    <a:pt x="544795" y="417864"/>
                    <a:pt x="544795" y="269193"/>
                  </a:cubicBezTo>
                  <a:cubicBezTo>
                    <a:pt x="544795" y="120522"/>
                    <a:pt x="422839" y="0"/>
                    <a:pt x="272398" y="0"/>
                  </a:cubicBezTo>
                  <a:cubicBezTo>
                    <a:pt x="121957" y="0"/>
                    <a:pt x="0" y="120522"/>
                    <a:pt x="0" y="269193"/>
                  </a:cubicBezTo>
                  <a:cubicBezTo>
                    <a:pt x="0" y="417864"/>
                    <a:pt x="121957" y="538386"/>
                    <a:pt x="272398" y="538386"/>
                  </a:cubicBezTo>
                  <a:close/>
                </a:path>
              </a:pathLst>
            </a:custGeom>
            <a:solidFill>
              <a:srgbClr val="FC1C4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74" name="Google Shape;1874;p5"/>
            <p:cNvSpPr/>
            <p:nvPr/>
          </p:nvSpPr>
          <p:spPr>
            <a:xfrm>
              <a:off x="8865611" y="4628931"/>
              <a:ext cx="50160" cy="49570"/>
            </a:xfrm>
            <a:custGeom>
              <a:rect b="b" l="l" r="r" t="t"/>
              <a:pathLst>
                <a:path extrusionOk="0" h="49570" w="50160">
                  <a:moveTo>
                    <a:pt x="50161" y="24785"/>
                  </a:moveTo>
                  <a:cubicBezTo>
                    <a:pt x="50161" y="38474"/>
                    <a:pt x="38932" y="49571"/>
                    <a:pt x="25081" y="49571"/>
                  </a:cubicBezTo>
                  <a:cubicBezTo>
                    <a:pt x="11229" y="49571"/>
                    <a:pt x="0" y="38474"/>
                    <a:pt x="0" y="24785"/>
                  </a:cubicBezTo>
                  <a:cubicBezTo>
                    <a:pt x="0" y="11097"/>
                    <a:pt x="11229" y="0"/>
                    <a:pt x="25081" y="0"/>
                  </a:cubicBezTo>
                  <a:cubicBezTo>
                    <a:pt x="38932" y="0"/>
                    <a:pt x="50161" y="11097"/>
                    <a:pt x="50161" y="2478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75" name="Google Shape;1875;p5"/>
            <p:cNvSpPr/>
            <p:nvPr/>
          </p:nvSpPr>
          <p:spPr>
            <a:xfrm>
              <a:off x="8991049" y="4628931"/>
              <a:ext cx="50161" cy="49570"/>
            </a:xfrm>
            <a:custGeom>
              <a:rect b="b" l="l" r="r" t="t"/>
              <a:pathLst>
                <a:path extrusionOk="0" h="49570" w="50161">
                  <a:moveTo>
                    <a:pt x="50162" y="24785"/>
                  </a:moveTo>
                  <a:cubicBezTo>
                    <a:pt x="50162" y="38474"/>
                    <a:pt x="38933" y="49571"/>
                    <a:pt x="25081" y="49571"/>
                  </a:cubicBezTo>
                  <a:cubicBezTo>
                    <a:pt x="11229" y="49571"/>
                    <a:pt x="0" y="38474"/>
                    <a:pt x="0" y="24785"/>
                  </a:cubicBezTo>
                  <a:cubicBezTo>
                    <a:pt x="0" y="11097"/>
                    <a:pt x="11229" y="0"/>
                    <a:pt x="25081" y="0"/>
                  </a:cubicBezTo>
                  <a:cubicBezTo>
                    <a:pt x="38933" y="0"/>
                    <a:pt x="50162" y="11097"/>
                    <a:pt x="50162" y="2478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76" name="Google Shape;1876;p5"/>
            <p:cNvSpPr/>
            <p:nvPr/>
          </p:nvSpPr>
          <p:spPr>
            <a:xfrm>
              <a:off x="8906681" y="4690938"/>
              <a:ext cx="103797" cy="129543"/>
            </a:xfrm>
            <a:custGeom>
              <a:rect b="b" l="l" r="r" t="t"/>
              <a:pathLst>
                <a:path extrusionOk="0" h="129543" w="103797">
                  <a:moveTo>
                    <a:pt x="34859" y="35714"/>
                  </a:moveTo>
                  <a:cubicBezTo>
                    <a:pt x="29641" y="42679"/>
                    <a:pt x="26023" y="52910"/>
                    <a:pt x="26023" y="64771"/>
                  </a:cubicBezTo>
                  <a:cubicBezTo>
                    <a:pt x="26023" y="76632"/>
                    <a:pt x="29641" y="86864"/>
                    <a:pt x="34859" y="93829"/>
                  </a:cubicBezTo>
                  <a:cubicBezTo>
                    <a:pt x="40078" y="100796"/>
                    <a:pt x="46248" y="103827"/>
                    <a:pt x="51899" y="103827"/>
                  </a:cubicBezTo>
                  <a:cubicBezTo>
                    <a:pt x="57550" y="103827"/>
                    <a:pt x="63719" y="100796"/>
                    <a:pt x="68939" y="93829"/>
                  </a:cubicBezTo>
                  <a:cubicBezTo>
                    <a:pt x="74157" y="86864"/>
                    <a:pt x="77775" y="76632"/>
                    <a:pt x="77775" y="64771"/>
                  </a:cubicBezTo>
                  <a:cubicBezTo>
                    <a:pt x="77775" y="52910"/>
                    <a:pt x="74157" y="42679"/>
                    <a:pt x="68939" y="35714"/>
                  </a:cubicBezTo>
                  <a:cubicBezTo>
                    <a:pt x="63719" y="28746"/>
                    <a:pt x="57550" y="25717"/>
                    <a:pt x="51899" y="25717"/>
                  </a:cubicBezTo>
                  <a:cubicBezTo>
                    <a:pt x="46248" y="25717"/>
                    <a:pt x="40078" y="28746"/>
                    <a:pt x="34859" y="35714"/>
                  </a:cubicBezTo>
                  <a:close/>
                  <a:moveTo>
                    <a:pt x="13944" y="20413"/>
                  </a:moveTo>
                  <a:cubicBezTo>
                    <a:pt x="22799" y="8591"/>
                    <a:pt x="36073" y="0"/>
                    <a:pt x="51899" y="0"/>
                  </a:cubicBezTo>
                  <a:cubicBezTo>
                    <a:pt x="67724" y="0"/>
                    <a:pt x="80999" y="8591"/>
                    <a:pt x="89854" y="20413"/>
                  </a:cubicBezTo>
                  <a:cubicBezTo>
                    <a:pt x="98711" y="32236"/>
                    <a:pt x="103798" y="47962"/>
                    <a:pt x="103798" y="64771"/>
                  </a:cubicBezTo>
                  <a:cubicBezTo>
                    <a:pt x="103798" y="81581"/>
                    <a:pt x="98711" y="97307"/>
                    <a:pt x="89854" y="109130"/>
                  </a:cubicBezTo>
                  <a:cubicBezTo>
                    <a:pt x="80999" y="120951"/>
                    <a:pt x="67724" y="129543"/>
                    <a:pt x="51899" y="129543"/>
                  </a:cubicBezTo>
                  <a:cubicBezTo>
                    <a:pt x="36073" y="129543"/>
                    <a:pt x="22799" y="120951"/>
                    <a:pt x="13944" y="109130"/>
                  </a:cubicBezTo>
                  <a:cubicBezTo>
                    <a:pt x="5086" y="97307"/>
                    <a:pt x="0" y="81581"/>
                    <a:pt x="0" y="64771"/>
                  </a:cubicBezTo>
                  <a:cubicBezTo>
                    <a:pt x="0" y="47962"/>
                    <a:pt x="5086" y="32236"/>
                    <a:pt x="13944" y="2041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877" name="Google Shape;1877;p5"/>
          <p:cNvGrpSpPr/>
          <p:nvPr/>
        </p:nvGrpSpPr>
        <p:grpSpPr>
          <a:xfrm>
            <a:off x="9830009" y="4412053"/>
            <a:ext cx="544795" cy="538385"/>
            <a:chOff x="9830009" y="4412053"/>
            <a:chExt cx="544795" cy="538385"/>
          </a:xfrm>
        </p:grpSpPr>
        <p:sp>
          <p:nvSpPr>
            <p:cNvPr id="1878" name="Google Shape;1878;p5"/>
            <p:cNvSpPr/>
            <p:nvPr/>
          </p:nvSpPr>
          <p:spPr>
            <a:xfrm>
              <a:off x="9830009" y="4412053"/>
              <a:ext cx="544795" cy="538385"/>
            </a:xfrm>
            <a:custGeom>
              <a:rect b="b" l="l" r="r" t="t"/>
              <a:pathLst>
                <a:path extrusionOk="0" h="538385" w="544795">
                  <a:moveTo>
                    <a:pt x="272398" y="538386"/>
                  </a:moveTo>
                  <a:cubicBezTo>
                    <a:pt x="422839" y="538386"/>
                    <a:pt x="544795" y="417864"/>
                    <a:pt x="544795" y="269193"/>
                  </a:cubicBezTo>
                  <a:cubicBezTo>
                    <a:pt x="544795" y="120522"/>
                    <a:pt x="422839" y="0"/>
                    <a:pt x="272398" y="0"/>
                  </a:cubicBezTo>
                  <a:cubicBezTo>
                    <a:pt x="121957" y="0"/>
                    <a:pt x="0" y="120522"/>
                    <a:pt x="0" y="269193"/>
                  </a:cubicBezTo>
                  <a:cubicBezTo>
                    <a:pt x="0" y="417864"/>
                    <a:pt x="121957" y="538386"/>
                    <a:pt x="272398" y="538386"/>
                  </a:cubicBezTo>
                  <a:close/>
                </a:path>
              </a:pathLst>
            </a:custGeom>
            <a:solidFill>
              <a:srgbClr val="FC1C4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79" name="Google Shape;1879;p5"/>
            <p:cNvSpPr/>
            <p:nvPr/>
          </p:nvSpPr>
          <p:spPr>
            <a:xfrm>
              <a:off x="10028859" y="4758629"/>
              <a:ext cx="147106" cy="46755"/>
            </a:xfrm>
            <a:custGeom>
              <a:rect b="b" l="l" r="r" t="t"/>
              <a:pathLst>
                <a:path extrusionOk="0" h="46755" w="147106">
                  <a:moveTo>
                    <a:pt x="2864" y="4811"/>
                  </a:moveTo>
                  <a:cubicBezTo>
                    <a:pt x="7362" y="-728"/>
                    <a:pt x="15551" y="-1614"/>
                    <a:pt x="21156" y="2831"/>
                  </a:cubicBezTo>
                  <a:cubicBezTo>
                    <a:pt x="51768" y="27109"/>
                    <a:pt x="95338" y="27109"/>
                    <a:pt x="125951" y="2831"/>
                  </a:cubicBezTo>
                  <a:cubicBezTo>
                    <a:pt x="131555" y="-1614"/>
                    <a:pt x="139744" y="-728"/>
                    <a:pt x="144243" y="4811"/>
                  </a:cubicBezTo>
                  <a:cubicBezTo>
                    <a:pt x="148740" y="10349"/>
                    <a:pt x="147843" y="18442"/>
                    <a:pt x="142238" y="22887"/>
                  </a:cubicBezTo>
                  <a:cubicBezTo>
                    <a:pt x="102110" y="54712"/>
                    <a:pt x="44996" y="54712"/>
                    <a:pt x="4868" y="22887"/>
                  </a:cubicBezTo>
                  <a:cubicBezTo>
                    <a:pt x="-736" y="18442"/>
                    <a:pt x="-1634" y="10349"/>
                    <a:pt x="2864" y="481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80" name="Google Shape;1880;p5"/>
            <p:cNvSpPr/>
            <p:nvPr/>
          </p:nvSpPr>
          <p:spPr>
            <a:xfrm>
              <a:off x="10085915" y="4555199"/>
              <a:ext cx="32997" cy="119293"/>
            </a:xfrm>
            <a:custGeom>
              <a:rect b="b" l="l" r="r" t="t"/>
              <a:pathLst>
                <a:path extrusionOk="0" h="119293" w="32997">
                  <a:moveTo>
                    <a:pt x="16498" y="0"/>
                  </a:moveTo>
                  <a:cubicBezTo>
                    <a:pt x="25611" y="0"/>
                    <a:pt x="32998" y="7300"/>
                    <a:pt x="32998" y="16304"/>
                  </a:cubicBezTo>
                  <a:lnTo>
                    <a:pt x="32998" y="102989"/>
                  </a:lnTo>
                  <a:cubicBezTo>
                    <a:pt x="32998" y="111993"/>
                    <a:pt x="25611" y="119293"/>
                    <a:pt x="16498" y="119293"/>
                  </a:cubicBezTo>
                  <a:cubicBezTo>
                    <a:pt x="7387" y="119293"/>
                    <a:pt x="0" y="111993"/>
                    <a:pt x="0" y="102989"/>
                  </a:cubicBezTo>
                  <a:lnTo>
                    <a:pt x="0" y="16304"/>
                  </a:lnTo>
                  <a:cubicBezTo>
                    <a:pt x="0" y="7300"/>
                    <a:pt x="7387" y="0"/>
                    <a:pt x="1649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81" name="Google Shape;1881;p5"/>
            <p:cNvSpPr/>
            <p:nvPr/>
          </p:nvSpPr>
          <p:spPr>
            <a:xfrm>
              <a:off x="10081203" y="4694003"/>
              <a:ext cx="42416" cy="41916"/>
            </a:xfrm>
            <a:custGeom>
              <a:rect b="b" l="l" r="r" t="t"/>
              <a:pathLst>
                <a:path extrusionOk="0" h="41916" w="42416">
                  <a:moveTo>
                    <a:pt x="42417" y="20958"/>
                  </a:moveTo>
                  <a:cubicBezTo>
                    <a:pt x="42417" y="32533"/>
                    <a:pt x="32921" y="41917"/>
                    <a:pt x="21208" y="41917"/>
                  </a:cubicBezTo>
                  <a:cubicBezTo>
                    <a:pt x="9495" y="41917"/>
                    <a:pt x="0" y="32533"/>
                    <a:pt x="0" y="20958"/>
                  </a:cubicBezTo>
                  <a:cubicBezTo>
                    <a:pt x="0" y="9383"/>
                    <a:pt x="9495" y="0"/>
                    <a:pt x="21208" y="0"/>
                  </a:cubicBezTo>
                  <a:cubicBezTo>
                    <a:pt x="32921" y="0"/>
                    <a:pt x="42417" y="9383"/>
                    <a:pt x="42417" y="2095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882" name="Google Shape;1882;p5"/>
          <p:cNvGrpSpPr/>
          <p:nvPr/>
        </p:nvGrpSpPr>
        <p:grpSpPr>
          <a:xfrm>
            <a:off x="10973827" y="4412053"/>
            <a:ext cx="544795" cy="538385"/>
            <a:chOff x="10973827" y="4412053"/>
            <a:chExt cx="544795" cy="538385"/>
          </a:xfrm>
        </p:grpSpPr>
        <p:sp>
          <p:nvSpPr>
            <p:cNvPr id="1883" name="Google Shape;1883;p5"/>
            <p:cNvSpPr/>
            <p:nvPr/>
          </p:nvSpPr>
          <p:spPr>
            <a:xfrm>
              <a:off x="10973827" y="4412053"/>
              <a:ext cx="544795" cy="538385"/>
            </a:xfrm>
            <a:custGeom>
              <a:rect b="b" l="l" r="r" t="t"/>
              <a:pathLst>
                <a:path extrusionOk="0" h="538385" w="544795">
                  <a:moveTo>
                    <a:pt x="272398" y="538386"/>
                  </a:moveTo>
                  <a:cubicBezTo>
                    <a:pt x="422839" y="538386"/>
                    <a:pt x="544795" y="417864"/>
                    <a:pt x="544795" y="269193"/>
                  </a:cubicBezTo>
                  <a:cubicBezTo>
                    <a:pt x="544795" y="120522"/>
                    <a:pt x="422839" y="0"/>
                    <a:pt x="272398" y="0"/>
                  </a:cubicBezTo>
                  <a:cubicBezTo>
                    <a:pt x="121957" y="0"/>
                    <a:pt x="0" y="120522"/>
                    <a:pt x="0" y="269193"/>
                  </a:cubicBezTo>
                  <a:cubicBezTo>
                    <a:pt x="0" y="417864"/>
                    <a:pt x="121957" y="538386"/>
                    <a:pt x="272398" y="538386"/>
                  </a:cubicBezTo>
                  <a:close/>
                </a:path>
              </a:pathLst>
            </a:custGeom>
            <a:solidFill>
              <a:srgbClr val="FC1C4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84" name="Google Shape;1884;p5"/>
            <p:cNvSpPr/>
            <p:nvPr/>
          </p:nvSpPr>
          <p:spPr>
            <a:xfrm>
              <a:off x="11161569" y="4769133"/>
              <a:ext cx="169311" cy="25716"/>
            </a:xfrm>
            <a:custGeom>
              <a:rect b="b" l="l" r="r" t="t"/>
              <a:pathLst>
                <a:path extrusionOk="0" h="25716" w="169311">
                  <a:moveTo>
                    <a:pt x="0" y="12858"/>
                  </a:moveTo>
                  <a:cubicBezTo>
                    <a:pt x="0" y="5757"/>
                    <a:pt x="5825" y="0"/>
                    <a:pt x="13011" y="0"/>
                  </a:cubicBezTo>
                  <a:lnTo>
                    <a:pt x="156300" y="0"/>
                  </a:lnTo>
                  <a:cubicBezTo>
                    <a:pt x="163486" y="0"/>
                    <a:pt x="169312" y="5757"/>
                    <a:pt x="169312" y="12858"/>
                  </a:cubicBezTo>
                  <a:cubicBezTo>
                    <a:pt x="169312" y="19959"/>
                    <a:pt x="163486" y="25717"/>
                    <a:pt x="156300" y="25717"/>
                  </a:cubicBezTo>
                  <a:lnTo>
                    <a:pt x="13011" y="25717"/>
                  </a:lnTo>
                  <a:cubicBezTo>
                    <a:pt x="5825" y="25717"/>
                    <a:pt x="0" y="19959"/>
                    <a:pt x="0" y="1285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85" name="Google Shape;1885;p5"/>
            <p:cNvSpPr/>
            <p:nvPr/>
          </p:nvSpPr>
          <p:spPr>
            <a:xfrm>
              <a:off x="11226680" y="4697282"/>
              <a:ext cx="39097" cy="38637"/>
            </a:xfrm>
            <a:custGeom>
              <a:rect b="b" l="l" r="r" t="t"/>
              <a:pathLst>
                <a:path extrusionOk="0" h="38637" w="39097">
                  <a:moveTo>
                    <a:pt x="39098" y="19319"/>
                  </a:moveTo>
                  <a:cubicBezTo>
                    <a:pt x="39098" y="29989"/>
                    <a:pt x="30346" y="38638"/>
                    <a:pt x="19549" y="38638"/>
                  </a:cubicBezTo>
                  <a:cubicBezTo>
                    <a:pt x="8752" y="38638"/>
                    <a:pt x="0" y="29989"/>
                    <a:pt x="0" y="19319"/>
                  </a:cubicBezTo>
                  <a:cubicBezTo>
                    <a:pt x="0" y="8650"/>
                    <a:pt x="8752" y="0"/>
                    <a:pt x="19549" y="0"/>
                  </a:cubicBezTo>
                  <a:cubicBezTo>
                    <a:pt x="30346" y="0"/>
                    <a:pt x="39098" y="8650"/>
                    <a:pt x="39098" y="1931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86" name="Google Shape;1886;p5"/>
            <p:cNvSpPr/>
            <p:nvPr/>
          </p:nvSpPr>
          <p:spPr>
            <a:xfrm>
              <a:off x="11190520" y="4554136"/>
              <a:ext cx="111416" cy="123759"/>
            </a:xfrm>
            <a:custGeom>
              <a:rect b="b" l="l" r="r" t="t"/>
              <a:pathLst>
                <a:path extrusionOk="0" h="123759" w="111416">
                  <a:moveTo>
                    <a:pt x="55708" y="27002"/>
                  </a:moveTo>
                  <a:cubicBezTo>
                    <a:pt x="38392" y="27002"/>
                    <a:pt x="27324" y="38917"/>
                    <a:pt x="27324" y="50211"/>
                  </a:cubicBezTo>
                  <a:cubicBezTo>
                    <a:pt x="27324" y="57668"/>
                    <a:pt x="21207" y="63712"/>
                    <a:pt x="13662" y="63712"/>
                  </a:cubicBezTo>
                  <a:cubicBezTo>
                    <a:pt x="6117" y="63712"/>
                    <a:pt x="0" y="57668"/>
                    <a:pt x="0" y="50211"/>
                  </a:cubicBezTo>
                  <a:cubicBezTo>
                    <a:pt x="0" y="20957"/>
                    <a:pt x="26581" y="0"/>
                    <a:pt x="55708" y="0"/>
                  </a:cubicBezTo>
                  <a:cubicBezTo>
                    <a:pt x="84835" y="0"/>
                    <a:pt x="111417" y="20957"/>
                    <a:pt x="111417" y="50211"/>
                  </a:cubicBezTo>
                  <a:cubicBezTo>
                    <a:pt x="111417" y="74794"/>
                    <a:pt x="92647" y="93517"/>
                    <a:pt x="69370" y="98870"/>
                  </a:cubicBezTo>
                  <a:lnTo>
                    <a:pt x="69370" y="110258"/>
                  </a:lnTo>
                  <a:cubicBezTo>
                    <a:pt x="69370" y="117715"/>
                    <a:pt x="63254" y="123759"/>
                    <a:pt x="55708" y="123759"/>
                  </a:cubicBezTo>
                  <a:cubicBezTo>
                    <a:pt x="48163" y="123759"/>
                    <a:pt x="42046" y="117715"/>
                    <a:pt x="42046" y="110258"/>
                  </a:cubicBezTo>
                  <a:lnTo>
                    <a:pt x="42046" y="86921"/>
                  </a:lnTo>
                  <a:cubicBezTo>
                    <a:pt x="42046" y="79464"/>
                    <a:pt x="48163" y="73420"/>
                    <a:pt x="55708" y="73420"/>
                  </a:cubicBezTo>
                  <a:cubicBezTo>
                    <a:pt x="73025" y="73420"/>
                    <a:pt x="84093" y="61505"/>
                    <a:pt x="84093" y="50211"/>
                  </a:cubicBezTo>
                  <a:cubicBezTo>
                    <a:pt x="84093" y="38917"/>
                    <a:pt x="73025" y="27002"/>
                    <a:pt x="55708" y="2700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87" name="Google Shape;1887;p5"/>
          <p:cNvSpPr txBox="1"/>
          <p:nvPr/>
        </p:nvSpPr>
        <p:spPr>
          <a:xfrm>
            <a:off x="453592" y="2382487"/>
            <a:ext cx="978153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ko-KR" sz="1000" u="none" cap="none" strike="noStrike">
                <a:solidFill>
                  <a:srgbClr val="BBBBBB"/>
                </a:solidFill>
                <a:latin typeface="Arial"/>
                <a:ea typeface="Arial"/>
                <a:cs typeface="Arial"/>
                <a:sym typeface="Arial"/>
              </a:rPr>
              <a:t>Programming</a:t>
            </a:r>
            <a:endParaRPr b="0" i="0" sz="1000" u="none" cap="none" strike="noStrike">
              <a:solidFill>
                <a:srgbClr val="BBBBB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8" name="Google Shape;1888;p5"/>
          <p:cNvSpPr txBox="1"/>
          <p:nvPr/>
        </p:nvSpPr>
        <p:spPr>
          <a:xfrm>
            <a:off x="1606603" y="2382487"/>
            <a:ext cx="978153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ko-KR" sz="1000" u="none" cap="none" strike="noStrike">
                <a:solidFill>
                  <a:srgbClr val="BBBBBB"/>
                </a:solidFill>
                <a:latin typeface="Arial"/>
                <a:ea typeface="Arial"/>
                <a:cs typeface="Arial"/>
                <a:sym typeface="Arial"/>
              </a:rPr>
              <a:t>DataScience</a:t>
            </a:r>
            <a:endParaRPr b="0" i="0" sz="1000" u="none" cap="none" strike="noStrike">
              <a:solidFill>
                <a:srgbClr val="BBBBB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9" name="Google Shape;1889;p5"/>
          <p:cNvSpPr txBox="1"/>
          <p:nvPr/>
        </p:nvSpPr>
        <p:spPr>
          <a:xfrm>
            <a:off x="3122898" y="2382487"/>
            <a:ext cx="293670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ko-KR" sz="1000" u="none" cap="none" strike="noStrike">
                <a:solidFill>
                  <a:srgbClr val="BBBBBB"/>
                </a:solidFill>
                <a:latin typeface="Arial"/>
                <a:ea typeface="Arial"/>
                <a:cs typeface="Arial"/>
                <a:sym typeface="Arial"/>
              </a:rPr>
              <a:t>AI</a:t>
            </a:r>
            <a:endParaRPr b="0" i="0" sz="1000" u="none" cap="none" strike="noStrike">
              <a:solidFill>
                <a:srgbClr val="BBBBB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0" name="Google Shape;1890;p5"/>
          <p:cNvSpPr txBox="1"/>
          <p:nvPr/>
        </p:nvSpPr>
        <p:spPr>
          <a:xfrm>
            <a:off x="4089058" y="2382487"/>
            <a:ext cx="590225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ko-KR" sz="1000" u="none" cap="none" strike="noStrike">
                <a:solidFill>
                  <a:srgbClr val="BBBBBB"/>
                </a:solidFill>
                <a:latin typeface="Arial"/>
                <a:ea typeface="Arial"/>
                <a:cs typeface="Arial"/>
                <a:sym typeface="Arial"/>
              </a:rPr>
              <a:t>Design</a:t>
            </a:r>
            <a:endParaRPr b="0" i="0" sz="1000" u="none" cap="none" strike="noStrike">
              <a:solidFill>
                <a:srgbClr val="BBBBB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1" name="Google Shape;1891;p5"/>
          <p:cNvSpPr txBox="1"/>
          <p:nvPr/>
        </p:nvSpPr>
        <p:spPr>
          <a:xfrm>
            <a:off x="5111342" y="2382487"/>
            <a:ext cx="814646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ko-KR" sz="1000" u="none" cap="none" strike="noStrike">
                <a:solidFill>
                  <a:srgbClr val="BBBBBB"/>
                </a:solidFill>
                <a:latin typeface="Arial"/>
                <a:ea typeface="Arial"/>
                <a:cs typeface="Arial"/>
                <a:sym typeface="Arial"/>
              </a:rPr>
              <a:t>Motion/3D</a:t>
            </a:r>
            <a:endParaRPr b="0" i="0" sz="1000" u="none" cap="none" strike="noStrike">
              <a:solidFill>
                <a:srgbClr val="BBBBB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2" name="Google Shape;1892;p5"/>
          <p:cNvSpPr txBox="1"/>
          <p:nvPr/>
        </p:nvSpPr>
        <p:spPr>
          <a:xfrm>
            <a:off x="6420070" y="2382487"/>
            <a:ext cx="442749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ko-KR" sz="1000" u="none" cap="none" strike="noStrike">
                <a:solidFill>
                  <a:srgbClr val="BBBBBB"/>
                </a:solidFill>
                <a:latin typeface="Arial"/>
                <a:ea typeface="Arial"/>
                <a:cs typeface="Arial"/>
                <a:sym typeface="Arial"/>
              </a:rPr>
              <a:t>Illust</a:t>
            </a:r>
            <a:endParaRPr b="0" i="0" sz="1000" u="none" cap="none" strike="noStrike">
              <a:solidFill>
                <a:srgbClr val="BBBBB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3" name="Google Shape;1893;p5"/>
          <p:cNvSpPr txBox="1"/>
          <p:nvPr/>
        </p:nvSpPr>
        <p:spPr>
          <a:xfrm>
            <a:off x="7268283" y="2382487"/>
            <a:ext cx="1063112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ko-KR" sz="1000" u="none" cap="none" strike="noStrike">
                <a:solidFill>
                  <a:srgbClr val="BBBBBB"/>
                </a:solidFill>
                <a:latin typeface="Arial"/>
                <a:ea typeface="Arial"/>
                <a:cs typeface="Arial"/>
                <a:sym typeface="Arial"/>
              </a:rPr>
              <a:t>Finance/Invest</a:t>
            </a:r>
            <a:endParaRPr b="0" i="0" sz="1000" u="none" cap="none" strike="noStrike">
              <a:solidFill>
                <a:srgbClr val="BBBBB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4" name="Google Shape;1894;p5"/>
          <p:cNvSpPr txBox="1"/>
          <p:nvPr/>
        </p:nvSpPr>
        <p:spPr>
          <a:xfrm>
            <a:off x="8554872" y="2382487"/>
            <a:ext cx="872355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ko-KR" sz="1000" u="none" cap="none" strike="noStrike">
                <a:solidFill>
                  <a:srgbClr val="BBBBBB"/>
                </a:solidFill>
                <a:latin typeface="Arial"/>
                <a:ea typeface="Arial"/>
                <a:cs typeface="Arial"/>
                <a:sym typeface="Arial"/>
              </a:rPr>
              <a:t>MARKETING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5" name="Google Shape;1895;p5"/>
          <p:cNvSpPr txBox="1"/>
          <p:nvPr/>
        </p:nvSpPr>
        <p:spPr>
          <a:xfrm>
            <a:off x="9846914" y="2382487"/>
            <a:ext cx="494045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ko-KR" sz="1000" u="none" cap="none" strike="noStrike">
                <a:solidFill>
                  <a:srgbClr val="BBBBBB"/>
                </a:solidFill>
                <a:latin typeface="Arial"/>
                <a:ea typeface="Arial"/>
                <a:cs typeface="Arial"/>
                <a:sym typeface="Arial"/>
              </a:rPr>
              <a:t>Work</a:t>
            </a:r>
            <a:endParaRPr b="0" i="0" sz="1000" u="none" cap="none" strike="noStrike">
              <a:solidFill>
                <a:srgbClr val="BBBBB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6" name="Google Shape;1896;p5"/>
          <p:cNvSpPr txBox="1"/>
          <p:nvPr/>
        </p:nvSpPr>
        <p:spPr>
          <a:xfrm>
            <a:off x="10773018" y="2382487"/>
            <a:ext cx="928459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ko-KR" sz="1000" u="none" cap="none" strike="noStrike">
                <a:solidFill>
                  <a:srgbClr val="BBBBBB"/>
                </a:solidFill>
                <a:latin typeface="Arial"/>
                <a:ea typeface="Arial"/>
                <a:cs typeface="Arial"/>
                <a:sym typeface="Arial"/>
              </a:rPr>
              <a:t>Business/PM</a:t>
            </a:r>
            <a:endParaRPr b="0" i="0" sz="1000" u="none" cap="none" strike="noStrike">
              <a:solidFill>
                <a:srgbClr val="BBBBB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7" name="Google Shape;1897;p5"/>
          <p:cNvSpPr txBox="1"/>
          <p:nvPr/>
        </p:nvSpPr>
        <p:spPr>
          <a:xfrm>
            <a:off x="431150" y="3768072"/>
            <a:ext cx="1023037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ko-KR" sz="1000" u="none" cap="none" strike="noStrike">
                <a:solidFill>
                  <a:srgbClr val="BBBBBB"/>
                </a:solidFill>
                <a:latin typeface="Arial"/>
                <a:ea typeface="Arial"/>
                <a:cs typeface="Arial"/>
                <a:sym typeface="Arial"/>
              </a:rPr>
              <a:t>Web_desktop</a:t>
            </a:r>
            <a:endParaRPr b="0" i="0" sz="1000" u="none" cap="none" strike="noStrike">
              <a:solidFill>
                <a:srgbClr val="BBBBB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8" name="Google Shape;1898;p5"/>
          <p:cNvSpPr txBox="1"/>
          <p:nvPr/>
        </p:nvSpPr>
        <p:spPr>
          <a:xfrm>
            <a:off x="1629045" y="3768072"/>
            <a:ext cx="933269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ko-KR" sz="1000" u="none" cap="none" strike="noStrike">
                <a:solidFill>
                  <a:srgbClr val="BBBBBB"/>
                </a:solidFill>
                <a:latin typeface="Arial"/>
                <a:ea typeface="Arial"/>
                <a:cs typeface="Arial"/>
                <a:sym typeface="Arial"/>
              </a:rPr>
              <a:t>Web_laptop</a:t>
            </a:r>
            <a:endParaRPr b="0" i="0" sz="1000" u="none" cap="none" strike="noStrike">
              <a:solidFill>
                <a:srgbClr val="BBBBB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9" name="Google Shape;1899;p5"/>
          <p:cNvSpPr txBox="1"/>
          <p:nvPr/>
        </p:nvSpPr>
        <p:spPr>
          <a:xfrm>
            <a:off x="2805503" y="3768072"/>
            <a:ext cx="928460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ko-KR" sz="1000" u="none" cap="none" strike="noStrike">
                <a:solidFill>
                  <a:srgbClr val="BBBBBB"/>
                </a:solidFill>
                <a:latin typeface="Arial"/>
                <a:ea typeface="Arial"/>
                <a:cs typeface="Arial"/>
                <a:sym typeface="Arial"/>
              </a:rPr>
              <a:t>Web_screen</a:t>
            </a:r>
            <a:endParaRPr b="0" i="0" sz="1000" u="none" cap="none" strike="noStrike">
              <a:solidFill>
                <a:srgbClr val="BBBBB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0" name="Google Shape;1900;p5"/>
          <p:cNvSpPr txBox="1"/>
          <p:nvPr/>
        </p:nvSpPr>
        <p:spPr>
          <a:xfrm>
            <a:off x="3963222" y="3768072"/>
            <a:ext cx="841898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ko-KR" sz="1000" u="none" cap="none" strike="noStrike">
                <a:solidFill>
                  <a:srgbClr val="BBBBBB"/>
                </a:solidFill>
                <a:latin typeface="Arial"/>
                <a:ea typeface="Arial"/>
                <a:cs typeface="Arial"/>
                <a:sym typeface="Arial"/>
              </a:rPr>
              <a:t>Mobile_iOS</a:t>
            </a:r>
            <a:endParaRPr b="0" i="0" sz="1000" u="none" cap="none" strike="noStrike">
              <a:solidFill>
                <a:srgbClr val="BBBBB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1" name="Google Shape;1901;p5"/>
          <p:cNvSpPr txBox="1"/>
          <p:nvPr/>
        </p:nvSpPr>
        <p:spPr>
          <a:xfrm>
            <a:off x="4969476" y="3768072"/>
            <a:ext cx="1098378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ko-KR" sz="1000" u="none" cap="none" strike="noStrike">
                <a:solidFill>
                  <a:srgbClr val="BBBBBB"/>
                </a:solidFill>
                <a:latin typeface="Arial"/>
                <a:ea typeface="Arial"/>
                <a:cs typeface="Arial"/>
                <a:sym typeface="Arial"/>
              </a:rPr>
              <a:t>Mobile_Android</a:t>
            </a:r>
            <a:endParaRPr b="0" i="0" sz="1000" u="none" cap="none" strike="noStrike">
              <a:solidFill>
                <a:srgbClr val="BBBBB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2" name="Google Shape;1902;p5"/>
          <p:cNvSpPr txBox="1"/>
          <p:nvPr/>
        </p:nvSpPr>
        <p:spPr>
          <a:xfrm>
            <a:off x="6358354" y="3768072"/>
            <a:ext cx="566182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ko-KR" sz="1000" u="none" cap="none" strike="noStrike">
                <a:solidFill>
                  <a:srgbClr val="BBBBBB"/>
                </a:solidFill>
                <a:latin typeface="Arial"/>
                <a:ea typeface="Arial"/>
                <a:cs typeface="Arial"/>
                <a:sym typeface="Arial"/>
              </a:rPr>
              <a:t>Tablet</a:t>
            </a:r>
            <a:endParaRPr b="0" i="0" sz="1000" u="none" cap="none" strike="noStrike">
              <a:solidFill>
                <a:srgbClr val="BBBBB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3" name="Google Shape;1903;p5"/>
          <p:cNvSpPr txBox="1"/>
          <p:nvPr/>
        </p:nvSpPr>
        <p:spPr>
          <a:xfrm>
            <a:off x="7633768" y="3768072"/>
            <a:ext cx="332142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ko-KR" sz="1000" u="none" cap="none" strike="noStrike">
                <a:solidFill>
                  <a:srgbClr val="BBBBBB"/>
                </a:solidFill>
                <a:latin typeface="Arial"/>
                <a:ea typeface="Arial"/>
                <a:cs typeface="Arial"/>
                <a:sym typeface="Arial"/>
              </a:rPr>
              <a:t>TV</a:t>
            </a:r>
            <a:endParaRPr b="0" i="0" sz="1000" u="none" cap="none" strike="noStrike">
              <a:solidFill>
                <a:srgbClr val="BBBBB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4" name="Google Shape;1904;p5"/>
          <p:cNvSpPr txBox="1"/>
          <p:nvPr/>
        </p:nvSpPr>
        <p:spPr>
          <a:xfrm>
            <a:off x="8598153" y="3768072"/>
            <a:ext cx="785793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ko-KR" sz="1000" u="none" cap="none" strike="noStrike">
                <a:solidFill>
                  <a:srgbClr val="BBBBBB"/>
                </a:solidFill>
                <a:latin typeface="Arial"/>
                <a:ea typeface="Arial"/>
                <a:cs typeface="Arial"/>
                <a:sym typeface="Arial"/>
              </a:rPr>
              <a:t>Database</a:t>
            </a:r>
            <a:endParaRPr b="0" i="0" sz="1000" u="none" cap="none" strike="noStrike">
              <a:solidFill>
                <a:srgbClr val="BBBBB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5" name="Google Shape;1905;p5"/>
          <p:cNvSpPr txBox="1"/>
          <p:nvPr/>
        </p:nvSpPr>
        <p:spPr>
          <a:xfrm>
            <a:off x="9802831" y="3768072"/>
            <a:ext cx="582211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ko-KR" sz="1000" u="none" cap="none" strike="noStrike">
                <a:solidFill>
                  <a:srgbClr val="BBBBBB"/>
                </a:solidFill>
                <a:latin typeface="Arial"/>
                <a:ea typeface="Arial"/>
                <a:cs typeface="Arial"/>
                <a:sym typeface="Arial"/>
              </a:rPr>
              <a:t>Person</a:t>
            </a:r>
            <a:endParaRPr b="0" i="0" sz="1000" u="none" cap="none" strike="noStrike">
              <a:solidFill>
                <a:srgbClr val="BBBBB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6" name="Google Shape;1906;p5"/>
          <p:cNvSpPr txBox="1"/>
          <p:nvPr/>
        </p:nvSpPr>
        <p:spPr>
          <a:xfrm>
            <a:off x="10939730" y="3768072"/>
            <a:ext cx="595035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ko-KR" sz="1000" u="none" cap="none" strike="noStrike">
                <a:solidFill>
                  <a:srgbClr val="BBBBBB"/>
                </a:solidFill>
                <a:latin typeface="Arial"/>
                <a:ea typeface="Arial"/>
                <a:cs typeface="Arial"/>
                <a:sym typeface="Arial"/>
              </a:rPr>
              <a:t>People</a:t>
            </a:r>
            <a:endParaRPr b="0" i="0" sz="1000" u="none" cap="none" strike="noStrike">
              <a:solidFill>
                <a:srgbClr val="BBBBB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7" name="Google Shape;1907;p5"/>
          <p:cNvSpPr txBox="1"/>
          <p:nvPr/>
        </p:nvSpPr>
        <p:spPr>
          <a:xfrm>
            <a:off x="431150" y="5176081"/>
            <a:ext cx="1023037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ko-KR" sz="1000" u="none" cap="none" strike="noStrike">
                <a:solidFill>
                  <a:srgbClr val="BBBBBB"/>
                </a:solidFill>
                <a:latin typeface="Arial"/>
                <a:ea typeface="Arial"/>
                <a:cs typeface="Arial"/>
                <a:sym typeface="Arial"/>
              </a:rPr>
              <a:t>Emotion_smile</a:t>
            </a:r>
            <a:endParaRPr b="0" i="0" sz="1000" u="none" cap="none" strike="noStrike">
              <a:solidFill>
                <a:srgbClr val="BBBBB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8" name="Google Shape;1908;p5"/>
          <p:cNvSpPr txBox="1"/>
          <p:nvPr/>
        </p:nvSpPr>
        <p:spPr>
          <a:xfrm>
            <a:off x="1540078" y="5176081"/>
            <a:ext cx="1111203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ko-KR" sz="1000" u="none" cap="none" strike="noStrike">
                <a:solidFill>
                  <a:srgbClr val="BBBBBB"/>
                </a:solidFill>
                <a:latin typeface="Arial"/>
                <a:ea typeface="Arial"/>
                <a:cs typeface="Arial"/>
                <a:sym typeface="Arial"/>
              </a:rPr>
              <a:t>Emotion_happy</a:t>
            </a:r>
            <a:endParaRPr b="0" i="0" sz="1000" u="none" cap="none" strike="noStrike">
              <a:solidFill>
                <a:srgbClr val="BBBBB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9" name="Google Shape;1909;p5"/>
          <p:cNvSpPr txBox="1"/>
          <p:nvPr/>
        </p:nvSpPr>
        <p:spPr>
          <a:xfrm>
            <a:off x="2684477" y="5176081"/>
            <a:ext cx="1170513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ko-KR" sz="1000" u="none" cap="none" strike="noStrike">
                <a:solidFill>
                  <a:srgbClr val="BBBBBB"/>
                </a:solidFill>
                <a:latin typeface="Arial"/>
                <a:ea typeface="Arial"/>
                <a:cs typeface="Arial"/>
                <a:sym typeface="Arial"/>
              </a:rPr>
              <a:t>Emotion_excited</a:t>
            </a:r>
            <a:endParaRPr b="0" i="0" sz="1000" u="none" cap="none" strike="noStrike">
              <a:solidFill>
                <a:srgbClr val="BBBBB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0" name="Google Shape;1910;p5"/>
          <p:cNvSpPr txBox="1"/>
          <p:nvPr/>
        </p:nvSpPr>
        <p:spPr>
          <a:xfrm>
            <a:off x="3885477" y="5176081"/>
            <a:ext cx="997389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ko-KR" sz="1000" u="none" cap="none" strike="noStrike">
                <a:solidFill>
                  <a:srgbClr val="BBBBBB"/>
                </a:solidFill>
                <a:latin typeface="Arial"/>
                <a:ea typeface="Arial"/>
                <a:cs typeface="Arial"/>
                <a:sym typeface="Arial"/>
              </a:rPr>
              <a:t>Emotion_soso</a:t>
            </a:r>
            <a:endParaRPr b="0" i="0" sz="1000" u="none" cap="none" strike="noStrike">
              <a:solidFill>
                <a:srgbClr val="BBBBB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1" name="Google Shape;1911;p5"/>
          <p:cNvSpPr txBox="1"/>
          <p:nvPr/>
        </p:nvSpPr>
        <p:spPr>
          <a:xfrm>
            <a:off x="4969476" y="5176081"/>
            <a:ext cx="1098378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ko-KR" sz="1000" u="none" cap="none" strike="noStrike">
                <a:solidFill>
                  <a:srgbClr val="BBBBBB"/>
                </a:solidFill>
                <a:latin typeface="Arial"/>
                <a:ea typeface="Arial"/>
                <a:cs typeface="Arial"/>
                <a:sym typeface="Arial"/>
              </a:rPr>
              <a:t>Emotion_humm</a:t>
            </a:r>
            <a:endParaRPr b="0" i="0" sz="1000" u="none" cap="none" strike="noStrike">
              <a:solidFill>
                <a:srgbClr val="BBBBB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2" name="Google Shape;1912;p5"/>
          <p:cNvSpPr txBox="1"/>
          <p:nvPr/>
        </p:nvSpPr>
        <p:spPr>
          <a:xfrm>
            <a:off x="6154773" y="5176081"/>
            <a:ext cx="973344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ko-KR" sz="1000" u="none" cap="none" strike="noStrike">
                <a:solidFill>
                  <a:srgbClr val="BBBBBB"/>
                </a:solidFill>
                <a:latin typeface="Arial"/>
                <a:ea typeface="Arial"/>
                <a:cs typeface="Arial"/>
                <a:sym typeface="Arial"/>
              </a:rPr>
              <a:t>Emotion_bad</a:t>
            </a:r>
            <a:endParaRPr b="0" i="0" sz="1000" u="none" cap="none" strike="noStrike">
              <a:solidFill>
                <a:srgbClr val="BBBBB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3" name="Google Shape;1913;p5"/>
          <p:cNvSpPr txBox="1"/>
          <p:nvPr/>
        </p:nvSpPr>
        <p:spPr>
          <a:xfrm>
            <a:off x="7325190" y="5176081"/>
            <a:ext cx="949299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ko-KR" sz="1000" u="none" cap="none" strike="noStrike">
                <a:solidFill>
                  <a:srgbClr val="BBBBBB"/>
                </a:solidFill>
                <a:latin typeface="Arial"/>
                <a:ea typeface="Arial"/>
                <a:cs typeface="Arial"/>
                <a:sym typeface="Arial"/>
              </a:rPr>
              <a:t>Emotion_sad</a:t>
            </a:r>
            <a:endParaRPr b="0" i="0" sz="1000" u="none" cap="none" strike="noStrike">
              <a:solidFill>
                <a:srgbClr val="BBBBB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4" name="Google Shape;1914;p5"/>
          <p:cNvSpPr txBox="1"/>
          <p:nvPr/>
        </p:nvSpPr>
        <p:spPr>
          <a:xfrm>
            <a:off x="8352894" y="5176081"/>
            <a:ext cx="1276311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ko-KR" sz="1000" u="none" cap="none" strike="noStrike">
                <a:solidFill>
                  <a:srgbClr val="BBBBBB"/>
                </a:solidFill>
                <a:latin typeface="Arial"/>
                <a:ea typeface="Arial"/>
                <a:cs typeface="Arial"/>
                <a:sym typeface="Arial"/>
              </a:rPr>
              <a:t>Emotion_Surprised</a:t>
            </a:r>
            <a:endParaRPr b="0" i="0" sz="1000" u="none" cap="none" strike="noStrike">
              <a:solidFill>
                <a:srgbClr val="BBBBB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5" name="Google Shape;1915;p5"/>
          <p:cNvSpPr txBox="1"/>
          <p:nvPr/>
        </p:nvSpPr>
        <p:spPr>
          <a:xfrm>
            <a:off x="9715468" y="5176081"/>
            <a:ext cx="756938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ko-KR" sz="1000" u="none" cap="none" strike="noStrike">
                <a:solidFill>
                  <a:srgbClr val="BBBBBB"/>
                </a:solidFill>
                <a:latin typeface="Arial"/>
                <a:ea typeface="Arial"/>
                <a:cs typeface="Arial"/>
                <a:sym typeface="Arial"/>
              </a:rPr>
              <a:t>Emotion_!</a:t>
            </a:r>
            <a:endParaRPr b="0" i="0" sz="1000" u="none" cap="none" strike="noStrike">
              <a:solidFill>
                <a:srgbClr val="BBBBB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6" name="Google Shape;1916;p5"/>
          <p:cNvSpPr txBox="1"/>
          <p:nvPr/>
        </p:nvSpPr>
        <p:spPr>
          <a:xfrm>
            <a:off x="10838741" y="5176081"/>
            <a:ext cx="797014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ko-KR" sz="1000" u="none" cap="none" strike="noStrike">
                <a:solidFill>
                  <a:srgbClr val="BBBBBB"/>
                </a:solidFill>
                <a:latin typeface="Arial"/>
                <a:ea typeface="Arial"/>
                <a:cs typeface="Arial"/>
                <a:sym typeface="Arial"/>
              </a:rPr>
              <a:t>Emotion_?</a:t>
            </a:r>
            <a:endParaRPr b="0" i="0" sz="1000" u="none" cap="none" strike="noStrike">
              <a:solidFill>
                <a:srgbClr val="BBBBB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7" name="Google Shape;1917;p5"/>
          <p:cNvSpPr txBox="1"/>
          <p:nvPr>
            <p:ph idx="1" type="body"/>
          </p:nvPr>
        </p:nvSpPr>
        <p:spPr>
          <a:xfrm>
            <a:off x="417525" y="182918"/>
            <a:ext cx="5335912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/>
              <a:t>Guide : Icon 1</a:t>
            </a:r>
            <a:endParaRPr b="1" sz="8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1" name="Shape 19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2" name="Google Shape;1922;p6"/>
          <p:cNvSpPr txBox="1"/>
          <p:nvPr/>
        </p:nvSpPr>
        <p:spPr>
          <a:xfrm>
            <a:off x="701256" y="2382487"/>
            <a:ext cx="482824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ko-KR" sz="1000" u="none" cap="none" strike="noStrike">
                <a:solidFill>
                  <a:srgbClr val="BBBBBB"/>
                </a:solidFill>
                <a:latin typeface="Arial"/>
                <a:ea typeface="Arial"/>
                <a:cs typeface="Arial"/>
                <a:sym typeface="Arial"/>
              </a:rPr>
              <a:t>Gear</a:t>
            </a:r>
            <a:endParaRPr b="0" i="0" sz="1000" u="none" cap="none" strike="noStrike">
              <a:solidFill>
                <a:srgbClr val="BBBBB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3" name="Google Shape;1923;p6"/>
          <p:cNvSpPr txBox="1"/>
          <p:nvPr/>
        </p:nvSpPr>
        <p:spPr>
          <a:xfrm>
            <a:off x="1704386" y="2382487"/>
            <a:ext cx="782586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ko-KR" sz="1000" u="none" cap="none" strike="noStrike">
                <a:solidFill>
                  <a:srgbClr val="BBBBBB"/>
                </a:solidFill>
                <a:latin typeface="Arial"/>
                <a:ea typeface="Arial"/>
                <a:cs typeface="Arial"/>
                <a:sym typeface="Arial"/>
              </a:rPr>
              <a:t>Graph_up</a:t>
            </a:r>
            <a:endParaRPr b="0" i="0" sz="1000" u="none" cap="none" strike="noStrike">
              <a:solidFill>
                <a:srgbClr val="BBBBB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4" name="Google Shape;1924;p6"/>
          <p:cNvSpPr txBox="1"/>
          <p:nvPr/>
        </p:nvSpPr>
        <p:spPr>
          <a:xfrm>
            <a:off x="2790275" y="2382487"/>
            <a:ext cx="958917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ko-KR" sz="1000" u="none" cap="none" strike="noStrike">
                <a:solidFill>
                  <a:srgbClr val="BBBBBB"/>
                </a:solidFill>
                <a:latin typeface="Arial"/>
                <a:ea typeface="Arial"/>
                <a:cs typeface="Arial"/>
                <a:sym typeface="Arial"/>
              </a:rPr>
              <a:t>Graph_down</a:t>
            </a:r>
            <a:endParaRPr b="0" i="0" sz="1000" u="none" cap="none" strike="noStrike">
              <a:solidFill>
                <a:srgbClr val="BBBBB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5" name="Google Shape;1925;p6"/>
          <p:cNvSpPr txBox="1"/>
          <p:nvPr/>
        </p:nvSpPr>
        <p:spPr>
          <a:xfrm>
            <a:off x="4089058" y="2382487"/>
            <a:ext cx="590225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ko-KR" sz="1000" u="none" cap="none" strike="noStrike">
                <a:solidFill>
                  <a:srgbClr val="BBBBBB"/>
                </a:solidFill>
                <a:latin typeface="Arial"/>
                <a:ea typeface="Arial"/>
                <a:cs typeface="Arial"/>
                <a:sym typeface="Arial"/>
              </a:rPr>
              <a:t>saying</a:t>
            </a:r>
            <a:endParaRPr b="0" i="0" sz="1000" u="none" cap="none" strike="noStrike">
              <a:solidFill>
                <a:srgbClr val="BBBBB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6" name="Google Shape;1926;p6"/>
          <p:cNvSpPr txBox="1"/>
          <p:nvPr/>
        </p:nvSpPr>
        <p:spPr>
          <a:xfrm>
            <a:off x="5134585" y="2382487"/>
            <a:ext cx="768159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ko-KR" sz="1000" u="none" cap="none" strike="noStrike">
                <a:solidFill>
                  <a:srgbClr val="BBBBBB"/>
                </a:solidFill>
                <a:latin typeface="Arial"/>
                <a:ea typeface="Arial"/>
                <a:cs typeface="Arial"/>
                <a:sym typeface="Arial"/>
              </a:rPr>
              <a:t>Light bulb</a:t>
            </a:r>
            <a:endParaRPr b="0" i="0" sz="1000" u="none" cap="none" strike="noStrike">
              <a:solidFill>
                <a:srgbClr val="BBBBB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7" name="Google Shape;1927;p6"/>
          <p:cNvSpPr txBox="1"/>
          <p:nvPr/>
        </p:nvSpPr>
        <p:spPr>
          <a:xfrm>
            <a:off x="6359156" y="2382487"/>
            <a:ext cx="564578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ko-KR" sz="1000" u="none" cap="none" strike="noStrike">
                <a:solidFill>
                  <a:srgbClr val="BBBBBB"/>
                </a:solidFill>
                <a:latin typeface="Arial"/>
                <a:ea typeface="Arial"/>
                <a:cs typeface="Arial"/>
                <a:sym typeface="Arial"/>
              </a:rPr>
              <a:t>Infinity</a:t>
            </a:r>
            <a:endParaRPr b="0" i="0" sz="1000" u="none" cap="none" strike="noStrike">
              <a:solidFill>
                <a:srgbClr val="BBBBB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8" name="Google Shape;1928;p6"/>
          <p:cNvSpPr txBox="1"/>
          <p:nvPr/>
        </p:nvSpPr>
        <p:spPr>
          <a:xfrm>
            <a:off x="7540793" y="2382487"/>
            <a:ext cx="518091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ko-KR" sz="1000" u="none" cap="none" strike="noStrike">
                <a:solidFill>
                  <a:srgbClr val="BBBBBB"/>
                </a:solidFill>
                <a:latin typeface="Arial"/>
                <a:ea typeface="Arial"/>
                <a:cs typeface="Arial"/>
                <a:sym typeface="Arial"/>
              </a:rPr>
              <a:t>Cycle</a:t>
            </a:r>
            <a:endParaRPr b="0" i="0" sz="1000" u="none" cap="none" strike="noStrike">
              <a:solidFill>
                <a:srgbClr val="BBBBB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9" name="Google Shape;1929;p6"/>
          <p:cNvSpPr txBox="1"/>
          <p:nvPr/>
        </p:nvSpPr>
        <p:spPr>
          <a:xfrm>
            <a:off x="8685708" y="2382487"/>
            <a:ext cx="562975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ko-KR" sz="1000" u="none" cap="none" strike="noStrike">
                <a:solidFill>
                  <a:srgbClr val="BBBBBB"/>
                </a:solidFill>
                <a:latin typeface="Arial"/>
                <a:ea typeface="Arial"/>
                <a:cs typeface="Arial"/>
                <a:sym typeface="Arial"/>
              </a:rPr>
              <a:t>Check</a:t>
            </a:r>
            <a:endParaRPr b="0" i="0" sz="1000" u="none" cap="none" strike="noStrike">
              <a:solidFill>
                <a:srgbClr val="BBBBB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0" name="Google Shape;1930;p6"/>
          <p:cNvSpPr txBox="1"/>
          <p:nvPr/>
        </p:nvSpPr>
        <p:spPr>
          <a:xfrm>
            <a:off x="9883782" y="2382487"/>
            <a:ext cx="420308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ko-KR" sz="1000" u="none" cap="none" strike="noStrike">
                <a:solidFill>
                  <a:srgbClr val="BBBBBB"/>
                </a:solidFill>
                <a:latin typeface="Arial"/>
                <a:ea typeface="Arial"/>
                <a:cs typeface="Arial"/>
                <a:sym typeface="Arial"/>
              </a:rPr>
              <a:t>Mail</a:t>
            </a:r>
            <a:endParaRPr b="0" i="0" sz="1000" u="none" cap="none" strike="noStrike">
              <a:solidFill>
                <a:srgbClr val="BBBBB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1" name="Google Shape;1931;p6"/>
          <p:cNvSpPr txBox="1"/>
          <p:nvPr/>
        </p:nvSpPr>
        <p:spPr>
          <a:xfrm>
            <a:off x="10978202" y="2382487"/>
            <a:ext cx="518091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ko-KR" sz="1000" u="none" cap="none" strike="noStrike">
                <a:solidFill>
                  <a:srgbClr val="BBBBBB"/>
                </a:solidFill>
                <a:latin typeface="Arial"/>
                <a:ea typeface="Arial"/>
                <a:cs typeface="Arial"/>
                <a:sym typeface="Arial"/>
              </a:rPr>
              <a:t>Clock</a:t>
            </a:r>
            <a:endParaRPr b="0" i="0" sz="1000" u="none" cap="none" strike="noStrike">
              <a:solidFill>
                <a:srgbClr val="BBBBB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2" name="Google Shape;1932;p6"/>
          <p:cNvSpPr txBox="1"/>
          <p:nvPr/>
        </p:nvSpPr>
        <p:spPr>
          <a:xfrm>
            <a:off x="728507" y="3768072"/>
            <a:ext cx="428322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ko-KR" sz="1000" u="none" cap="none" strike="noStrike">
                <a:solidFill>
                  <a:srgbClr val="BBBBBB"/>
                </a:solidFill>
                <a:latin typeface="Arial"/>
                <a:ea typeface="Arial"/>
                <a:cs typeface="Arial"/>
                <a:sym typeface="Arial"/>
              </a:rPr>
              <a:t>Star</a:t>
            </a:r>
            <a:endParaRPr b="0" i="0" sz="1000" u="none" cap="none" strike="noStrike">
              <a:solidFill>
                <a:srgbClr val="BBBBB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3" name="Google Shape;1933;p6"/>
          <p:cNvSpPr txBox="1"/>
          <p:nvPr/>
        </p:nvSpPr>
        <p:spPr>
          <a:xfrm>
            <a:off x="1649884" y="3768072"/>
            <a:ext cx="891590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ko-KR" sz="1000" u="none" cap="none" strike="noStrike">
                <a:solidFill>
                  <a:srgbClr val="BBBBBB"/>
                </a:solidFill>
                <a:latin typeface="Arial"/>
                <a:ea typeface="Arial"/>
                <a:cs typeface="Arial"/>
                <a:sym typeface="Arial"/>
              </a:rPr>
              <a:t>Hand_good</a:t>
            </a:r>
            <a:endParaRPr b="0" i="0" sz="1000" u="none" cap="none" strike="noStrike">
              <a:solidFill>
                <a:srgbClr val="BBBBB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4" name="Google Shape;1934;p6"/>
          <p:cNvSpPr txBox="1"/>
          <p:nvPr/>
        </p:nvSpPr>
        <p:spPr>
          <a:xfrm>
            <a:off x="3040343" y="3768072"/>
            <a:ext cx="458779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ko-KR" sz="1000" u="none" cap="none" strike="noStrike">
                <a:solidFill>
                  <a:srgbClr val="BBBBBB"/>
                </a:solidFill>
                <a:latin typeface="Arial"/>
                <a:ea typeface="Arial"/>
                <a:cs typeface="Arial"/>
                <a:sym typeface="Arial"/>
              </a:rPr>
              <a:t>Lock</a:t>
            </a:r>
            <a:endParaRPr b="0" i="0" sz="1000" u="none" cap="none" strike="noStrike">
              <a:solidFill>
                <a:srgbClr val="BBBBB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5" name="Google Shape;1935;p6"/>
          <p:cNvSpPr txBox="1"/>
          <p:nvPr/>
        </p:nvSpPr>
        <p:spPr>
          <a:xfrm>
            <a:off x="3963222" y="3768072"/>
            <a:ext cx="841898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ko-KR" sz="1000" u="none" cap="none" strike="noStrike">
                <a:solidFill>
                  <a:srgbClr val="BBBBBB"/>
                </a:solidFill>
                <a:latin typeface="Arial"/>
                <a:ea typeface="Arial"/>
                <a:cs typeface="Arial"/>
                <a:sym typeface="Arial"/>
              </a:rPr>
              <a:t>Play_video</a:t>
            </a:r>
            <a:endParaRPr b="0" i="0" sz="1000" u="none" cap="none" strike="noStrike">
              <a:solidFill>
                <a:srgbClr val="BBBBB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6" name="Google Shape;1936;p6"/>
          <p:cNvSpPr txBox="1"/>
          <p:nvPr/>
        </p:nvSpPr>
        <p:spPr>
          <a:xfrm>
            <a:off x="5342976" y="3768072"/>
            <a:ext cx="351378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ko-KR" sz="1000" u="none" cap="none" strike="noStrike">
                <a:solidFill>
                  <a:srgbClr val="BBBBBB"/>
                </a:solidFill>
                <a:latin typeface="Arial"/>
                <a:ea typeface="Arial"/>
                <a:cs typeface="Arial"/>
                <a:sym typeface="Arial"/>
              </a:rPr>
              <a:t>Up</a:t>
            </a:r>
            <a:endParaRPr b="0" i="0" sz="1000" u="none" cap="none" strike="noStrike">
              <a:solidFill>
                <a:srgbClr val="BBBBB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7" name="Google Shape;1937;p6"/>
          <p:cNvSpPr txBox="1"/>
          <p:nvPr/>
        </p:nvSpPr>
        <p:spPr>
          <a:xfrm>
            <a:off x="6421673" y="3768072"/>
            <a:ext cx="439543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ko-KR" sz="1000" u="none" cap="none" strike="noStrike">
                <a:solidFill>
                  <a:srgbClr val="BBBBBB"/>
                </a:solidFill>
                <a:latin typeface="Arial"/>
                <a:ea typeface="Arial"/>
                <a:cs typeface="Arial"/>
                <a:sym typeface="Arial"/>
              </a:rPr>
              <a:t>Flag</a:t>
            </a:r>
            <a:endParaRPr b="0" i="0" sz="1000" u="none" cap="none" strike="noStrike">
              <a:solidFill>
                <a:srgbClr val="BBBBB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8" name="Google Shape;1938;p6"/>
          <p:cNvSpPr txBox="1"/>
          <p:nvPr/>
        </p:nvSpPr>
        <p:spPr>
          <a:xfrm>
            <a:off x="7558427" y="3768072"/>
            <a:ext cx="482824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ko-KR" sz="1000" u="none" cap="none" strike="noStrike">
                <a:solidFill>
                  <a:srgbClr val="BBBBBB"/>
                </a:solidFill>
                <a:latin typeface="Arial"/>
                <a:ea typeface="Arial"/>
                <a:cs typeface="Arial"/>
                <a:sym typeface="Arial"/>
              </a:rPr>
              <a:t>Book</a:t>
            </a:r>
            <a:endParaRPr b="0" i="0" sz="1000" u="none" cap="none" strike="noStrike">
              <a:solidFill>
                <a:srgbClr val="BBBBB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9" name="Google Shape;1939;p6"/>
          <p:cNvSpPr txBox="1"/>
          <p:nvPr/>
        </p:nvSpPr>
        <p:spPr>
          <a:xfrm>
            <a:off x="8780350" y="3768072"/>
            <a:ext cx="357790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ko-KR" sz="1000" u="none" cap="none" strike="noStrike">
                <a:solidFill>
                  <a:srgbClr val="BBBBBB"/>
                </a:solidFill>
                <a:latin typeface="Arial"/>
                <a:ea typeface="Arial"/>
                <a:cs typeface="Arial"/>
                <a:sym typeface="Arial"/>
              </a:rPr>
              <a:t>Pin</a:t>
            </a:r>
            <a:endParaRPr b="0" i="0" sz="1000" u="none" cap="none" strike="noStrike">
              <a:solidFill>
                <a:srgbClr val="BBBBB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0" name="Google Shape;1940;p6"/>
          <p:cNvSpPr txBox="1"/>
          <p:nvPr/>
        </p:nvSpPr>
        <p:spPr>
          <a:xfrm>
            <a:off x="9897408" y="3768072"/>
            <a:ext cx="393056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ko-KR" sz="1000" u="none" cap="none" strike="noStrike">
                <a:solidFill>
                  <a:srgbClr val="BBBBBB"/>
                </a:solidFill>
                <a:latin typeface="Arial"/>
                <a:ea typeface="Arial"/>
                <a:cs typeface="Arial"/>
                <a:sym typeface="Arial"/>
              </a:rPr>
              <a:t>Eye</a:t>
            </a:r>
            <a:endParaRPr b="0" i="0" sz="1000" u="none" cap="none" strike="noStrike">
              <a:solidFill>
                <a:srgbClr val="BBBBB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1" name="Google Shape;1941;p6"/>
          <p:cNvSpPr txBox="1"/>
          <p:nvPr/>
        </p:nvSpPr>
        <p:spPr>
          <a:xfrm>
            <a:off x="10979003" y="3768072"/>
            <a:ext cx="516488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ko-KR" sz="1000" u="none" cap="none" strike="noStrike">
                <a:solidFill>
                  <a:srgbClr val="BBBBBB"/>
                </a:solidFill>
                <a:latin typeface="Arial"/>
                <a:ea typeface="Arial"/>
                <a:cs typeface="Arial"/>
                <a:sym typeface="Arial"/>
              </a:rPr>
              <a:t>Heart</a:t>
            </a:r>
            <a:endParaRPr b="0" i="0" sz="1000" u="none" cap="none" strike="noStrike">
              <a:solidFill>
                <a:srgbClr val="BBBBB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2" name="Google Shape;1942;p6"/>
          <p:cNvSpPr txBox="1"/>
          <p:nvPr/>
        </p:nvSpPr>
        <p:spPr>
          <a:xfrm>
            <a:off x="629121" y="5176081"/>
            <a:ext cx="627095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ko-KR" sz="1000" u="none" cap="none" strike="noStrike">
                <a:solidFill>
                  <a:srgbClr val="BBBBBB"/>
                </a:solidFill>
                <a:latin typeface="Arial"/>
                <a:ea typeface="Arial"/>
                <a:cs typeface="Arial"/>
                <a:sym typeface="Arial"/>
              </a:rPr>
              <a:t>Sparkle</a:t>
            </a:r>
            <a:endParaRPr b="0" i="0" sz="1000" u="none" cap="none" strike="noStrike">
              <a:solidFill>
                <a:srgbClr val="BBBBB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3" name="Google Shape;1943;p6"/>
          <p:cNvSpPr txBox="1"/>
          <p:nvPr/>
        </p:nvSpPr>
        <p:spPr>
          <a:xfrm>
            <a:off x="1685952" y="5176081"/>
            <a:ext cx="819455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ko-KR" sz="1000" u="none" cap="none" strike="noStrike">
                <a:solidFill>
                  <a:srgbClr val="BBBBBB"/>
                </a:solidFill>
                <a:latin typeface="Arial"/>
                <a:ea typeface="Arial"/>
                <a:cs typeface="Arial"/>
                <a:sym typeface="Arial"/>
              </a:rPr>
              <a:t>Hand_bad</a:t>
            </a:r>
            <a:endParaRPr b="0" i="0" sz="1000" u="none" cap="none" strike="noStrike">
              <a:solidFill>
                <a:srgbClr val="BBBBB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4" name="Google Shape;1944;p6"/>
          <p:cNvSpPr txBox="1"/>
          <p:nvPr/>
        </p:nvSpPr>
        <p:spPr>
          <a:xfrm>
            <a:off x="3069999" y="5176081"/>
            <a:ext cx="399468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ko-KR" sz="1000" u="none" cap="none" strike="noStrike">
                <a:solidFill>
                  <a:srgbClr val="BBBBBB"/>
                </a:solidFill>
                <a:latin typeface="Arial"/>
                <a:ea typeface="Arial"/>
                <a:cs typeface="Arial"/>
                <a:sym typeface="Arial"/>
              </a:rPr>
              <a:t>Key</a:t>
            </a:r>
            <a:endParaRPr b="0" i="0" sz="1000" u="none" cap="none" strike="noStrike">
              <a:solidFill>
                <a:srgbClr val="BBBBB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5" name="Google Shape;1945;p6"/>
          <p:cNvSpPr txBox="1"/>
          <p:nvPr/>
        </p:nvSpPr>
        <p:spPr>
          <a:xfrm>
            <a:off x="4195658" y="5176081"/>
            <a:ext cx="377026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ko-KR" sz="1000" u="none" cap="none" strike="noStrike">
                <a:solidFill>
                  <a:srgbClr val="BBBBBB"/>
                </a:solidFill>
                <a:latin typeface="Arial"/>
                <a:ea typeface="Arial"/>
                <a:cs typeface="Arial"/>
                <a:sym typeface="Arial"/>
              </a:rPr>
              <a:t>File</a:t>
            </a:r>
            <a:endParaRPr b="0" i="0" sz="1000" u="none" cap="none" strike="noStrike">
              <a:solidFill>
                <a:srgbClr val="BBBBB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6" name="Google Shape;1946;p6"/>
          <p:cNvSpPr txBox="1"/>
          <p:nvPr/>
        </p:nvSpPr>
        <p:spPr>
          <a:xfrm>
            <a:off x="5255612" y="5176081"/>
            <a:ext cx="526105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ko-KR" sz="1000" u="none" cap="none" strike="noStrike">
                <a:solidFill>
                  <a:srgbClr val="BBBBBB"/>
                </a:solidFill>
                <a:latin typeface="Arial"/>
                <a:ea typeface="Arial"/>
                <a:cs typeface="Arial"/>
                <a:sym typeface="Arial"/>
              </a:rPr>
              <a:t>Down</a:t>
            </a:r>
            <a:endParaRPr b="0" i="0" sz="1000" u="none" cap="none" strike="noStrike">
              <a:solidFill>
                <a:srgbClr val="BBBBB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7" name="Google Shape;1947;p6"/>
          <p:cNvSpPr txBox="1"/>
          <p:nvPr/>
        </p:nvSpPr>
        <p:spPr>
          <a:xfrm>
            <a:off x="6414460" y="5176081"/>
            <a:ext cx="453970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ko-KR" sz="1000" u="none" cap="none" strike="noStrike">
                <a:solidFill>
                  <a:srgbClr val="BBBBBB"/>
                </a:solidFill>
                <a:latin typeface="Arial"/>
                <a:ea typeface="Arial"/>
                <a:cs typeface="Arial"/>
                <a:sym typeface="Arial"/>
              </a:rPr>
              <a:t>Stair</a:t>
            </a:r>
            <a:endParaRPr b="0" i="0" sz="1000" u="none" cap="none" strike="noStrike">
              <a:solidFill>
                <a:srgbClr val="BBBBB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8" name="Google Shape;1948;p6"/>
          <p:cNvSpPr txBox="1"/>
          <p:nvPr/>
        </p:nvSpPr>
        <p:spPr>
          <a:xfrm>
            <a:off x="7530374" y="5176081"/>
            <a:ext cx="538930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ko-KR" sz="1000" u="none" cap="none" strike="noStrike">
                <a:solidFill>
                  <a:srgbClr val="BBBBBB"/>
                </a:solidFill>
                <a:latin typeface="Arial"/>
                <a:ea typeface="Arial"/>
                <a:cs typeface="Arial"/>
                <a:sym typeface="Arial"/>
              </a:rPr>
              <a:t>Paper</a:t>
            </a:r>
            <a:endParaRPr b="0" i="0" sz="1000" u="none" cap="none" strike="noStrike">
              <a:solidFill>
                <a:srgbClr val="BBBBB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9" name="Google Shape;1949;p6"/>
          <p:cNvSpPr txBox="1"/>
          <p:nvPr/>
        </p:nvSpPr>
        <p:spPr>
          <a:xfrm>
            <a:off x="8602161" y="5176081"/>
            <a:ext cx="777777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ko-KR" sz="1000" u="none" cap="none" strike="noStrike">
                <a:solidFill>
                  <a:srgbClr val="BBBBBB"/>
                </a:solidFill>
                <a:latin typeface="Arial"/>
                <a:ea typeface="Arial"/>
                <a:cs typeface="Arial"/>
                <a:sym typeface="Arial"/>
              </a:rPr>
              <a:t>Bookmark</a:t>
            </a:r>
            <a:endParaRPr b="0" i="0" sz="1000" u="none" cap="none" strike="noStrike">
              <a:solidFill>
                <a:srgbClr val="BBBBB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0" name="Google Shape;1950;p6"/>
          <p:cNvSpPr txBox="1"/>
          <p:nvPr/>
        </p:nvSpPr>
        <p:spPr>
          <a:xfrm>
            <a:off x="9813251" y="5176081"/>
            <a:ext cx="561371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ko-KR" sz="1000" u="none" cap="none" strike="noStrike">
                <a:solidFill>
                  <a:srgbClr val="BBBBBB"/>
                </a:solidFill>
                <a:latin typeface="Arial"/>
                <a:ea typeface="Arial"/>
                <a:cs typeface="Arial"/>
                <a:sym typeface="Arial"/>
              </a:rPr>
              <a:t>Image</a:t>
            </a:r>
            <a:endParaRPr b="0" i="0" sz="1000" u="none" cap="none" strike="noStrike">
              <a:solidFill>
                <a:srgbClr val="BBBBB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1" name="Google Shape;1951;p6"/>
          <p:cNvSpPr txBox="1"/>
          <p:nvPr/>
        </p:nvSpPr>
        <p:spPr>
          <a:xfrm>
            <a:off x="11011866" y="5176081"/>
            <a:ext cx="450764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ko-KR" sz="1000" u="none" cap="none" strike="noStrike">
                <a:solidFill>
                  <a:srgbClr val="BBBBBB"/>
                </a:solidFill>
                <a:latin typeface="Arial"/>
                <a:ea typeface="Arial"/>
                <a:cs typeface="Arial"/>
                <a:sym typeface="Arial"/>
              </a:rPr>
              <a:t>Cart</a:t>
            </a:r>
            <a:endParaRPr b="0" i="0" sz="1000" u="none" cap="none" strike="noStrike">
              <a:solidFill>
                <a:srgbClr val="BBBBB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2" name="Google Shape;1952;p6"/>
          <p:cNvSpPr/>
          <p:nvPr/>
        </p:nvSpPr>
        <p:spPr>
          <a:xfrm>
            <a:off x="688684" y="1661080"/>
            <a:ext cx="532780" cy="532780"/>
          </a:xfrm>
          <a:custGeom>
            <a:rect b="b" l="l" r="r" t="t"/>
            <a:pathLst>
              <a:path extrusionOk="0" h="532780" w="532780">
                <a:moveTo>
                  <a:pt x="328631" y="513342"/>
                </a:moveTo>
                <a:cubicBezTo>
                  <a:pt x="328631" y="524078"/>
                  <a:pt x="319928" y="532781"/>
                  <a:pt x="309193" y="532781"/>
                </a:cubicBezTo>
                <a:lnTo>
                  <a:pt x="223581" y="532781"/>
                </a:lnTo>
                <a:cubicBezTo>
                  <a:pt x="212846" y="532781"/>
                  <a:pt x="204142" y="524078"/>
                  <a:pt x="204142" y="513342"/>
                </a:cubicBezTo>
                <a:lnTo>
                  <a:pt x="204142" y="479603"/>
                </a:lnTo>
                <a:cubicBezTo>
                  <a:pt x="188534" y="475055"/>
                  <a:pt x="173635" y="468838"/>
                  <a:pt x="159653" y="461160"/>
                </a:cubicBezTo>
                <a:lnTo>
                  <a:pt x="135783" y="485029"/>
                </a:lnTo>
                <a:cubicBezTo>
                  <a:pt x="128193" y="492621"/>
                  <a:pt x="115885" y="492621"/>
                  <a:pt x="108293" y="485029"/>
                </a:cubicBezTo>
                <a:lnTo>
                  <a:pt x="47757" y="424493"/>
                </a:lnTo>
                <a:cubicBezTo>
                  <a:pt x="40166" y="416902"/>
                  <a:pt x="40166" y="404594"/>
                  <a:pt x="47757" y="397003"/>
                </a:cubicBezTo>
                <a:lnTo>
                  <a:pt x="71618" y="373142"/>
                </a:lnTo>
                <a:cubicBezTo>
                  <a:pt x="63933" y="359154"/>
                  <a:pt x="57712" y="344249"/>
                  <a:pt x="53160" y="328632"/>
                </a:cubicBezTo>
                <a:lnTo>
                  <a:pt x="19439" y="328632"/>
                </a:lnTo>
                <a:cubicBezTo>
                  <a:pt x="8703" y="328632"/>
                  <a:pt x="0" y="319929"/>
                  <a:pt x="0" y="309194"/>
                </a:cubicBezTo>
                <a:lnTo>
                  <a:pt x="0" y="223582"/>
                </a:lnTo>
                <a:cubicBezTo>
                  <a:pt x="0" y="212847"/>
                  <a:pt x="8703" y="204143"/>
                  <a:pt x="19439" y="204143"/>
                </a:cubicBezTo>
                <a:lnTo>
                  <a:pt x="53149" y="204143"/>
                </a:lnTo>
                <a:cubicBezTo>
                  <a:pt x="57698" y="188526"/>
                  <a:pt x="63917" y="173620"/>
                  <a:pt x="71599" y="159631"/>
                </a:cubicBezTo>
                <a:lnTo>
                  <a:pt x="47755" y="135787"/>
                </a:lnTo>
                <a:cubicBezTo>
                  <a:pt x="40163" y="128196"/>
                  <a:pt x="40163" y="115888"/>
                  <a:pt x="47755" y="108297"/>
                </a:cubicBezTo>
                <a:lnTo>
                  <a:pt x="108291" y="47760"/>
                </a:lnTo>
                <a:cubicBezTo>
                  <a:pt x="115882" y="40169"/>
                  <a:pt x="128190" y="40169"/>
                  <a:pt x="135782" y="47760"/>
                </a:cubicBezTo>
                <a:lnTo>
                  <a:pt x="159619" y="71598"/>
                </a:lnTo>
                <a:cubicBezTo>
                  <a:pt x="173611" y="63911"/>
                  <a:pt x="188521" y="57688"/>
                  <a:pt x="204143" y="53136"/>
                </a:cubicBezTo>
                <a:lnTo>
                  <a:pt x="204143" y="19439"/>
                </a:lnTo>
                <a:cubicBezTo>
                  <a:pt x="204143" y="8703"/>
                  <a:pt x="212846" y="0"/>
                  <a:pt x="223582" y="0"/>
                </a:cubicBezTo>
                <a:lnTo>
                  <a:pt x="309193" y="0"/>
                </a:lnTo>
                <a:cubicBezTo>
                  <a:pt x="319929" y="0"/>
                  <a:pt x="328631" y="8703"/>
                  <a:pt x="328631" y="19439"/>
                </a:cubicBezTo>
                <a:lnTo>
                  <a:pt x="328631" y="53135"/>
                </a:lnTo>
                <a:cubicBezTo>
                  <a:pt x="344255" y="57688"/>
                  <a:pt x="359167" y="63911"/>
                  <a:pt x="373161" y="71599"/>
                </a:cubicBezTo>
                <a:lnTo>
                  <a:pt x="396999" y="47760"/>
                </a:lnTo>
                <a:cubicBezTo>
                  <a:pt x="404591" y="40169"/>
                  <a:pt x="416899" y="40169"/>
                  <a:pt x="424490" y="47760"/>
                </a:cubicBezTo>
                <a:lnTo>
                  <a:pt x="485026" y="108297"/>
                </a:lnTo>
                <a:cubicBezTo>
                  <a:pt x="492618" y="115888"/>
                  <a:pt x="492618" y="128196"/>
                  <a:pt x="485026" y="135787"/>
                </a:cubicBezTo>
                <a:lnTo>
                  <a:pt x="461179" y="159634"/>
                </a:lnTo>
                <a:cubicBezTo>
                  <a:pt x="468860" y="173622"/>
                  <a:pt x="475079" y="188528"/>
                  <a:pt x="479628" y="204143"/>
                </a:cubicBezTo>
                <a:lnTo>
                  <a:pt x="513342" y="204143"/>
                </a:lnTo>
                <a:cubicBezTo>
                  <a:pt x="524078" y="204143"/>
                  <a:pt x="532781" y="212847"/>
                  <a:pt x="532781" y="223582"/>
                </a:cubicBezTo>
                <a:lnTo>
                  <a:pt x="532781" y="309194"/>
                </a:lnTo>
                <a:cubicBezTo>
                  <a:pt x="532781" y="319929"/>
                  <a:pt x="524078" y="328632"/>
                  <a:pt x="513342" y="328632"/>
                </a:cubicBezTo>
                <a:lnTo>
                  <a:pt x="479617" y="328632"/>
                </a:lnTo>
                <a:cubicBezTo>
                  <a:pt x="475065" y="344248"/>
                  <a:pt x="468844" y="359152"/>
                  <a:pt x="461161" y="373139"/>
                </a:cubicBezTo>
                <a:lnTo>
                  <a:pt x="485024" y="397003"/>
                </a:lnTo>
                <a:cubicBezTo>
                  <a:pt x="492615" y="404594"/>
                  <a:pt x="492615" y="416902"/>
                  <a:pt x="485024" y="424493"/>
                </a:cubicBezTo>
                <a:lnTo>
                  <a:pt x="424488" y="485029"/>
                </a:lnTo>
                <a:cubicBezTo>
                  <a:pt x="416896" y="492621"/>
                  <a:pt x="404588" y="492621"/>
                  <a:pt x="396997" y="485029"/>
                </a:cubicBezTo>
                <a:lnTo>
                  <a:pt x="373127" y="461159"/>
                </a:lnTo>
                <a:cubicBezTo>
                  <a:pt x="359143" y="468838"/>
                  <a:pt x="344243" y="475055"/>
                  <a:pt x="328631" y="479604"/>
                </a:cubicBezTo>
                <a:lnTo>
                  <a:pt x="328631" y="513342"/>
                </a:lnTo>
                <a:close/>
                <a:moveTo>
                  <a:pt x="266390" y="351188"/>
                </a:moveTo>
                <a:cubicBezTo>
                  <a:pt x="313212" y="351188"/>
                  <a:pt x="351169" y="313232"/>
                  <a:pt x="351169" y="266410"/>
                </a:cubicBezTo>
                <a:cubicBezTo>
                  <a:pt x="351169" y="219587"/>
                  <a:pt x="313212" y="181631"/>
                  <a:pt x="266390" y="181631"/>
                </a:cubicBezTo>
                <a:cubicBezTo>
                  <a:pt x="219568" y="181631"/>
                  <a:pt x="181612" y="219587"/>
                  <a:pt x="181612" y="266410"/>
                </a:cubicBezTo>
                <a:cubicBezTo>
                  <a:pt x="181612" y="313232"/>
                  <a:pt x="219568" y="351188"/>
                  <a:pt x="266390" y="351188"/>
                </a:cubicBezTo>
                <a:close/>
              </a:path>
            </a:pathLst>
          </a:custGeom>
          <a:solidFill>
            <a:srgbClr val="FC1C4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3" name="Google Shape;1953;p6"/>
          <p:cNvSpPr/>
          <p:nvPr/>
        </p:nvSpPr>
        <p:spPr>
          <a:xfrm>
            <a:off x="1773040" y="1612016"/>
            <a:ext cx="595519" cy="619381"/>
          </a:xfrm>
          <a:custGeom>
            <a:rect b="b" l="l" r="r" t="t"/>
            <a:pathLst>
              <a:path extrusionOk="0" h="619381" w="595519">
                <a:moveTo>
                  <a:pt x="552478" y="229"/>
                </a:moveTo>
                <a:cubicBezTo>
                  <a:pt x="557281" y="-1068"/>
                  <a:pt x="561676" y="3359"/>
                  <a:pt x="560390" y="8196"/>
                </a:cubicBezTo>
                <a:lnTo>
                  <a:pt x="543041" y="73405"/>
                </a:lnTo>
                <a:cubicBezTo>
                  <a:pt x="541754" y="78243"/>
                  <a:pt x="535750" y="79863"/>
                  <a:pt x="532234" y="76322"/>
                </a:cubicBezTo>
                <a:lnTo>
                  <a:pt x="517959" y="61945"/>
                </a:lnTo>
                <a:lnTo>
                  <a:pt x="304924" y="276500"/>
                </a:lnTo>
                <a:cubicBezTo>
                  <a:pt x="299879" y="281581"/>
                  <a:pt x="291699" y="281581"/>
                  <a:pt x="286654" y="276500"/>
                </a:cubicBezTo>
                <a:lnTo>
                  <a:pt x="226283" y="215698"/>
                </a:lnTo>
                <a:lnTo>
                  <a:pt x="44556" y="398726"/>
                </a:lnTo>
                <a:cubicBezTo>
                  <a:pt x="39510" y="403808"/>
                  <a:pt x="31331" y="403808"/>
                  <a:pt x="26285" y="398727"/>
                </a:cubicBezTo>
                <a:cubicBezTo>
                  <a:pt x="21240" y="393645"/>
                  <a:pt x="21240" y="385407"/>
                  <a:pt x="26285" y="380325"/>
                </a:cubicBezTo>
                <a:lnTo>
                  <a:pt x="217147" y="188097"/>
                </a:lnTo>
                <a:cubicBezTo>
                  <a:pt x="219570" y="185656"/>
                  <a:pt x="222856" y="184286"/>
                  <a:pt x="226282" y="184286"/>
                </a:cubicBezTo>
                <a:cubicBezTo>
                  <a:pt x="229709" y="184286"/>
                  <a:pt x="232995" y="185656"/>
                  <a:pt x="235418" y="188097"/>
                </a:cubicBezTo>
                <a:lnTo>
                  <a:pt x="295789" y="248898"/>
                </a:lnTo>
                <a:lnTo>
                  <a:pt x="499688" y="43544"/>
                </a:lnTo>
                <a:lnTo>
                  <a:pt x="484836" y="28586"/>
                </a:lnTo>
                <a:cubicBezTo>
                  <a:pt x="481320" y="25044"/>
                  <a:pt x="482928" y="18997"/>
                  <a:pt x="487732" y="17701"/>
                </a:cubicBezTo>
                <a:lnTo>
                  <a:pt x="552478" y="229"/>
                </a:lnTo>
                <a:close/>
                <a:moveTo>
                  <a:pt x="440048" y="196070"/>
                </a:moveTo>
                <a:cubicBezTo>
                  <a:pt x="429346" y="196070"/>
                  <a:pt x="420670" y="204809"/>
                  <a:pt x="420670" y="215587"/>
                </a:cubicBezTo>
                <a:lnTo>
                  <a:pt x="420670" y="599864"/>
                </a:lnTo>
                <a:cubicBezTo>
                  <a:pt x="420670" y="610643"/>
                  <a:pt x="429346" y="619381"/>
                  <a:pt x="440048" y="619381"/>
                </a:cubicBezTo>
                <a:lnTo>
                  <a:pt x="576141" y="619381"/>
                </a:lnTo>
                <a:cubicBezTo>
                  <a:pt x="586843" y="619381"/>
                  <a:pt x="595519" y="610643"/>
                  <a:pt x="595519" y="599864"/>
                </a:cubicBezTo>
                <a:lnTo>
                  <a:pt x="595519" y="215587"/>
                </a:lnTo>
                <a:cubicBezTo>
                  <a:pt x="595519" y="204809"/>
                  <a:pt x="586843" y="196070"/>
                  <a:pt x="576141" y="196070"/>
                </a:cubicBezTo>
                <a:lnTo>
                  <a:pt x="440048" y="196070"/>
                </a:lnTo>
                <a:close/>
                <a:moveTo>
                  <a:pt x="210333" y="336364"/>
                </a:moveTo>
                <a:cubicBezTo>
                  <a:pt x="210333" y="325586"/>
                  <a:pt x="219009" y="316847"/>
                  <a:pt x="229712" y="316847"/>
                </a:cubicBezTo>
                <a:lnTo>
                  <a:pt x="365804" y="316847"/>
                </a:lnTo>
                <a:cubicBezTo>
                  <a:pt x="376506" y="316847"/>
                  <a:pt x="385183" y="325586"/>
                  <a:pt x="385183" y="336364"/>
                </a:cubicBezTo>
                <a:lnTo>
                  <a:pt x="385183" y="599864"/>
                </a:lnTo>
                <a:cubicBezTo>
                  <a:pt x="385183" y="610643"/>
                  <a:pt x="376506" y="619382"/>
                  <a:pt x="365804" y="619382"/>
                </a:cubicBezTo>
                <a:lnTo>
                  <a:pt x="229712" y="619382"/>
                </a:lnTo>
                <a:cubicBezTo>
                  <a:pt x="219009" y="619382"/>
                  <a:pt x="210333" y="610643"/>
                  <a:pt x="210333" y="599864"/>
                </a:cubicBezTo>
                <a:lnTo>
                  <a:pt x="210333" y="336364"/>
                </a:lnTo>
                <a:close/>
                <a:moveTo>
                  <a:pt x="0" y="458179"/>
                </a:moveTo>
                <a:cubicBezTo>
                  <a:pt x="0" y="447400"/>
                  <a:pt x="8676" y="438662"/>
                  <a:pt x="19379" y="438662"/>
                </a:cubicBezTo>
                <a:lnTo>
                  <a:pt x="155470" y="438662"/>
                </a:lnTo>
                <a:cubicBezTo>
                  <a:pt x="166173" y="438662"/>
                  <a:pt x="174850" y="447400"/>
                  <a:pt x="174850" y="458179"/>
                </a:cubicBezTo>
                <a:lnTo>
                  <a:pt x="174850" y="599864"/>
                </a:lnTo>
                <a:cubicBezTo>
                  <a:pt x="174850" y="610643"/>
                  <a:pt x="166173" y="619381"/>
                  <a:pt x="155471" y="619381"/>
                </a:cubicBezTo>
                <a:lnTo>
                  <a:pt x="19379" y="619381"/>
                </a:lnTo>
                <a:cubicBezTo>
                  <a:pt x="8676" y="619381"/>
                  <a:pt x="0" y="610643"/>
                  <a:pt x="0" y="599864"/>
                </a:cubicBezTo>
                <a:lnTo>
                  <a:pt x="0" y="458179"/>
                </a:lnTo>
                <a:close/>
              </a:path>
            </a:pathLst>
          </a:custGeom>
          <a:solidFill>
            <a:srgbClr val="FC1C4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4" name="Google Shape;1954;p6"/>
          <p:cNvSpPr/>
          <p:nvPr/>
        </p:nvSpPr>
        <p:spPr>
          <a:xfrm>
            <a:off x="2953872" y="1621799"/>
            <a:ext cx="589743" cy="596601"/>
          </a:xfrm>
          <a:custGeom>
            <a:rect b="b" l="l" r="r" t="t"/>
            <a:pathLst>
              <a:path extrusionOk="0" h="596601" w="589743">
                <a:moveTo>
                  <a:pt x="508075" y="305795"/>
                </a:moveTo>
                <a:lnTo>
                  <a:pt x="522800" y="291070"/>
                </a:lnTo>
                <a:cubicBezTo>
                  <a:pt x="526303" y="287566"/>
                  <a:pt x="532285" y="289169"/>
                  <a:pt x="533567" y="293955"/>
                </a:cubicBezTo>
                <a:lnTo>
                  <a:pt x="550713" y="357943"/>
                </a:lnTo>
                <a:cubicBezTo>
                  <a:pt x="551995" y="362729"/>
                  <a:pt x="547616" y="367107"/>
                  <a:pt x="542830" y="365825"/>
                </a:cubicBezTo>
                <a:lnTo>
                  <a:pt x="478842" y="348679"/>
                </a:lnTo>
                <a:cubicBezTo>
                  <a:pt x="474057" y="347397"/>
                  <a:pt x="472454" y="341415"/>
                  <a:pt x="475957" y="337912"/>
                </a:cubicBezTo>
                <a:lnTo>
                  <a:pt x="489872" y="323998"/>
                </a:lnTo>
                <a:lnTo>
                  <a:pt x="317134" y="151257"/>
                </a:lnTo>
                <a:lnTo>
                  <a:pt x="257403" y="210988"/>
                </a:lnTo>
                <a:cubicBezTo>
                  <a:pt x="254989" y="213402"/>
                  <a:pt x="251715" y="214758"/>
                  <a:pt x="248301" y="214758"/>
                </a:cubicBezTo>
                <a:cubicBezTo>
                  <a:pt x="244887" y="214757"/>
                  <a:pt x="241614" y="213402"/>
                  <a:pt x="239200" y="210988"/>
                </a:cubicBezTo>
                <a:lnTo>
                  <a:pt x="50189" y="21973"/>
                </a:lnTo>
                <a:cubicBezTo>
                  <a:pt x="45162" y="16946"/>
                  <a:pt x="45162" y="8797"/>
                  <a:pt x="50189" y="3770"/>
                </a:cubicBezTo>
                <a:cubicBezTo>
                  <a:pt x="55215" y="-1257"/>
                  <a:pt x="63365" y="-1257"/>
                  <a:pt x="68392" y="3770"/>
                </a:cubicBezTo>
                <a:lnTo>
                  <a:pt x="248301" y="183683"/>
                </a:lnTo>
                <a:lnTo>
                  <a:pt x="308032" y="123952"/>
                </a:lnTo>
                <a:cubicBezTo>
                  <a:pt x="310446" y="121538"/>
                  <a:pt x="313720" y="120183"/>
                  <a:pt x="317134" y="120183"/>
                </a:cubicBezTo>
                <a:cubicBezTo>
                  <a:pt x="320547" y="120183"/>
                  <a:pt x="323821" y="121539"/>
                  <a:pt x="326235" y="123952"/>
                </a:cubicBezTo>
                <a:lnTo>
                  <a:pt x="508075" y="305795"/>
                </a:lnTo>
                <a:close/>
                <a:moveTo>
                  <a:pt x="173154" y="199675"/>
                </a:moveTo>
                <a:cubicBezTo>
                  <a:pt x="173154" y="189012"/>
                  <a:pt x="164510" y="180368"/>
                  <a:pt x="153846" y="180368"/>
                </a:cubicBezTo>
                <a:lnTo>
                  <a:pt x="19307" y="180368"/>
                </a:lnTo>
                <a:cubicBezTo>
                  <a:pt x="8644" y="180368"/>
                  <a:pt x="0" y="189012"/>
                  <a:pt x="0" y="199675"/>
                </a:cubicBezTo>
                <a:lnTo>
                  <a:pt x="0" y="577293"/>
                </a:lnTo>
                <a:cubicBezTo>
                  <a:pt x="0" y="587957"/>
                  <a:pt x="8644" y="596601"/>
                  <a:pt x="19307" y="596601"/>
                </a:cubicBezTo>
                <a:lnTo>
                  <a:pt x="153846" y="596601"/>
                </a:lnTo>
                <a:cubicBezTo>
                  <a:pt x="164510" y="596601"/>
                  <a:pt x="173154" y="587957"/>
                  <a:pt x="173154" y="577293"/>
                </a:cubicBezTo>
                <a:lnTo>
                  <a:pt x="173154" y="199675"/>
                </a:lnTo>
                <a:close/>
                <a:moveTo>
                  <a:pt x="381449" y="318433"/>
                </a:moveTo>
                <a:cubicBezTo>
                  <a:pt x="381449" y="307770"/>
                  <a:pt x="372804" y="299126"/>
                  <a:pt x="362142" y="299126"/>
                </a:cubicBezTo>
                <a:lnTo>
                  <a:pt x="227602" y="299126"/>
                </a:lnTo>
                <a:cubicBezTo>
                  <a:pt x="216939" y="299126"/>
                  <a:pt x="208295" y="307770"/>
                  <a:pt x="208295" y="318433"/>
                </a:cubicBezTo>
                <a:lnTo>
                  <a:pt x="208295" y="577294"/>
                </a:lnTo>
                <a:cubicBezTo>
                  <a:pt x="208295" y="587957"/>
                  <a:pt x="216939" y="596601"/>
                  <a:pt x="227602" y="596601"/>
                </a:cubicBezTo>
                <a:lnTo>
                  <a:pt x="362142" y="596601"/>
                </a:lnTo>
                <a:cubicBezTo>
                  <a:pt x="372804" y="596601"/>
                  <a:pt x="381449" y="587957"/>
                  <a:pt x="381449" y="577294"/>
                </a:cubicBezTo>
                <a:lnTo>
                  <a:pt x="381449" y="318433"/>
                </a:lnTo>
                <a:close/>
                <a:moveTo>
                  <a:pt x="570436" y="418904"/>
                </a:moveTo>
                <a:cubicBezTo>
                  <a:pt x="581099" y="418904"/>
                  <a:pt x="589743" y="427547"/>
                  <a:pt x="589743" y="438211"/>
                </a:cubicBezTo>
                <a:lnTo>
                  <a:pt x="589743" y="577294"/>
                </a:lnTo>
                <a:cubicBezTo>
                  <a:pt x="589743" y="587957"/>
                  <a:pt x="581099" y="596601"/>
                  <a:pt x="570436" y="596601"/>
                </a:cubicBezTo>
                <a:lnTo>
                  <a:pt x="435897" y="596601"/>
                </a:lnTo>
                <a:cubicBezTo>
                  <a:pt x="425234" y="596601"/>
                  <a:pt x="416589" y="587957"/>
                  <a:pt x="416589" y="577294"/>
                </a:cubicBezTo>
                <a:lnTo>
                  <a:pt x="416589" y="438211"/>
                </a:lnTo>
                <a:cubicBezTo>
                  <a:pt x="416589" y="427547"/>
                  <a:pt x="425234" y="418904"/>
                  <a:pt x="435897" y="418904"/>
                </a:cubicBezTo>
                <a:lnTo>
                  <a:pt x="570436" y="418904"/>
                </a:lnTo>
                <a:close/>
              </a:path>
            </a:pathLst>
          </a:custGeom>
          <a:solidFill>
            <a:srgbClr val="FC1C4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955" name="Google Shape;1955;p6"/>
          <p:cNvGrpSpPr/>
          <p:nvPr/>
        </p:nvGrpSpPr>
        <p:grpSpPr>
          <a:xfrm>
            <a:off x="4089526" y="1664513"/>
            <a:ext cx="611722" cy="514565"/>
            <a:chOff x="4089526" y="1664513"/>
            <a:chExt cx="611722" cy="514565"/>
          </a:xfrm>
        </p:grpSpPr>
        <p:sp>
          <p:nvSpPr>
            <p:cNvPr id="1956" name="Google Shape;1956;p6"/>
            <p:cNvSpPr/>
            <p:nvPr/>
          </p:nvSpPr>
          <p:spPr>
            <a:xfrm>
              <a:off x="4089526" y="1664513"/>
              <a:ext cx="611722" cy="514565"/>
            </a:xfrm>
            <a:custGeom>
              <a:rect b="b" l="l" r="r" t="t"/>
              <a:pathLst>
                <a:path extrusionOk="0" h="514565" w="611722">
                  <a:moveTo>
                    <a:pt x="305862" y="0"/>
                  </a:moveTo>
                  <a:cubicBezTo>
                    <a:pt x="139930" y="0"/>
                    <a:pt x="0" y="107304"/>
                    <a:pt x="0" y="245639"/>
                  </a:cubicBezTo>
                  <a:cubicBezTo>
                    <a:pt x="0" y="314370"/>
                    <a:pt x="34982" y="375837"/>
                    <a:pt x="90137" y="419881"/>
                  </a:cubicBezTo>
                  <a:cubicBezTo>
                    <a:pt x="81074" y="444933"/>
                    <a:pt x="66019" y="470538"/>
                    <a:pt x="42560" y="491923"/>
                  </a:cubicBezTo>
                  <a:cubicBezTo>
                    <a:pt x="38502" y="495622"/>
                    <a:pt x="37201" y="501483"/>
                    <a:pt x="39311" y="506562"/>
                  </a:cubicBezTo>
                  <a:cubicBezTo>
                    <a:pt x="41421" y="511639"/>
                    <a:pt x="46486" y="514837"/>
                    <a:pt x="51961" y="514547"/>
                  </a:cubicBezTo>
                  <a:cubicBezTo>
                    <a:pt x="84121" y="512846"/>
                    <a:pt x="144955" y="502097"/>
                    <a:pt x="193062" y="474066"/>
                  </a:cubicBezTo>
                  <a:cubicBezTo>
                    <a:pt x="228002" y="485185"/>
                    <a:pt x="266070" y="491279"/>
                    <a:pt x="305862" y="491279"/>
                  </a:cubicBezTo>
                  <a:cubicBezTo>
                    <a:pt x="471793" y="491279"/>
                    <a:pt x="611723" y="383975"/>
                    <a:pt x="611723" y="245639"/>
                  </a:cubicBezTo>
                  <a:cubicBezTo>
                    <a:pt x="611723" y="107304"/>
                    <a:pt x="471793" y="0"/>
                    <a:pt x="305862" y="0"/>
                  </a:cubicBezTo>
                  <a:close/>
                </a:path>
              </a:pathLst>
            </a:custGeom>
            <a:solidFill>
              <a:srgbClr val="FC1C4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57" name="Google Shape;1957;p6"/>
            <p:cNvSpPr/>
            <p:nvPr/>
          </p:nvSpPr>
          <p:spPr>
            <a:xfrm>
              <a:off x="4261316" y="1882200"/>
              <a:ext cx="55685" cy="55881"/>
            </a:xfrm>
            <a:custGeom>
              <a:rect b="b" l="l" r="r" t="t"/>
              <a:pathLst>
                <a:path extrusionOk="0" h="55881" w="55685">
                  <a:moveTo>
                    <a:pt x="55686" y="27941"/>
                  </a:moveTo>
                  <a:cubicBezTo>
                    <a:pt x="55686" y="43372"/>
                    <a:pt x="43220" y="55882"/>
                    <a:pt x="27843" y="55882"/>
                  </a:cubicBezTo>
                  <a:cubicBezTo>
                    <a:pt x="12466" y="55882"/>
                    <a:pt x="0" y="43372"/>
                    <a:pt x="0" y="27941"/>
                  </a:cubicBezTo>
                  <a:cubicBezTo>
                    <a:pt x="0" y="12510"/>
                    <a:pt x="12466" y="0"/>
                    <a:pt x="27843" y="0"/>
                  </a:cubicBezTo>
                  <a:cubicBezTo>
                    <a:pt x="43220" y="0"/>
                    <a:pt x="55686" y="12510"/>
                    <a:pt x="55686" y="2794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58" name="Google Shape;1958;p6"/>
            <p:cNvSpPr/>
            <p:nvPr/>
          </p:nvSpPr>
          <p:spPr>
            <a:xfrm>
              <a:off x="4367552" y="1882200"/>
              <a:ext cx="55685" cy="55881"/>
            </a:xfrm>
            <a:custGeom>
              <a:rect b="b" l="l" r="r" t="t"/>
              <a:pathLst>
                <a:path extrusionOk="0" h="55881" w="55685">
                  <a:moveTo>
                    <a:pt x="55686" y="27941"/>
                  </a:moveTo>
                  <a:cubicBezTo>
                    <a:pt x="55686" y="43372"/>
                    <a:pt x="43220" y="55882"/>
                    <a:pt x="27843" y="55882"/>
                  </a:cubicBezTo>
                  <a:cubicBezTo>
                    <a:pt x="12466" y="55882"/>
                    <a:pt x="0" y="43372"/>
                    <a:pt x="0" y="27941"/>
                  </a:cubicBezTo>
                  <a:cubicBezTo>
                    <a:pt x="0" y="12510"/>
                    <a:pt x="12466" y="0"/>
                    <a:pt x="27843" y="0"/>
                  </a:cubicBezTo>
                  <a:cubicBezTo>
                    <a:pt x="43220" y="0"/>
                    <a:pt x="55686" y="12510"/>
                    <a:pt x="55686" y="2794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59" name="Google Shape;1959;p6"/>
            <p:cNvSpPr/>
            <p:nvPr/>
          </p:nvSpPr>
          <p:spPr>
            <a:xfrm>
              <a:off x="4473788" y="1882200"/>
              <a:ext cx="55685" cy="55881"/>
            </a:xfrm>
            <a:custGeom>
              <a:rect b="b" l="l" r="r" t="t"/>
              <a:pathLst>
                <a:path extrusionOk="0" h="55881" w="55685">
                  <a:moveTo>
                    <a:pt x="55686" y="27941"/>
                  </a:moveTo>
                  <a:cubicBezTo>
                    <a:pt x="55686" y="43372"/>
                    <a:pt x="43220" y="55882"/>
                    <a:pt x="27843" y="55882"/>
                  </a:cubicBezTo>
                  <a:cubicBezTo>
                    <a:pt x="12466" y="55882"/>
                    <a:pt x="0" y="43372"/>
                    <a:pt x="0" y="27941"/>
                  </a:cubicBezTo>
                  <a:cubicBezTo>
                    <a:pt x="0" y="12510"/>
                    <a:pt x="12466" y="0"/>
                    <a:pt x="27843" y="0"/>
                  </a:cubicBezTo>
                  <a:cubicBezTo>
                    <a:pt x="43220" y="0"/>
                    <a:pt x="55686" y="12510"/>
                    <a:pt x="55686" y="2794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960" name="Google Shape;1960;p6"/>
          <p:cNvGrpSpPr/>
          <p:nvPr/>
        </p:nvGrpSpPr>
        <p:grpSpPr>
          <a:xfrm>
            <a:off x="5309516" y="1615418"/>
            <a:ext cx="431620" cy="606258"/>
            <a:chOff x="5309516" y="1615418"/>
            <a:chExt cx="431620" cy="606258"/>
          </a:xfrm>
        </p:grpSpPr>
        <p:sp>
          <p:nvSpPr>
            <p:cNvPr id="1961" name="Google Shape;1961;p6"/>
            <p:cNvSpPr/>
            <p:nvPr/>
          </p:nvSpPr>
          <p:spPr>
            <a:xfrm>
              <a:off x="5309516" y="1615418"/>
              <a:ext cx="431620" cy="466435"/>
            </a:xfrm>
            <a:custGeom>
              <a:rect b="b" l="l" r="r" t="t"/>
              <a:pathLst>
                <a:path extrusionOk="0" h="466435" w="431620">
                  <a:moveTo>
                    <a:pt x="215811" y="0"/>
                  </a:moveTo>
                  <a:cubicBezTo>
                    <a:pt x="96622" y="0"/>
                    <a:pt x="0" y="96282"/>
                    <a:pt x="0" y="215053"/>
                  </a:cubicBezTo>
                  <a:cubicBezTo>
                    <a:pt x="0" y="276240"/>
                    <a:pt x="25660" y="331475"/>
                    <a:pt x="66805" y="370620"/>
                  </a:cubicBezTo>
                  <a:cubicBezTo>
                    <a:pt x="80802" y="383937"/>
                    <a:pt x="89743" y="400414"/>
                    <a:pt x="89743" y="417371"/>
                  </a:cubicBezTo>
                  <a:lnTo>
                    <a:pt x="89743" y="434021"/>
                  </a:lnTo>
                  <a:cubicBezTo>
                    <a:pt x="89743" y="451923"/>
                    <a:pt x="104307" y="466435"/>
                    <a:pt x="122272" y="466435"/>
                  </a:cubicBezTo>
                  <a:lnTo>
                    <a:pt x="309349" y="466435"/>
                  </a:lnTo>
                  <a:cubicBezTo>
                    <a:pt x="327314" y="466435"/>
                    <a:pt x="341877" y="451923"/>
                    <a:pt x="341877" y="434021"/>
                  </a:cubicBezTo>
                  <a:lnTo>
                    <a:pt x="341877" y="417371"/>
                  </a:lnTo>
                  <a:cubicBezTo>
                    <a:pt x="341877" y="400414"/>
                    <a:pt x="350818" y="383937"/>
                    <a:pt x="364816" y="370620"/>
                  </a:cubicBezTo>
                  <a:cubicBezTo>
                    <a:pt x="405961" y="331475"/>
                    <a:pt x="431621" y="276240"/>
                    <a:pt x="431621" y="215053"/>
                  </a:cubicBezTo>
                  <a:cubicBezTo>
                    <a:pt x="431621" y="96282"/>
                    <a:pt x="334999" y="0"/>
                    <a:pt x="215811" y="0"/>
                  </a:cubicBezTo>
                  <a:close/>
                </a:path>
              </a:pathLst>
            </a:custGeom>
            <a:solidFill>
              <a:srgbClr val="FC1C4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62" name="Google Shape;1962;p6"/>
            <p:cNvSpPr/>
            <p:nvPr/>
          </p:nvSpPr>
          <p:spPr>
            <a:xfrm>
              <a:off x="5400405" y="2104064"/>
              <a:ext cx="249816" cy="117612"/>
            </a:xfrm>
            <a:custGeom>
              <a:rect b="b" l="l" r="r" t="t"/>
              <a:pathLst>
                <a:path extrusionOk="0" h="117612" w="249816">
                  <a:moveTo>
                    <a:pt x="32528" y="0"/>
                  </a:moveTo>
                  <a:cubicBezTo>
                    <a:pt x="14564" y="0"/>
                    <a:pt x="0" y="14513"/>
                    <a:pt x="0" y="32414"/>
                  </a:cubicBezTo>
                  <a:lnTo>
                    <a:pt x="0" y="85198"/>
                  </a:lnTo>
                  <a:cubicBezTo>
                    <a:pt x="0" y="103100"/>
                    <a:pt x="14564" y="117612"/>
                    <a:pt x="32528" y="117612"/>
                  </a:cubicBezTo>
                  <a:lnTo>
                    <a:pt x="217288" y="117612"/>
                  </a:lnTo>
                  <a:cubicBezTo>
                    <a:pt x="235253" y="117612"/>
                    <a:pt x="249817" y="103100"/>
                    <a:pt x="249817" y="85198"/>
                  </a:cubicBezTo>
                  <a:lnTo>
                    <a:pt x="249817" y="32414"/>
                  </a:lnTo>
                  <a:cubicBezTo>
                    <a:pt x="249817" y="14513"/>
                    <a:pt x="235253" y="0"/>
                    <a:pt x="217288" y="0"/>
                  </a:cubicBezTo>
                  <a:lnTo>
                    <a:pt x="32528" y="0"/>
                  </a:lnTo>
                  <a:close/>
                </a:path>
              </a:pathLst>
            </a:custGeom>
            <a:solidFill>
              <a:srgbClr val="FC1C4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63" name="Google Shape;1963;p6"/>
            <p:cNvSpPr/>
            <p:nvPr/>
          </p:nvSpPr>
          <p:spPr>
            <a:xfrm>
              <a:off x="5435507" y="1842521"/>
              <a:ext cx="180079" cy="158470"/>
            </a:xfrm>
            <a:custGeom>
              <a:rect b="b" l="l" r="r" t="t"/>
              <a:pathLst>
                <a:path extrusionOk="0" h="158470" w="180079">
                  <a:moveTo>
                    <a:pt x="6418" y="1788"/>
                  </a:moveTo>
                  <a:cubicBezTo>
                    <a:pt x="11305" y="-1074"/>
                    <a:pt x="17488" y="-455"/>
                    <a:pt x="21705" y="3319"/>
                  </a:cubicBezTo>
                  <a:lnTo>
                    <a:pt x="90040" y="64467"/>
                  </a:lnTo>
                  <a:lnTo>
                    <a:pt x="158374" y="3319"/>
                  </a:lnTo>
                  <a:cubicBezTo>
                    <a:pt x="162592" y="-455"/>
                    <a:pt x="168775" y="-1074"/>
                    <a:pt x="173662" y="1788"/>
                  </a:cubicBezTo>
                  <a:cubicBezTo>
                    <a:pt x="178548" y="4651"/>
                    <a:pt x="181013" y="10337"/>
                    <a:pt x="179754" y="15844"/>
                  </a:cubicBezTo>
                  <a:lnTo>
                    <a:pt x="149477" y="148380"/>
                  </a:lnTo>
                  <a:cubicBezTo>
                    <a:pt x="147882" y="155362"/>
                    <a:pt x="140909" y="159734"/>
                    <a:pt x="133902" y="158145"/>
                  </a:cubicBezTo>
                  <a:cubicBezTo>
                    <a:pt x="126895" y="156555"/>
                    <a:pt x="122508" y="149606"/>
                    <a:pt x="124103" y="142624"/>
                  </a:cubicBezTo>
                  <a:lnTo>
                    <a:pt x="145291" y="49878"/>
                  </a:lnTo>
                  <a:lnTo>
                    <a:pt x="98733" y="91540"/>
                  </a:lnTo>
                  <a:cubicBezTo>
                    <a:pt x="93788" y="95964"/>
                    <a:pt x="86292" y="95964"/>
                    <a:pt x="81347" y="91540"/>
                  </a:cubicBezTo>
                  <a:lnTo>
                    <a:pt x="34789" y="49878"/>
                  </a:lnTo>
                  <a:lnTo>
                    <a:pt x="55976" y="142624"/>
                  </a:lnTo>
                  <a:cubicBezTo>
                    <a:pt x="57571" y="149606"/>
                    <a:pt x="53184" y="156555"/>
                    <a:pt x="46178" y="158145"/>
                  </a:cubicBezTo>
                  <a:cubicBezTo>
                    <a:pt x="39171" y="159734"/>
                    <a:pt x="32198" y="155362"/>
                    <a:pt x="30602" y="148380"/>
                  </a:cubicBezTo>
                  <a:lnTo>
                    <a:pt x="326" y="15844"/>
                  </a:lnTo>
                  <a:cubicBezTo>
                    <a:pt x="-933" y="10337"/>
                    <a:pt x="1532" y="4651"/>
                    <a:pt x="6418" y="178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964" name="Google Shape;1964;p6"/>
          <p:cNvGrpSpPr/>
          <p:nvPr/>
        </p:nvGrpSpPr>
        <p:grpSpPr>
          <a:xfrm>
            <a:off x="7529835" y="1627700"/>
            <a:ext cx="559820" cy="566238"/>
            <a:chOff x="7529835" y="1627700"/>
            <a:chExt cx="559820" cy="566238"/>
          </a:xfrm>
        </p:grpSpPr>
        <p:sp>
          <p:nvSpPr>
            <p:cNvPr id="1965" name="Google Shape;1965;p6"/>
            <p:cNvSpPr/>
            <p:nvPr/>
          </p:nvSpPr>
          <p:spPr>
            <a:xfrm>
              <a:off x="7542700" y="1640711"/>
              <a:ext cx="534090" cy="540215"/>
            </a:xfrm>
            <a:custGeom>
              <a:rect b="b" l="l" r="r" t="t"/>
              <a:pathLst>
                <a:path extrusionOk="0" h="540215" w="534090">
                  <a:moveTo>
                    <a:pt x="243" y="258502"/>
                  </a:moveTo>
                  <a:cubicBezTo>
                    <a:pt x="6239" y="114712"/>
                    <a:pt x="123397" y="0"/>
                    <a:pt x="267046" y="0"/>
                  </a:cubicBezTo>
                  <a:cubicBezTo>
                    <a:pt x="394796" y="0"/>
                    <a:pt x="501595" y="90724"/>
                    <a:pt x="527888" y="211942"/>
                  </a:cubicBezTo>
                  <a:lnTo>
                    <a:pt x="527873" y="211942"/>
                  </a:lnTo>
                  <a:lnTo>
                    <a:pt x="527880" y="211977"/>
                  </a:lnTo>
                  <a:lnTo>
                    <a:pt x="398383" y="211977"/>
                  </a:lnTo>
                  <a:lnTo>
                    <a:pt x="398377" y="211966"/>
                  </a:lnTo>
                  <a:lnTo>
                    <a:pt x="335771" y="211966"/>
                  </a:lnTo>
                  <a:lnTo>
                    <a:pt x="372684" y="172154"/>
                  </a:lnTo>
                  <a:cubicBezTo>
                    <a:pt x="346482" y="143278"/>
                    <a:pt x="308856" y="125176"/>
                    <a:pt x="267049" y="125176"/>
                  </a:cubicBezTo>
                  <a:cubicBezTo>
                    <a:pt x="187901" y="125176"/>
                    <a:pt x="123736" y="190054"/>
                    <a:pt x="123710" y="270095"/>
                  </a:cubicBezTo>
                  <a:lnTo>
                    <a:pt x="0" y="270095"/>
                  </a:lnTo>
                  <a:cubicBezTo>
                    <a:pt x="1" y="266211"/>
                    <a:pt x="82" y="262346"/>
                    <a:pt x="243" y="258502"/>
                  </a:cubicBezTo>
                  <a:close/>
                  <a:moveTo>
                    <a:pt x="446893" y="270121"/>
                  </a:moveTo>
                  <a:lnTo>
                    <a:pt x="534090" y="270121"/>
                  </a:lnTo>
                  <a:cubicBezTo>
                    <a:pt x="534089" y="274072"/>
                    <a:pt x="534005" y="278003"/>
                    <a:pt x="533839" y="281913"/>
                  </a:cubicBezTo>
                  <a:cubicBezTo>
                    <a:pt x="527743" y="425610"/>
                    <a:pt x="410626" y="540216"/>
                    <a:pt x="267044" y="540216"/>
                  </a:cubicBezTo>
                  <a:cubicBezTo>
                    <a:pt x="139294" y="540216"/>
                    <a:pt x="32495" y="449492"/>
                    <a:pt x="6202" y="328273"/>
                  </a:cubicBezTo>
                  <a:lnTo>
                    <a:pt x="6217" y="328273"/>
                  </a:lnTo>
                  <a:lnTo>
                    <a:pt x="6210" y="328238"/>
                  </a:lnTo>
                  <a:lnTo>
                    <a:pt x="96592" y="328238"/>
                  </a:lnTo>
                  <a:lnTo>
                    <a:pt x="96594" y="328245"/>
                  </a:lnTo>
                  <a:lnTo>
                    <a:pt x="198317" y="328245"/>
                  </a:lnTo>
                  <a:lnTo>
                    <a:pt x="160333" y="366928"/>
                  </a:lnTo>
                  <a:cubicBezTo>
                    <a:pt x="186576" y="396505"/>
                    <a:pt x="224664" y="415110"/>
                    <a:pt x="267049" y="415110"/>
                  </a:cubicBezTo>
                  <a:cubicBezTo>
                    <a:pt x="346208" y="415110"/>
                    <a:pt x="410380" y="350213"/>
                    <a:pt x="410387" y="270156"/>
                  </a:cubicBezTo>
                  <a:lnTo>
                    <a:pt x="446893" y="270156"/>
                  </a:lnTo>
                  <a:lnTo>
                    <a:pt x="446893" y="270121"/>
                  </a:lnTo>
                  <a:close/>
                </a:path>
              </a:pathLst>
            </a:custGeom>
            <a:solidFill>
              <a:srgbClr val="FC1C4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66" name="Google Shape;1966;p6"/>
            <p:cNvSpPr/>
            <p:nvPr/>
          </p:nvSpPr>
          <p:spPr>
            <a:xfrm>
              <a:off x="7529835" y="1627700"/>
              <a:ext cx="559820" cy="566238"/>
            </a:xfrm>
            <a:custGeom>
              <a:rect b="b" l="l" r="r" t="t"/>
              <a:pathLst>
                <a:path extrusionOk="0" h="566238" w="559820">
                  <a:moveTo>
                    <a:pt x="255" y="270965"/>
                  </a:moveTo>
                  <a:cubicBezTo>
                    <a:pt x="6540" y="120238"/>
                    <a:pt x="129338" y="0"/>
                    <a:pt x="279911" y="0"/>
                  </a:cubicBezTo>
                  <a:cubicBezTo>
                    <a:pt x="413832" y="0"/>
                    <a:pt x="525759" y="95104"/>
                    <a:pt x="553320" y="222165"/>
                  </a:cubicBezTo>
                  <a:cubicBezTo>
                    <a:pt x="553728" y="224048"/>
                    <a:pt x="553713" y="225973"/>
                    <a:pt x="553306" y="227807"/>
                  </a:cubicBezTo>
                  <a:cubicBezTo>
                    <a:pt x="552882" y="229739"/>
                    <a:pt x="552022" y="231571"/>
                    <a:pt x="550765" y="233151"/>
                  </a:cubicBezTo>
                  <a:cubicBezTo>
                    <a:pt x="548322" y="236217"/>
                    <a:pt x="544638" y="238000"/>
                    <a:pt x="540745" y="238000"/>
                  </a:cubicBezTo>
                  <a:lnTo>
                    <a:pt x="411248" y="238000"/>
                  </a:lnTo>
                  <a:cubicBezTo>
                    <a:pt x="411068" y="238000"/>
                    <a:pt x="410890" y="237996"/>
                    <a:pt x="410712" y="237989"/>
                  </a:cubicBezTo>
                  <a:lnTo>
                    <a:pt x="348637" y="237989"/>
                  </a:lnTo>
                  <a:cubicBezTo>
                    <a:pt x="343509" y="237989"/>
                    <a:pt x="338870" y="234908"/>
                    <a:pt x="336832" y="230149"/>
                  </a:cubicBezTo>
                  <a:cubicBezTo>
                    <a:pt x="334793" y="225390"/>
                    <a:pt x="335744" y="219860"/>
                    <a:pt x="339252" y="216077"/>
                  </a:cubicBezTo>
                  <a:lnTo>
                    <a:pt x="367632" y="185469"/>
                  </a:lnTo>
                  <a:cubicBezTo>
                    <a:pt x="344452" y="164164"/>
                    <a:pt x="313688" y="151199"/>
                    <a:pt x="279914" y="151199"/>
                  </a:cubicBezTo>
                  <a:cubicBezTo>
                    <a:pt x="207870" y="151199"/>
                    <a:pt x="149465" y="210253"/>
                    <a:pt x="149441" y="283110"/>
                  </a:cubicBezTo>
                  <a:cubicBezTo>
                    <a:pt x="149439" y="290294"/>
                    <a:pt x="143679" y="296118"/>
                    <a:pt x="136575" y="296118"/>
                  </a:cubicBezTo>
                  <a:lnTo>
                    <a:pt x="12865" y="296118"/>
                  </a:lnTo>
                  <a:cubicBezTo>
                    <a:pt x="9453" y="296118"/>
                    <a:pt x="6180" y="294746"/>
                    <a:pt x="3767" y="292306"/>
                  </a:cubicBezTo>
                  <a:cubicBezTo>
                    <a:pt x="1355" y="289865"/>
                    <a:pt x="-1" y="286555"/>
                    <a:pt x="0" y="283104"/>
                  </a:cubicBezTo>
                  <a:cubicBezTo>
                    <a:pt x="1" y="279037"/>
                    <a:pt x="86" y="274989"/>
                    <a:pt x="255" y="270965"/>
                  </a:cubicBezTo>
                  <a:close/>
                  <a:moveTo>
                    <a:pt x="12865" y="271503"/>
                  </a:moveTo>
                  <a:lnTo>
                    <a:pt x="255" y="270965"/>
                  </a:lnTo>
                  <a:lnTo>
                    <a:pt x="12865" y="271503"/>
                  </a:lnTo>
                  <a:close/>
                  <a:moveTo>
                    <a:pt x="26052" y="270095"/>
                  </a:moveTo>
                  <a:lnTo>
                    <a:pt x="124236" y="270095"/>
                  </a:lnTo>
                  <a:cubicBezTo>
                    <a:pt x="130802" y="188955"/>
                    <a:pt x="197993" y="125176"/>
                    <a:pt x="279914" y="125176"/>
                  </a:cubicBezTo>
                  <a:cubicBezTo>
                    <a:pt x="325474" y="125176"/>
                    <a:pt x="366492" y="144919"/>
                    <a:pt x="395028" y="176368"/>
                  </a:cubicBezTo>
                  <a:cubicBezTo>
                    <a:pt x="399579" y="181384"/>
                    <a:pt x="399538" y="189099"/>
                    <a:pt x="394934" y="194065"/>
                  </a:cubicBezTo>
                  <a:lnTo>
                    <a:pt x="378337" y="211966"/>
                  </a:lnTo>
                  <a:lnTo>
                    <a:pt x="411243" y="211966"/>
                  </a:lnTo>
                  <a:cubicBezTo>
                    <a:pt x="411422" y="211966"/>
                    <a:pt x="411600" y="211970"/>
                    <a:pt x="411779" y="211977"/>
                  </a:cubicBezTo>
                  <a:lnTo>
                    <a:pt x="524243" y="211977"/>
                  </a:lnTo>
                  <a:cubicBezTo>
                    <a:pt x="493745" y="104590"/>
                    <a:pt x="395887" y="26023"/>
                    <a:pt x="279911" y="26023"/>
                  </a:cubicBezTo>
                  <a:cubicBezTo>
                    <a:pt x="143842" y="26023"/>
                    <a:pt x="32739" y="134163"/>
                    <a:pt x="26052" y="270095"/>
                  </a:cubicBezTo>
                  <a:close/>
                  <a:moveTo>
                    <a:pt x="399461" y="230204"/>
                  </a:moveTo>
                  <a:cubicBezTo>
                    <a:pt x="399461" y="230205"/>
                    <a:pt x="399462" y="230206"/>
                    <a:pt x="399462" y="230206"/>
                  </a:cubicBezTo>
                  <a:lnTo>
                    <a:pt x="399461" y="230204"/>
                  </a:lnTo>
                  <a:close/>
                  <a:moveTo>
                    <a:pt x="458809" y="270156"/>
                  </a:moveTo>
                  <a:lnTo>
                    <a:pt x="423252" y="270156"/>
                  </a:lnTo>
                  <a:cubicBezTo>
                    <a:pt x="416148" y="270156"/>
                    <a:pt x="410387" y="275981"/>
                    <a:pt x="410387" y="283166"/>
                  </a:cubicBezTo>
                  <a:cubicBezTo>
                    <a:pt x="410381" y="356038"/>
                    <a:pt x="351968" y="415110"/>
                    <a:pt x="279914" y="415110"/>
                  </a:cubicBezTo>
                  <a:cubicBezTo>
                    <a:pt x="245694" y="415110"/>
                    <a:pt x="214562" y="401800"/>
                    <a:pt x="191280" y="379990"/>
                  </a:cubicBezTo>
                  <a:lnTo>
                    <a:pt x="220311" y="350425"/>
                  </a:lnTo>
                  <a:cubicBezTo>
                    <a:pt x="223971" y="346697"/>
                    <a:pt x="225056" y="341108"/>
                    <a:pt x="223059" y="336257"/>
                  </a:cubicBezTo>
                  <a:cubicBezTo>
                    <a:pt x="221063" y="331406"/>
                    <a:pt x="216378" y="328245"/>
                    <a:pt x="211182" y="328245"/>
                  </a:cubicBezTo>
                  <a:lnTo>
                    <a:pt x="109881" y="328245"/>
                  </a:lnTo>
                  <a:cubicBezTo>
                    <a:pt x="109741" y="328241"/>
                    <a:pt x="109599" y="328238"/>
                    <a:pt x="109457" y="328238"/>
                  </a:cubicBezTo>
                  <a:lnTo>
                    <a:pt x="19075" y="328238"/>
                  </a:lnTo>
                  <a:cubicBezTo>
                    <a:pt x="15179" y="328238"/>
                    <a:pt x="11493" y="330024"/>
                    <a:pt x="9051" y="333094"/>
                  </a:cubicBezTo>
                  <a:cubicBezTo>
                    <a:pt x="7796" y="334672"/>
                    <a:pt x="6940" y="336501"/>
                    <a:pt x="6516" y="338428"/>
                  </a:cubicBezTo>
                  <a:cubicBezTo>
                    <a:pt x="6108" y="340263"/>
                    <a:pt x="6092" y="342189"/>
                    <a:pt x="6501" y="344073"/>
                  </a:cubicBezTo>
                  <a:cubicBezTo>
                    <a:pt x="34061" y="471134"/>
                    <a:pt x="145988" y="566238"/>
                    <a:pt x="279909" y="566238"/>
                  </a:cubicBezTo>
                  <a:cubicBezTo>
                    <a:pt x="430412" y="566238"/>
                    <a:pt x="553166" y="446113"/>
                    <a:pt x="559557" y="295485"/>
                  </a:cubicBezTo>
                  <a:cubicBezTo>
                    <a:pt x="559732" y="291389"/>
                    <a:pt x="559820" y="287272"/>
                    <a:pt x="559820" y="283134"/>
                  </a:cubicBezTo>
                  <a:cubicBezTo>
                    <a:pt x="559821" y="279683"/>
                    <a:pt x="558466" y="276374"/>
                    <a:pt x="556053" y="273933"/>
                  </a:cubicBezTo>
                  <a:cubicBezTo>
                    <a:pt x="553640" y="271492"/>
                    <a:pt x="550368" y="270121"/>
                    <a:pt x="546955" y="270121"/>
                  </a:cubicBezTo>
                  <a:lnTo>
                    <a:pt x="459758" y="270121"/>
                  </a:lnTo>
                  <a:cubicBezTo>
                    <a:pt x="459439" y="270121"/>
                    <a:pt x="459122" y="270133"/>
                    <a:pt x="458809" y="270156"/>
                  </a:cubicBezTo>
                  <a:close/>
                  <a:moveTo>
                    <a:pt x="533769" y="296144"/>
                  </a:moveTo>
                  <a:lnTo>
                    <a:pt x="460707" y="296144"/>
                  </a:lnTo>
                  <a:cubicBezTo>
                    <a:pt x="460394" y="296167"/>
                    <a:pt x="460077" y="296179"/>
                    <a:pt x="459758" y="296179"/>
                  </a:cubicBezTo>
                  <a:lnTo>
                    <a:pt x="435594" y="296179"/>
                  </a:lnTo>
                  <a:cubicBezTo>
                    <a:pt x="429046" y="377335"/>
                    <a:pt x="361847" y="441133"/>
                    <a:pt x="279914" y="441133"/>
                  </a:cubicBezTo>
                  <a:cubicBezTo>
                    <a:pt x="233723" y="441133"/>
                    <a:pt x="192203" y="420840"/>
                    <a:pt x="163623" y="388629"/>
                  </a:cubicBezTo>
                  <a:cubicBezTo>
                    <a:pt x="159070" y="383497"/>
                    <a:pt x="159266" y="375664"/>
                    <a:pt x="164070" y="370771"/>
                  </a:cubicBezTo>
                  <a:lnTo>
                    <a:pt x="180274" y="354268"/>
                  </a:lnTo>
                  <a:lnTo>
                    <a:pt x="109459" y="354268"/>
                  </a:lnTo>
                  <a:cubicBezTo>
                    <a:pt x="109317" y="354268"/>
                    <a:pt x="109176" y="354266"/>
                    <a:pt x="109035" y="354261"/>
                  </a:cubicBezTo>
                  <a:lnTo>
                    <a:pt x="35578" y="354261"/>
                  </a:lnTo>
                  <a:cubicBezTo>
                    <a:pt x="66075" y="461649"/>
                    <a:pt x="163933" y="540216"/>
                    <a:pt x="279909" y="540216"/>
                  </a:cubicBezTo>
                  <a:cubicBezTo>
                    <a:pt x="415979" y="540216"/>
                    <a:pt x="527082" y="432075"/>
                    <a:pt x="533769" y="296144"/>
                  </a:cubicBezTo>
                  <a:close/>
                </a:path>
              </a:pathLst>
            </a:custGeom>
            <a:solidFill>
              <a:srgbClr val="FC1C4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67" name="Google Shape;1967;p6"/>
            <p:cNvSpPr/>
            <p:nvPr/>
          </p:nvSpPr>
          <p:spPr>
            <a:xfrm>
              <a:off x="7914632" y="1709680"/>
              <a:ext cx="96253" cy="100664"/>
            </a:xfrm>
            <a:custGeom>
              <a:rect b="b" l="l" r="r" t="t"/>
              <a:pathLst>
                <a:path extrusionOk="0" h="100664" w="96253">
                  <a:moveTo>
                    <a:pt x="1743" y="6477"/>
                  </a:moveTo>
                  <a:cubicBezTo>
                    <a:pt x="5313" y="264"/>
                    <a:pt x="13187" y="-1847"/>
                    <a:pt x="19331" y="1763"/>
                  </a:cubicBezTo>
                  <a:cubicBezTo>
                    <a:pt x="34624" y="10750"/>
                    <a:pt x="51700" y="26675"/>
                    <a:pt x="65428" y="41730"/>
                  </a:cubicBezTo>
                  <a:cubicBezTo>
                    <a:pt x="72397" y="49374"/>
                    <a:pt x="78749" y="57063"/>
                    <a:pt x="83831" y="63942"/>
                  </a:cubicBezTo>
                  <a:cubicBezTo>
                    <a:pt x="88725" y="70568"/>
                    <a:pt x="93035" y="77231"/>
                    <a:pt x="95264" y="82655"/>
                  </a:cubicBezTo>
                  <a:cubicBezTo>
                    <a:pt x="97993" y="89290"/>
                    <a:pt x="94886" y="96906"/>
                    <a:pt x="88325" y="99664"/>
                  </a:cubicBezTo>
                  <a:cubicBezTo>
                    <a:pt x="81764" y="102423"/>
                    <a:pt x="74234" y="99281"/>
                    <a:pt x="71506" y="92645"/>
                  </a:cubicBezTo>
                  <a:cubicBezTo>
                    <a:pt x="70563" y="90353"/>
                    <a:pt x="67880" y="85829"/>
                    <a:pt x="63217" y="79517"/>
                  </a:cubicBezTo>
                  <a:cubicBezTo>
                    <a:pt x="58741" y="73457"/>
                    <a:pt x="52972" y="66457"/>
                    <a:pt x="46512" y="59372"/>
                  </a:cubicBezTo>
                  <a:cubicBezTo>
                    <a:pt x="33383" y="44973"/>
                    <a:pt x="18373" y="31296"/>
                    <a:pt x="6404" y="24264"/>
                  </a:cubicBezTo>
                  <a:cubicBezTo>
                    <a:pt x="261" y="20654"/>
                    <a:pt x="-1826" y="12690"/>
                    <a:pt x="1743" y="647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968" name="Google Shape;1968;p6"/>
          <p:cNvGrpSpPr/>
          <p:nvPr/>
        </p:nvGrpSpPr>
        <p:grpSpPr>
          <a:xfrm>
            <a:off x="8672182" y="1651388"/>
            <a:ext cx="544795" cy="538385"/>
            <a:chOff x="8672182" y="1651388"/>
            <a:chExt cx="544795" cy="538385"/>
          </a:xfrm>
        </p:grpSpPr>
        <p:sp>
          <p:nvSpPr>
            <p:cNvPr id="1969" name="Google Shape;1969;p6"/>
            <p:cNvSpPr/>
            <p:nvPr/>
          </p:nvSpPr>
          <p:spPr>
            <a:xfrm>
              <a:off x="8672182" y="1651388"/>
              <a:ext cx="544795" cy="538385"/>
            </a:xfrm>
            <a:custGeom>
              <a:rect b="b" l="l" r="r" t="t"/>
              <a:pathLst>
                <a:path extrusionOk="0" h="538385" w="544795">
                  <a:moveTo>
                    <a:pt x="272398" y="538386"/>
                  </a:moveTo>
                  <a:cubicBezTo>
                    <a:pt x="422839" y="538386"/>
                    <a:pt x="544795" y="417864"/>
                    <a:pt x="544795" y="269193"/>
                  </a:cubicBezTo>
                  <a:cubicBezTo>
                    <a:pt x="544795" y="120522"/>
                    <a:pt x="422839" y="0"/>
                    <a:pt x="272398" y="0"/>
                  </a:cubicBezTo>
                  <a:cubicBezTo>
                    <a:pt x="121957" y="0"/>
                    <a:pt x="0" y="120522"/>
                    <a:pt x="0" y="269193"/>
                  </a:cubicBezTo>
                  <a:cubicBezTo>
                    <a:pt x="0" y="417864"/>
                    <a:pt x="121957" y="538386"/>
                    <a:pt x="272398" y="538386"/>
                  </a:cubicBezTo>
                  <a:close/>
                </a:path>
              </a:pathLst>
            </a:custGeom>
            <a:solidFill>
              <a:srgbClr val="FC1C4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70" name="Google Shape;1970;p6"/>
            <p:cNvSpPr/>
            <p:nvPr/>
          </p:nvSpPr>
          <p:spPr>
            <a:xfrm>
              <a:off x="8816797" y="1829095"/>
              <a:ext cx="258854" cy="188680"/>
            </a:xfrm>
            <a:custGeom>
              <a:rect b="b" l="l" r="r" t="t"/>
              <a:pathLst>
                <a:path extrusionOk="0" h="188680" w="258854">
                  <a:moveTo>
                    <a:pt x="253691" y="4325"/>
                  </a:moveTo>
                  <a:cubicBezTo>
                    <a:pt x="260256" y="10383"/>
                    <a:pt x="260608" y="20554"/>
                    <a:pt x="254478" y="27043"/>
                  </a:cubicBezTo>
                  <a:lnTo>
                    <a:pt x="106572" y="183577"/>
                  </a:lnTo>
                  <a:cubicBezTo>
                    <a:pt x="103496" y="186833"/>
                    <a:pt x="99191" y="188681"/>
                    <a:pt x="94684" y="188681"/>
                  </a:cubicBezTo>
                  <a:cubicBezTo>
                    <a:pt x="90178" y="188681"/>
                    <a:pt x="85873" y="186832"/>
                    <a:pt x="82797" y="183577"/>
                  </a:cubicBezTo>
                  <a:lnTo>
                    <a:pt x="4377" y="100583"/>
                  </a:lnTo>
                  <a:cubicBezTo>
                    <a:pt x="-1754" y="94094"/>
                    <a:pt x="-1401" y="83923"/>
                    <a:pt x="5164" y="77865"/>
                  </a:cubicBezTo>
                  <a:cubicBezTo>
                    <a:pt x="11730" y="71807"/>
                    <a:pt x="22021" y="72155"/>
                    <a:pt x="28152" y="78643"/>
                  </a:cubicBezTo>
                  <a:lnTo>
                    <a:pt x="94684" y="149057"/>
                  </a:lnTo>
                  <a:lnTo>
                    <a:pt x="230703" y="5103"/>
                  </a:lnTo>
                  <a:cubicBezTo>
                    <a:pt x="236833" y="-1385"/>
                    <a:pt x="247125" y="-1733"/>
                    <a:pt x="253691" y="432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971" name="Google Shape;1971;p6"/>
          <p:cNvGrpSpPr/>
          <p:nvPr/>
        </p:nvGrpSpPr>
        <p:grpSpPr>
          <a:xfrm>
            <a:off x="9829094" y="1732330"/>
            <a:ext cx="554326" cy="384629"/>
            <a:chOff x="9829094" y="1732330"/>
            <a:chExt cx="554326" cy="384629"/>
          </a:xfrm>
        </p:grpSpPr>
        <p:sp>
          <p:nvSpPr>
            <p:cNvPr id="1972" name="Google Shape;1972;p6"/>
            <p:cNvSpPr/>
            <p:nvPr/>
          </p:nvSpPr>
          <p:spPr>
            <a:xfrm>
              <a:off x="9829094" y="1732330"/>
              <a:ext cx="554326" cy="384629"/>
            </a:xfrm>
            <a:custGeom>
              <a:rect b="b" l="l" r="r" t="t"/>
              <a:pathLst>
                <a:path extrusionOk="0" h="384629" w="554326">
                  <a:moveTo>
                    <a:pt x="32276" y="0"/>
                  </a:moveTo>
                  <a:cubicBezTo>
                    <a:pt x="14451" y="0"/>
                    <a:pt x="0" y="14325"/>
                    <a:pt x="0" y="31995"/>
                  </a:cubicBezTo>
                  <a:lnTo>
                    <a:pt x="0" y="352634"/>
                  </a:lnTo>
                  <a:cubicBezTo>
                    <a:pt x="0" y="370305"/>
                    <a:pt x="14451" y="384629"/>
                    <a:pt x="32276" y="384629"/>
                  </a:cubicBezTo>
                  <a:lnTo>
                    <a:pt x="522051" y="384629"/>
                  </a:lnTo>
                  <a:cubicBezTo>
                    <a:pt x="539877" y="384629"/>
                    <a:pt x="554327" y="370305"/>
                    <a:pt x="554327" y="352634"/>
                  </a:cubicBezTo>
                  <a:lnTo>
                    <a:pt x="554327" y="31995"/>
                  </a:lnTo>
                  <a:cubicBezTo>
                    <a:pt x="554327" y="14325"/>
                    <a:pt x="539877" y="0"/>
                    <a:pt x="522051" y="0"/>
                  </a:cubicBezTo>
                  <a:lnTo>
                    <a:pt x="32276" y="0"/>
                  </a:lnTo>
                  <a:close/>
                </a:path>
              </a:pathLst>
            </a:custGeom>
            <a:solidFill>
              <a:srgbClr val="FC1C4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73" name="Google Shape;1973;p6"/>
            <p:cNvSpPr/>
            <p:nvPr/>
          </p:nvSpPr>
          <p:spPr>
            <a:xfrm>
              <a:off x="9880175" y="1791022"/>
              <a:ext cx="450609" cy="269210"/>
            </a:xfrm>
            <a:custGeom>
              <a:rect b="b" l="l" r="r" t="t"/>
              <a:pathLst>
                <a:path extrusionOk="0" h="269210" w="450609">
                  <a:moveTo>
                    <a:pt x="22073" y="3781"/>
                  </a:moveTo>
                  <a:cubicBezTo>
                    <a:pt x="17049" y="-1235"/>
                    <a:pt x="8875" y="-1264"/>
                    <a:pt x="3814" y="3716"/>
                  </a:cubicBezTo>
                  <a:cubicBezTo>
                    <a:pt x="-1246" y="8695"/>
                    <a:pt x="-1275" y="16799"/>
                    <a:pt x="3748" y="21815"/>
                  </a:cubicBezTo>
                  <a:lnTo>
                    <a:pt x="117118" y="135013"/>
                  </a:lnTo>
                  <a:lnTo>
                    <a:pt x="3781" y="247362"/>
                  </a:lnTo>
                  <a:cubicBezTo>
                    <a:pt x="-1260" y="252360"/>
                    <a:pt x="-1260" y="260463"/>
                    <a:pt x="3781" y="265462"/>
                  </a:cubicBezTo>
                  <a:cubicBezTo>
                    <a:pt x="8823" y="270459"/>
                    <a:pt x="16998" y="270459"/>
                    <a:pt x="22040" y="265462"/>
                  </a:cubicBezTo>
                  <a:lnTo>
                    <a:pt x="135310" y="153178"/>
                  </a:lnTo>
                  <a:lnTo>
                    <a:pt x="216139" y="233884"/>
                  </a:lnTo>
                  <a:cubicBezTo>
                    <a:pt x="218563" y="236304"/>
                    <a:pt x="221861" y="237665"/>
                    <a:pt x="225301" y="237665"/>
                  </a:cubicBezTo>
                  <a:cubicBezTo>
                    <a:pt x="228741" y="237665"/>
                    <a:pt x="232039" y="236304"/>
                    <a:pt x="234463" y="233884"/>
                  </a:cubicBezTo>
                  <a:lnTo>
                    <a:pt x="315297" y="153175"/>
                  </a:lnTo>
                  <a:lnTo>
                    <a:pt x="428570" y="265462"/>
                  </a:lnTo>
                  <a:cubicBezTo>
                    <a:pt x="433612" y="270459"/>
                    <a:pt x="441787" y="270459"/>
                    <a:pt x="446828" y="265462"/>
                  </a:cubicBezTo>
                  <a:cubicBezTo>
                    <a:pt x="451870" y="260463"/>
                    <a:pt x="451870" y="252360"/>
                    <a:pt x="446828" y="247362"/>
                  </a:cubicBezTo>
                  <a:lnTo>
                    <a:pt x="333490" y="135011"/>
                  </a:lnTo>
                  <a:lnTo>
                    <a:pt x="446861" y="21815"/>
                  </a:lnTo>
                  <a:cubicBezTo>
                    <a:pt x="451884" y="16799"/>
                    <a:pt x="451855" y="8696"/>
                    <a:pt x="446795" y="3716"/>
                  </a:cubicBezTo>
                  <a:cubicBezTo>
                    <a:pt x="441735" y="-1264"/>
                    <a:pt x="433561" y="-1235"/>
                    <a:pt x="428537" y="3781"/>
                  </a:cubicBezTo>
                  <a:lnTo>
                    <a:pt x="225301" y="206702"/>
                  </a:lnTo>
                  <a:lnTo>
                    <a:pt x="22073" y="378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974" name="Google Shape;1974;p6"/>
          <p:cNvGrpSpPr/>
          <p:nvPr/>
        </p:nvGrpSpPr>
        <p:grpSpPr>
          <a:xfrm>
            <a:off x="10939619" y="1667647"/>
            <a:ext cx="591759" cy="538702"/>
            <a:chOff x="10939619" y="1667647"/>
            <a:chExt cx="591759" cy="538702"/>
          </a:xfrm>
        </p:grpSpPr>
        <p:sp>
          <p:nvSpPr>
            <p:cNvPr id="1975" name="Google Shape;1975;p6"/>
            <p:cNvSpPr/>
            <p:nvPr/>
          </p:nvSpPr>
          <p:spPr>
            <a:xfrm>
              <a:off x="10939619" y="1667647"/>
              <a:ext cx="591759" cy="538702"/>
            </a:xfrm>
            <a:custGeom>
              <a:rect b="b" l="l" r="r" t="t"/>
              <a:pathLst>
                <a:path extrusionOk="0" h="538702" w="591759">
                  <a:moveTo>
                    <a:pt x="30887" y="30523"/>
                  </a:moveTo>
                  <a:cubicBezTo>
                    <a:pt x="-6973" y="67937"/>
                    <a:pt x="-9890" y="127222"/>
                    <a:pt x="21378" y="170496"/>
                  </a:cubicBezTo>
                  <a:cubicBezTo>
                    <a:pt x="27641" y="179165"/>
                    <a:pt x="40167" y="179091"/>
                    <a:pt x="47789" y="171560"/>
                  </a:cubicBezTo>
                  <a:lnTo>
                    <a:pt x="173602" y="47227"/>
                  </a:lnTo>
                  <a:cubicBezTo>
                    <a:pt x="181224" y="39694"/>
                    <a:pt x="181298" y="27316"/>
                    <a:pt x="172525" y="21126"/>
                  </a:cubicBezTo>
                  <a:cubicBezTo>
                    <a:pt x="128737" y="-9773"/>
                    <a:pt x="68746" y="-6891"/>
                    <a:pt x="30887" y="30523"/>
                  </a:cubicBezTo>
                  <a:close/>
                  <a:moveTo>
                    <a:pt x="570381" y="170496"/>
                  </a:moveTo>
                  <a:cubicBezTo>
                    <a:pt x="601649" y="127222"/>
                    <a:pt x="598732" y="67937"/>
                    <a:pt x="560872" y="30523"/>
                  </a:cubicBezTo>
                  <a:cubicBezTo>
                    <a:pt x="523012" y="-6891"/>
                    <a:pt x="463022" y="-9773"/>
                    <a:pt x="419233" y="21126"/>
                  </a:cubicBezTo>
                  <a:cubicBezTo>
                    <a:pt x="410461" y="27316"/>
                    <a:pt x="410535" y="39694"/>
                    <a:pt x="418157" y="47227"/>
                  </a:cubicBezTo>
                  <a:lnTo>
                    <a:pt x="543970" y="171560"/>
                  </a:lnTo>
                  <a:cubicBezTo>
                    <a:pt x="551592" y="179091"/>
                    <a:pt x="564117" y="179165"/>
                    <a:pt x="570381" y="170496"/>
                  </a:cubicBezTo>
                  <a:close/>
                  <a:moveTo>
                    <a:pt x="536680" y="300735"/>
                  </a:moveTo>
                  <a:cubicBezTo>
                    <a:pt x="536680" y="432161"/>
                    <a:pt x="428870" y="538702"/>
                    <a:pt x="295880" y="538702"/>
                  </a:cubicBezTo>
                  <a:cubicBezTo>
                    <a:pt x="162890" y="538702"/>
                    <a:pt x="55079" y="432161"/>
                    <a:pt x="55079" y="300735"/>
                  </a:cubicBezTo>
                  <a:cubicBezTo>
                    <a:pt x="55079" y="169309"/>
                    <a:pt x="162890" y="62768"/>
                    <a:pt x="295880" y="62768"/>
                  </a:cubicBezTo>
                  <a:cubicBezTo>
                    <a:pt x="428870" y="62768"/>
                    <a:pt x="536680" y="169309"/>
                    <a:pt x="536680" y="300735"/>
                  </a:cubicBezTo>
                  <a:close/>
                </a:path>
              </a:pathLst>
            </a:custGeom>
            <a:solidFill>
              <a:srgbClr val="FC1C4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76" name="Google Shape;1976;p6"/>
            <p:cNvSpPr/>
            <p:nvPr/>
          </p:nvSpPr>
          <p:spPr>
            <a:xfrm>
              <a:off x="11224003" y="1820305"/>
              <a:ext cx="124193" cy="161636"/>
            </a:xfrm>
            <a:custGeom>
              <a:rect b="b" l="l" r="r" t="t"/>
              <a:pathLst>
                <a:path extrusionOk="0" h="161636" w="124193">
                  <a:moveTo>
                    <a:pt x="13011" y="0"/>
                  </a:moveTo>
                  <a:cubicBezTo>
                    <a:pt x="20198" y="0"/>
                    <a:pt x="26023" y="5757"/>
                    <a:pt x="26023" y="12858"/>
                  </a:cubicBezTo>
                  <a:lnTo>
                    <a:pt x="26023" y="135920"/>
                  </a:lnTo>
                  <a:lnTo>
                    <a:pt x="111183" y="135920"/>
                  </a:lnTo>
                  <a:cubicBezTo>
                    <a:pt x="118369" y="135920"/>
                    <a:pt x="124194" y="141676"/>
                    <a:pt x="124194" y="148778"/>
                  </a:cubicBezTo>
                  <a:cubicBezTo>
                    <a:pt x="124194" y="155879"/>
                    <a:pt x="118369" y="161636"/>
                    <a:pt x="111183" y="161636"/>
                  </a:cubicBezTo>
                  <a:lnTo>
                    <a:pt x="13011" y="161636"/>
                  </a:lnTo>
                  <a:cubicBezTo>
                    <a:pt x="5826" y="161636"/>
                    <a:pt x="0" y="155879"/>
                    <a:pt x="0" y="148778"/>
                  </a:cubicBezTo>
                  <a:lnTo>
                    <a:pt x="0" y="12858"/>
                  </a:lnTo>
                  <a:cubicBezTo>
                    <a:pt x="0" y="5757"/>
                    <a:pt x="5826" y="0"/>
                    <a:pt x="1301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977" name="Google Shape;1977;p6"/>
          <p:cNvGrpSpPr/>
          <p:nvPr/>
        </p:nvGrpSpPr>
        <p:grpSpPr>
          <a:xfrm>
            <a:off x="10981179" y="3074233"/>
            <a:ext cx="515862" cy="468423"/>
            <a:chOff x="10981179" y="3074233"/>
            <a:chExt cx="515862" cy="468423"/>
          </a:xfrm>
        </p:grpSpPr>
        <p:sp>
          <p:nvSpPr>
            <p:cNvPr id="1978" name="Google Shape;1978;p6"/>
            <p:cNvSpPr/>
            <p:nvPr/>
          </p:nvSpPr>
          <p:spPr>
            <a:xfrm>
              <a:off x="10981179" y="3074233"/>
              <a:ext cx="515862" cy="468423"/>
            </a:xfrm>
            <a:custGeom>
              <a:rect b="b" l="l" r="r" t="t"/>
              <a:pathLst>
                <a:path extrusionOk="0" h="468423" w="515862">
                  <a:moveTo>
                    <a:pt x="147645" y="0"/>
                  </a:moveTo>
                  <a:cubicBezTo>
                    <a:pt x="66092" y="0"/>
                    <a:pt x="0" y="66315"/>
                    <a:pt x="0" y="148144"/>
                  </a:cubicBezTo>
                  <a:cubicBezTo>
                    <a:pt x="0" y="185628"/>
                    <a:pt x="16861" y="224286"/>
                    <a:pt x="40398" y="260302"/>
                  </a:cubicBezTo>
                  <a:cubicBezTo>
                    <a:pt x="64080" y="296539"/>
                    <a:pt x="95429" y="331469"/>
                    <a:pt x="126420" y="361788"/>
                  </a:cubicBezTo>
                  <a:cubicBezTo>
                    <a:pt x="157462" y="392156"/>
                    <a:pt x="188455" y="418196"/>
                    <a:pt x="211661" y="436629"/>
                  </a:cubicBezTo>
                  <a:cubicBezTo>
                    <a:pt x="223273" y="445854"/>
                    <a:pt x="232961" y="453193"/>
                    <a:pt x="239761" y="458237"/>
                  </a:cubicBezTo>
                  <a:cubicBezTo>
                    <a:pt x="243161" y="460759"/>
                    <a:pt x="245841" y="462709"/>
                    <a:pt x="247681" y="464035"/>
                  </a:cubicBezTo>
                  <a:cubicBezTo>
                    <a:pt x="248601" y="464699"/>
                    <a:pt x="249311" y="465205"/>
                    <a:pt x="249796" y="465550"/>
                  </a:cubicBezTo>
                  <a:lnTo>
                    <a:pt x="250353" y="465946"/>
                  </a:lnTo>
                  <a:lnTo>
                    <a:pt x="250543" y="466079"/>
                  </a:lnTo>
                  <a:lnTo>
                    <a:pt x="250555" y="466088"/>
                  </a:lnTo>
                  <a:cubicBezTo>
                    <a:pt x="250559" y="466091"/>
                    <a:pt x="250561" y="466093"/>
                    <a:pt x="257931" y="455529"/>
                  </a:cubicBezTo>
                  <a:lnTo>
                    <a:pt x="250561" y="466093"/>
                  </a:lnTo>
                  <a:cubicBezTo>
                    <a:pt x="254986" y="469200"/>
                    <a:pt x="260875" y="469200"/>
                    <a:pt x="265300" y="466093"/>
                  </a:cubicBezTo>
                  <a:lnTo>
                    <a:pt x="257931" y="455529"/>
                  </a:lnTo>
                  <a:cubicBezTo>
                    <a:pt x="265300" y="466093"/>
                    <a:pt x="265303" y="466091"/>
                    <a:pt x="265307" y="466088"/>
                  </a:cubicBezTo>
                  <a:lnTo>
                    <a:pt x="265319" y="466079"/>
                  </a:lnTo>
                  <a:lnTo>
                    <a:pt x="265509" y="465946"/>
                  </a:lnTo>
                  <a:lnTo>
                    <a:pt x="266066" y="465550"/>
                  </a:lnTo>
                  <a:cubicBezTo>
                    <a:pt x="266551" y="465205"/>
                    <a:pt x="267261" y="464699"/>
                    <a:pt x="268180" y="464035"/>
                  </a:cubicBezTo>
                  <a:cubicBezTo>
                    <a:pt x="270021" y="462709"/>
                    <a:pt x="272701" y="460759"/>
                    <a:pt x="276101" y="458237"/>
                  </a:cubicBezTo>
                  <a:cubicBezTo>
                    <a:pt x="282902" y="453193"/>
                    <a:pt x="292588" y="445854"/>
                    <a:pt x="304201" y="436629"/>
                  </a:cubicBezTo>
                  <a:cubicBezTo>
                    <a:pt x="327407" y="418196"/>
                    <a:pt x="358400" y="392156"/>
                    <a:pt x="389442" y="361788"/>
                  </a:cubicBezTo>
                  <a:cubicBezTo>
                    <a:pt x="420432" y="331469"/>
                    <a:pt x="451782" y="296539"/>
                    <a:pt x="475464" y="260302"/>
                  </a:cubicBezTo>
                  <a:cubicBezTo>
                    <a:pt x="499001" y="224286"/>
                    <a:pt x="515862" y="185628"/>
                    <a:pt x="515862" y="148144"/>
                  </a:cubicBezTo>
                  <a:cubicBezTo>
                    <a:pt x="515862" y="66315"/>
                    <a:pt x="449769" y="0"/>
                    <a:pt x="368217" y="0"/>
                  </a:cubicBezTo>
                  <a:cubicBezTo>
                    <a:pt x="329515" y="0"/>
                    <a:pt x="299456" y="14042"/>
                    <a:pt x="279208" y="27952"/>
                  </a:cubicBezTo>
                  <a:cubicBezTo>
                    <a:pt x="270208" y="34135"/>
                    <a:pt x="263090" y="40327"/>
                    <a:pt x="257931" y="45333"/>
                  </a:cubicBezTo>
                  <a:cubicBezTo>
                    <a:pt x="252772" y="40327"/>
                    <a:pt x="245654" y="34135"/>
                    <a:pt x="236654" y="27952"/>
                  </a:cubicBezTo>
                  <a:cubicBezTo>
                    <a:pt x="216406" y="14042"/>
                    <a:pt x="186347" y="0"/>
                    <a:pt x="147645" y="0"/>
                  </a:cubicBezTo>
                  <a:close/>
                </a:path>
              </a:pathLst>
            </a:custGeom>
            <a:solidFill>
              <a:srgbClr val="FC1C4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79" name="Google Shape;1979;p6"/>
            <p:cNvSpPr/>
            <p:nvPr/>
          </p:nvSpPr>
          <p:spPr>
            <a:xfrm>
              <a:off x="11051502" y="3135496"/>
              <a:ext cx="110933" cy="103899"/>
            </a:xfrm>
            <a:custGeom>
              <a:rect b="b" l="l" r="r" t="t"/>
              <a:pathLst>
                <a:path extrusionOk="0" h="103899" w="110933">
                  <a:moveTo>
                    <a:pt x="252" y="91970"/>
                  </a:moveTo>
                  <a:cubicBezTo>
                    <a:pt x="-3982" y="35350"/>
                    <a:pt x="45888" y="-7364"/>
                    <a:pt x="100049" y="1063"/>
                  </a:cubicBezTo>
                  <a:cubicBezTo>
                    <a:pt x="107063" y="2154"/>
                    <a:pt x="111867" y="8744"/>
                    <a:pt x="110780" y="15781"/>
                  </a:cubicBezTo>
                  <a:cubicBezTo>
                    <a:pt x="109692" y="22818"/>
                    <a:pt x="103124" y="27638"/>
                    <a:pt x="96111" y="26547"/>
                  </a:cubicBezTo>
                  <a:cubicBezTo>
                    <a:pt x="57337" y="20514"/>
                    <a:pt x="22958" y="50944"/>
                    <a:pt x="25881" y="90040"/>
                  </a:cubicBezTo>
                  <a:cubicBezTo>
                    <a:pt x="26412" y="97141"/>
                    <a:pt x="21106" y="103330"/>
                    <a:pt x="14028" y="103863"/>
                  </a:cubicBezTo>
                  <a:cubicBezTo>
                    <a:pt x="6951" y="104395"/>
                    <a:pt x="783" y="99071"/>
                    <a:pt x="252" y="9197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980" name="Google Shape;1980;p6"/>
          <p:cNvGrpSpPr/>
          <p:nvPr/>
        </p:nvGrpSpPr>
        <p:grpSpPr>
          <a:xfrm>
            <a:off x="9843235" y="3091243"/>
            <a:ext cx="538019" cy="438983"/>
            <a:chOff x="9843235" y="3091243"/>
            <a:chExt cx="538019" cy="438983"/>
          </a:xfrm>
        </p:grpSpPr>
        <p:sp>
          <p:nvSpPr>
            <p:cNvPr id="1981" name="Google Shape;1981;p6"/>
            <p:cNvSpPr/>
            <p:nvPr/>
          </p:nvSpPr>
          <p:spPr>
            <a:xfrm>
              <a:off x="9843235" y="3091243"/>
              <a:ext cx="538019" cy="438983"/>
            </a:xfrm>
            <a:custGeom>
              <a:rect b="b" l="l" r="r" t="t"/>
              <a:pathLst>
                <a:path extrusionOk="0" h="438983" w="538019">
                  <a:moveTo>
                    <a:pt x="141011" y="0"/>
                  </a:moveTo>
                  <a:cubicBezTo>
                    <a:pt x="99438" y="0"/>
                    <a:pt x="63887" y="27036"/>
                    <a:pt x="39409" y="66381"/>
                  </a:cubicBezTo>
                  <a:cubicBezTo>
                    <a:pt x="14798" y="105941"/>
                    <a:pt x="0" y="159779"/>
                    <a:pt x="0" y="218567"/>
                  </a:cubicBezTo>
                  <a:cubicBezTo>
                    <a:pt x="0" y="277356"/>
                    <a:pt x="14798" y="331194"/>
                    <a:pt x="39409" y="370753"/>
                  </a:cubicBezTo>
                  <a:cubicBezTo>
                    <a:pt x="63887" y="410098"/>
                    <a:pt x="99438" y="437134"/>
                    <a:pt x="141011" y="437134"/>
                  </a:cubicBezTo>
                  <a:cubicBezTo>
                    <a:pt x="182584" y="437134"/>
                    <a:pt x="218135" y="410098"/>
                    <a:pt x="242613" y="370753"/>
                  </a:cubicBezTo>
                  <a:cubicBezTo>
                    <a:pt x="253310" y="353558"/>
                    <a:pt x="262154" y="333666"/>
                    <a:pt x="268734" y="311841"/>
                  </a:cubicBezTo>
                  <a:cubicBezTo>
                    <a:pt x="275369" y="334392"/>
                    <a:pt x="284407" y="354922"/>
                    <a:pt x="295406" y="372602"/>
                  </a:cubicBezTo>
                  <a:cubicBezTo>
                    <a:pt x="319884" y="411947"/>
                    <a:pt x="355435" y="438983"/>
                    <a:pt x="397008" y="438983"/>
                  </a:cubicBezTo>
                  <a:cubicBezTo>
                    <a:pt x="438581" y="438983"/>
                    <a:pt x="474132" y="411947"/>
                    <a:pt x="498610" y="372602"/>
                  </a:cubicBezTo>
                  <a:cubicBezTo>
                    <a:pt x="523221" y="333042"/>
                    <a:pt x="538020" y="279204"/>
                    <a:pt x="538020" y="220416"/>
                  </a:cubicBezTo>
                  <a:cubicBezTo>
                    <a:pt x="538020" y="161627"/>
                    <a:pt x="523221" y="107790"/>
                    <a:pt x="498610" y="68231"/>
                  </a:cubicBezTo>
                  <a:cubicBezTo>
                    <a:pt x="474132" y="28885"/>
                    <a:pt x="438581" y="1849"/>
                    <a:pt x="397008" y="1849"/>
                  </a:cubicBezTo>
                  <a:cubicBezTo>
                    <a:pt x="355435" y="1849"/>
                    <a:pt x="319884" y="28885"/>
                    <a:pt x="295406" y="68231"/>
                  </a:cubicBezTo>
                  <a:cubicBezTo>
                    <a:pt x="284709" y="85425"/>
                    <a:pt x="275865" y="105317"/>
                    <a:pt x="269285" y="127142"/>
                  </a:cubicBezTo>
                  <a:cubicBezTo>
                    <a:pt x="262651" y="104592"/>
                    <a:pt x="253612" y="84061"/>
                    <a:pt x="242613" y="66381"/>
                  </a:cubicBezTo>
                  <a:cubicBezTo>
                    <a:pt x="218135" y="27036"/>
                    <a:pt x="182584" y="0"/>
                    <a:pt x="141011" y="0"/>
                  </a:cubicBezTo>
                  <a:close/>
                </a:path>
              </a:pathLst>
            </a:custGeom>
            <a:solidFill>
              <a:srgbClr val="FC1C4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82" name="Google Shape;1982;p6"/>
            <p:cNvSpPr/>
            <p:nvPr/>
          </p:nvSpPr>
          <p:spPr>
            <a:xfrm>
              <a:off x="9896097" y="3263405"/>
              <a:ext cx="353923" cy="96504"/>
            </a:xfrm>
            <a:custGeom>
              <a:rect b="b" l="l" r="r" t="t"/>
              <a:pathLst>
                <a:path extrusionOk="0" h="96504" w="353923">
                  <a:moveTo>
                    <a:pt x="48962" y="0"/>
                  </a:moveTo>
                  <a:cubicBezTo>
                    <a:pt x="21921" y="0"/>
                    <a:pt x="0" y="21603"/>
                    <a:pt x="0" y="48252"/>
                  </a:cubicBezTo>
                  <a:cubicBezTo>
                    <a:pt x="0" y="74901"/>
                    <a:pt x="21921" y="96504"/>
                    <a:pt x="48962" y="96504"/>
                  </a:cubicBezTo>
                  <a:cubicBezTo>
                    <a:pt x="76003" y="96504"/>
                    <a:pt x="97924" y="74901"/>
                    <a:pt x="97924" y="48252"/>
                  </a:cubicBezTo>
                  <a:cubicBezTo>
                    <a:pt x="97924" y="21603"/>
                    <a:pt x="76003" y="0"/>
                    <a:pt x="48962" y="0"/>
                  </a:cubicBezTo>
                  <a:close/>
                  <a:moveTo>
                    <a:pt x="304962" y="0"/>
                  </a:moveTo>
                  <a:cubicBezTo>
                    <a:pt x="277921" y="0"/>
                    <a:pt x="256000" y="21603"/>
                    <a:pt x="256000" y="48252"/>
                  </a:cubicBezTo>
                  <a:cubicBezTo>
                    <a:pt x="256000" y="74901"/>
                    <a:pt x="277921" y="96504"/>
                    <a:pt x="304962" y="96504"/>
                  </a:cubicBezTo>
                  <a:cubicBezTo>
                    <a:pt x="332003" y="96504"/>
                    <a:pt x="353924" y="74901"/>
                    <a:pt x="353924" y="48252"/>
                  </a:cubicBezTo>
                  <a:cubicBezTo>
                    <a:pt x="353924" y="21603"/>
                    <a:pt x="332003" y="0"/>
                    <a:pt x="30496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983" name="Google Shape;1983;p6"/>
          <p:cNvGrpSpPr/>
          <p:nvPr/>
        </p:nvGrpSpPr>
        <p:grpSpPr>
          <a:xfrm>
            <a:off x="7542636" y="3035390"/>
            <a:ext cx="548861" cy="557836"/>
            <a:chOff x="7542636" y="3035390"/>
            <a:chExt cx="548861" cy="557836"/>
          </a:xfrm>
        </p:grpSpPr>
        <p:sp>
          <p:nvSpPr>
            <p:cNvPr id="1984" name="Google Shape;1984;p6"/>
            <p:cNvSpPr/>
            <p:nvPr/>
          </p:nvSpPr>
          <p:spPr>
            <a:xfrm>
              <a:off x="7542636" y="3035390"/>
              <a:ext cx="548861" cy="557836"/>
            </a:xfrm>
            <a:custGeom>
              <a:rect b="b" l="l" r="r" t="t"/>
              <a:pathLst>
                <a:path extrusionOk="0" h="557836" w="548861">
                  <a:moveTo>
                    <a:pt x="28731" y="448265"/>
                  </a:moveTo>
                  <a:cubicBezTo>
                    <a:pt x="89209" y="456841"/>
                    <a:pt x="198085" y="486696"/>
                    <a:pt x="265126" y="553862"/>
                  </a:cubicBezTo>
                  <a:cubicBezTo>
                    <a:pt x="266301" y="555088"/>
                    <a:pt x="267725" y="556091"/>
                    <a:pt x="269344" y="556788"/>
                  </a:cubicBezTo>
                  <a:cubicBezTo>
                    <a:pt x="270810" y="557418"/>
                    <a:pt x="272349" y="557760"/>
                    <a:pt x="273885" y="557825"/>
                  </a:cubicBezTo>
                  <a:cubicBezTo>
                    <a:pt x="274214" y="557838"/>
                    <a:pt x="274542" y="557840"/>
                    <a:pt x="274870" y="557829"/>
                  </a:cubicBezTo>
                  <a:cubicBezTo>
                    <a:pt x="275694" y="557800"/>
                    <a:pt x="276521" y="557693"/>
                    <a:pt x="277340" y="557503"/>
                  </a:cubicBezTo>
                  <a:cubicBezTo>
                    <a:pt x="279810" y="556930"/>
                    <a:pt x="282017" y="555651"/>
                    <a:pt x="283726" y="553872"/>
                  </a:cubicBezTo>
                  <a:cubicBezTo>
                    <a:pt x="350766" y="486699"/>
                    <a:pt x="459650" y="456842"/>
                    <a:pt x="520131" y="448265"/>
                  </a:cubicBezTo>
                  <a:cubicBezTo>
                    <a:pt x="536059" y="446007"/>
                    <a:pt x="548861" y="432481"/>
                    <a:pt x="548861" y="415553"/>
                  </a:cubicBezTo>
                  <a:lnTo>
                    <a:pt x="548861" y="32012"/>
                  </a:lnTo>
                  <a:cubicBezTo>
                    <a:pt x="548861" y="14229"/>
                    <a:pt x="534345" y="-752"/>
                    <a:pt x="515998" y="29"/>
                  </a:cubicBezTo>
                  <a:cubicBezTo>
                    <a:pt x="386957" y="5522"/>
                    <a:pt x="307901" y="63632"/>
                    <a:pt x="274431" y="105225"/>
                  </a:cubicBezTo>
                  <a:cubicBezTo>
                    <a:pt x="240961" y="63632"/>
                    <a:pt x="161905" y="5522"/>
                    <a:pt x="32864" y="29"/>
                  </a:cubicBezTo>
                  <a:cubicBezTo>
                    <a:pt x="14517" y="-752"/>
                    <a:pt x="0" y="14229"/>
                    <a:pt x="0" y="32012"/>
                  </a:cubicBezTo>
                  <a:lnTo>
                    <a:pt x="0" y="415553"/>
                  </a:lnTo>
                  <a:cubicBezTo>
                    <a:pt x="0" y="432481"/>
                    <a:pt x="12802" y="446007"/>
                    <a:pt x="28731" y="448265"/>
                  </a:cubicBezTo>
                  <a:close/>
                </a:path>
              </a:pathLst>
            </a:custGeom>
            <a:solidFill>
              <a:srgbClr val="FC1C4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85" name="Google Shape;1985;p6"/>
            <p:cNvSpPr/>
            <p:nvPr/>
          </p:nvSpPr>
          <p:spPr>
            <a:xfrm>
              <a:off x="7805511" y="3228523"/>
              <a:ext cx="25821" cy="241915"/>
            </a:xfrm>
            <a:custGeom>
              <a:rect b="b" l="l" r="r" t="t"/>
              <a:pathLst>
                <a:path extrusionOk="0" h="241915" w="25821">
                  <a:moveTo>
                    <a:pt x="12911" y="241915"/>
                  </a:moveTo>
                  <a:cubicBezTo>
                    <a:pt x="5780" y="241915"/>
                    <a:pt x="0" y="236112"/>
                    <a:pt x="0" y="228954"/>
                  </a:cubicBezTo>
                  <a:lnTo>
                    <a:pt x="0" y="12962"/>
                  </a:lnTo>
                  <a:cubicBezTo>
                    <a:pt x="0" y="5803"/>
                    <a:pt x="5780" y="0"/>
                    <a:pt x="12911" y="0"/>
                  </a:cubicBezTo>
                  <a:cubicBezTo>
                    <a:pt x="20041" y="0"/>
                    <a:pt x="25821" y="5803"/>
                    <a:pt x="25821" y="12962"/>
                  </a:cubicBezTo>
                  <a:lnTo>
                    <a:pt x="25821" y="228954"/>
                  </a:lnTo>
                  <a:cubicBezTo>
                    <a:pt x="25821" y="236112"/>
                    <a:pt x="20041" y="241915"/>
                    <a:pt x="12911" y="24191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986" name="Google Shape;1986;p6"/>
          <p:cNvGrpSpPr/>
          <p:nvPr/>
        </p:nvGrpSpPr>
        <p:grpSpPr>
          <a:xfrm>
            <a:off x="6440344" y="3029737"/>
            <a:ext cx="440185" cy="561086"/>
            <a:chOff x="6440344" y="3029737"/>
            <a:chExt cx="440185" cy="561086"/>
          </a:xfrm>
        </p:grpSpPr>
        <p:sp>
          <p:nvSpPr>
            <p:cNvPr id="1987" name="Google Shape;1987;p6"/>
            <p:cNvSpPr/>
            <p:nvPr/>
          </p:nvSpPr>
          <p:spPr>
            <a:xfrm>
              <a:off x="6440344" y="3029737"/>
              <a:ext cx="440185" cy="561086"/>
            </a:xfrm>
            <a:custGeom>
              <a:rect b="b" l="l" r="r" t="t"/>
              <a:pathLst>
                <a:path extrusionOk="0" h="561086" w="440185">
                  <a:moveTo>
                    <a:pt x="249712" y="1066"/>
                  </a:moveTo>
                  <a:cubicBezTo>
                    <a:pt x="266223" y="-3792"/>
                    <a:pt x="282773" y="8563"/>
                    <a:pt x="282773" y="25747"/>
                  </a:cubicBezTo>
                  <a:lnTo>
                    <a:pt x="282773" y="67215"/>
                  </a:lnTo>
                  <a:lnTo>
                    <a:pt x="407494" y="32532"/>
                  </a:lnTo>
                  <a:cubicBezTo>
                    <a:pt x="423922" y="27964"/>
                    <a:pt x="440185" y="40295"/>
                    <a:pt x="440185" y="57319"/>
                  </a:cubicBezTo>
                  <a:lnTo>
                    <a:pt x="440185" y="343345"/>
                  </a:lnTo>
                  <a:cubicBezTo>
                    <a:pt x="440185" y="354562"/>
                    <a:pt x="432905" y="364487"/>
                    <a:pt x="422193" y="367874"/>
                  </a:cubicBezTo>
                  <a:lnTo>
                    <a:pt x="278062" y="413444"/>
                  </a:lnTo>
                  <a:cubicBezTo>
                    <a:pt x="261445" y="418697"/>
                    <a:pt x="244505" y="406314"/>
                    <a:pt x="244505" y="388914"/>
                  </a:cubicBezTo>
                  <a:lnTo>
                    <a:pt x="244505" y="351150"/>
                  </a:lnTo>
                  <a:lnTo>
                    <a:pt x="33122" y="413899"/>
                  </a:lnTo>
                  <a:lnTo>
                    <a:pt x="33122" y="413898"/>
                  </a:lnTo>
                  <a:lnTo>
                    <a:pt x="33121" y="413898"/>
                  </a:lnTo>
                  <a:lnTo>
                    <a:pt x="33122" y="413899"/>
                  </a:lnTo>
                  <a:lnTo>
                    <a:pt x="33101" y="413905"/>
                  </a:lnTo>
                  <a:lnTo>
                    <a:pt x="25775" y="416518"/>
                  </a:lnTo>
                  <a:lnTo>
                    <a:pt x="25775" y="548222"/>
                  </a:lnTo>
                  <a:cubicBezTo>
                    <a:pt x="25775" y="555326"/>
                    <a:pt x="20005" y="561087"/>
                    <a:pt x="12888" y="561087"/>
                  </a:cubicBezTo>
                  <a:cubicBezTo>
                    <a:pt x="5770" y="561087"/>
                    <a:pt x="0" y="555326"/>
                    <a:pt x="0" y="548222"/>
                  </a:cubicBezTo>
                  <a:lnTo>
                    <a:pt x="0" y="389236"/>
                  </a:lnTo>
                  <a:lnTo>
                    <a:pt x="0" y="373895"/>
                  </a:lnTo>
                  <a:lnTo>
                    <a:pt x="0" y="93775"/>
                  </a:lnTo>
                  <a:cubicBezTo>
                    <a:pt x="0" y="82366"/>
                    <a:pt x="7526" y="72319"/>
                    <a:pt x="18489" y="69093"/>
                  </a:cubicBezTo>
                  <a:lnTo>
                    <a:pt x="249712" y="1066"/>
                  </a:lnTo>
                  <a:close/>
                  <a:moveTo>
                    <a:pt x="249712" y="1066"/>
                  </a:moveTo>
                  <a:lnTo>
                    <a:pt x="249660" y="1160"/>
                  </a:lnTo>
                  <a:lnTo>
                    <a:pt x="249663" y="1158"/>
                  </a:lnTo>
                  <a:lnTo>
                    <a:pt x="249712" y="1066"/>
                  </a:lnTo>
                  <a:close/>
                </a:path>
              </a:pathLst>
            </a:custGeom>
            <a:solidFill>
              <a:srgbClr val="FC1C4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88" name="Google Shape;1988;p6"/>
            <p:cNvSpPr/>
            <p:nvPr/>
          </p:nvSpPr>
          <p:spPr>
            <a:xfrm>
              <a:off x="6696734" y="3159921"/>
              <a:ext cx="25774" cy="154684"/>
            </a:xfrm>
            <a:custGeom>
              <a:rect b="b" l="l" r="r" t="t"/>
              <a:pathLst>
                <a:path extrusionOk="0" h="154684" w="25774">
                  <a:moveTo>
                    <a:pt x="12887" y="154684"/>
                  </a:moveTo>
                  <a:cubicBezTo>
                    <a:pt x="5770" y="154684"/>
                    <a:pt x="0" y="148925"/>
                    <a:pt x="0" y="141819"/>
                  </a:cubicBezTo>
                  <a:lnTo>
                    <a:pt x="0" y="12865"/>
                  </a:lnTo>
                  <a:cubicBezTo>
                    <a:pt x="0" y="5760"/>
                    <a:pt x="5770" y="0"/>
                    <a:pt x="12887" y="0"/>
                  </a:cubicBezTo>
                  <a:cubicBezTo>
                    <a:pt x="20005" y="0"/>
                    <a:pt x="25775" y="5760"/>
                    <a:pt x="25775" y="12865"/>
                  </a:cubicBezTo>
                  <a:lnTo>
                    <a:pt x="25775" y="141819"/>
                  </a:lnTo>
                  <a:cubicBezTo>
                    <a:pt x="25775" y="148925"/>
                    <a:pt x="20005" y="154684"/>
                    <a:pt x="12887" y="15468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989" name="Google Shape;1989;p6"/>
          <p:cNvGrpSpPr/>
          <p:nvPr/>
        </p:nvGrpSpPr>
        <p:grpSpPr>
          <a:xfrm>
            <a:off x="5277568" y="3028029"/>
            <a:ext cx="495077" cy="550329"/>
            <a:chOff x="5277568" y="3028029"/>
            <a:chExt cx="495077" cy="550329"/>
          </a:xfrm>
        </p:grpSpPr>
        <p:sp>
          <p:nvSpPr>
            <p:cNvPr id="1990" name="Google Shape;1990;p6"/>
            <p:cNvSpPr/>
            <p:nvPr/>
          </p:nvSpPr>
          <p:spPr>
            <a:xfrm>
              <a:off x="5277568" y="3028029"/>
              <a:ext cx="495077" cy="550329"/>
            </a:xfrm>
            <a:custGeom>
              <a:rect b="b" l="l" r="r" t="t"/>
              <a:pathLst>
                <a:path extrusionOk="0" h="550329" w="495077">
                  <a:moveTo>
                    <a:pt x="282399" y="16470"/>
                  </a:moveTo>
                  <a:cubicBezTo>
                    <a:pt x="264338" y="-5490"/>
                    <a:pt x="230740" y="-5490"/>
                    <a:pt x="212678" y="16470"/>
                  </a:cubicBezTo>
                  <a:lnTo>
                    <a:pt x="7412" y="266043"/>
                  </a:lnTo>
                  <a:cubicBezTo>
                    <a:pt x="-9907" y="287101"/>
                    <a:pt x="5060" y="318832"/>
                    <a:pt x="32312" y="318832"/>
                  </a:cubicBezTo>
                  <a:lnTo>
                    <a:pt x="103196" y="318832"/>
                  </a:lnTo>
                  <a:lnTo>
                    <a:pt x="103196" y="505142"/>
                  </a:lnTo>
                  <a:cubicBezTo>
                    <a:pt x="103196" y="530098"/>
                    <a:pt x="123410" y="550329"/>
                    <a:pt x="148346" y="550329"/>
                  </a:cubicBezTo>
                  <a:lnTo>
                    <a:pt x="346752" y="550329"/>
                  </a:lnTo>
                  <a:cubicBezTo>
                    <a:pt x="371688" y="550329"/>
                    <a:pt x="391903" y="530098"/>
                    <a:pt x="391903" y="505142"/>
                  </a:cubicBezTo>
                  <a:lnTo>
                    <a:pt x="391903" y="318832"/>
                  </a:lnTo>
                  <a:lnTo>
                    <a:pt x="462766" y="318832"/>
                  </a:lnTo>
                  <a:cubicBezTo>
                    <a:pt x="490017" y="318832"/>
                    <a:pt x="504985" y="287101"/>
                    <a:pt x="487666" y="266043"/>
                  </a:cubicBezTo>
                  <a:lnTo>
                    <a:pt x="282399" y="16470"/>
                  </a:lnTo>
                  <a:close/>
                </a:path>
              </a:pathLst>
            </a:custGeom>
            <a:solidFill>
              <a:srgbClr val="FC1C4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91" name="Google Shape;1991;p6"/>
            <p:cNvSpPr/>
            <p:nvPr/>
          </p:nvSpPr>
          <p:spPr>
            <a:xfrm>
              <a:off x="5398746" y="3125589"/>
              <a:ext cx="126289" cy="150666"/>
            </a:xfrm>
            <a:custGeom>
              <a:rect b="b" l="l" r="r" t="t"/>
              <a:pathLst>
                <a:path extrusionOk="0" h="150666" w="126289">
                  <a:moveTo>
                    <a:pt x="121481" y="2857"/>
                  </a:moveTo>
                  <a:cubicBezTo>
                    <a:pt x="127030" y="7330"/>
                    <a:pt x="127904" y="15457"/>
                    <a:pt x="123435" y="21010"/>
                  </a:cubicBezTo>
                  <a:lnTo>
                    <a:pt x="22947" y="145854"/>
                  </a:lnTo>
                  <a:cubicBezTo>
                    <a:pt x="18477" y="151407"/>
                    <a:pt x="10356" y="152282"/>
                    <a:pt x="4808" y="147809"/>
                  </a:cubicBezTo>
                  <a:cubicBezTo>
                    <a:pt x="-740" y="143336"/>
                    <a:pt x="-1615" y="135208"/>
                    <a:pt x="2854" y="129656"/>
                  </a:cubicBezTo>
                  <a:lnTo>
                    <a:pt x="103343" y="4812"/>
                  </a:lnTo>
                  <a:cubicBezTo>
                    <a:pt x="107812" y="-741"/>
                    <a:pt x="115933" y="-1616"/>
                    <a:pt x="121481" y="285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992" name="Google Shape;1992;p6"/>
          <p:cNvGrpSpPr/>
          <p:nvPr/>
        </p:nvGrpSpPr>
        <p:grpSpPr>
          <a:xfrm>
            <a:off x="3016078" y="3024683"/>
            <a:ext cx="432491" cy="557669"/>
            <a:chOff x="3016078" y="3024683"/>
            <a:chExt cx="432491" cy="557669"/>
          </a:xfrm>
        </p:grpSpPr>
        <p:sp>
          <p:nvSpPr>
            <p:cNvPr id="1993" name="Google Shape;1993;p6"/>
            <p:cNvSpPr/>
            <p:nvPr/>
          </p:nvSpPr>
          <p:spPr>
            <a:xfrm>
              <a:off x="3016078" y="3024683"/>
              <a:ext cx="432491" cy="557669"/>
            </a:xfrm>
            <a:custGeom>
              <a:rect b="b" l="l" r="r" t="t"/>
              <a:pathLst>
                <a:path extrusionOk="0" h="557669" w="432491">
                  <a:moveTo>
                    <a:pt x="126391" y="115434"/>
                  </a:moveTo>
                  <a:cubicBezTo>
                    <a:pt x="126391" y="65999"/>
                    <a:pt x="166620" y="25923"/>
                    <a:pt x="216246" y="25923"/>
                  </a:cubicBezTo>
                  <a:cubicBezTo>
                    <a:pt x="265872" y="25923"/>
                    <a:pt x="306101" y="65999"/>
                    <a:pt x="306101" y="115434"/>
                  </a:cubicBezTo>
                  <a:lnTo>
                    <a:pt x="306101" y="169060"/>
                  </a:lnTo>
                  <a:lnTo>
                    <a:pt x="332124" y="169060"/>
                  </a:lnTo>
                  <a:lnTo>
                    <a:pt x="332124" y="115434"/>
                  </a:lnTo>
                  <a:cubicBezTo>
                    <a:pt x="332124" y="51682"/>
                    <a:pt x="280244" y="0"/>
                    <a:pt x="216246" y="0"/>
                  </a:cubicBezTo>
                  <a:cubicBezTo>
                    <a:pt x="152249" y="0"/>
                    <a:pt x="100368" y="51682"/>
                    <a:pt x="100368" y="115434"/>
                  </a:cubicBezTo>
                  <a:lnTo>
                    <a:pt x="100368" y="169060"/>
                  </a:lnTo>
                  <a:lnTo>
                    <a:pt x="126391" y="169060"/>
                  </a:lnTo>
                  <a:lnTo>
                    <a:pt x="126391" y="115434"/>
                  </a:lnTo>
                  <a:close/>
                  <a:moveTo>
                    <a:pt x="0" y="201476"/>
                  </a:moveTo>
                  <a:cubicBezTo>
                    <a:pt x="0" y="183579"/>
                    <a:pt x="14564" y="169072"/>
                    <a:pt x="32528" y="169072"/>
                  </a:cubicBezTo>
                  <a:lnTo>
                    <a:pt x="399963" y="169072"/>
                  </a:lnTo>
                  <a:cubicBezTo>
                    <a:pt x="417928" y="169072"/>
                    <a:pt x="432492" y="183579"/>
                    <a:pt x="432492" y="201476"/>
                  </a:cubicBezTo>
                  <a:lnTo>
                    <a:pt x="432492" y="525266"/>
                  </a:lnTo>
                  <a:cubicBezTo>
                    <a:pt x="432492" y="543163"/>
                    <a:pt x="417928" y="557670"/>
                    <a:pt x="399963" y="557670"/>
                  </a:cubicBezTo>
                  <a:lnTo>
                    <a:pt x="32528" y="557670"/>
                  </a:lnTo>
                  <a:cubicBezTo>
                    <a:pt x="14564" y="557670"/>
                    <a:pt x="0" y="543163"/>
                    <a:pt x="0" y="525266"/>
                  </a:cubicBezTo>
                  <a:lnTo>
                    <a:pt x="0" y="201476"/>
                  </a:lnTo>
                  <a:close/>
                </a:path>
              </a:pathLst>
            </a:custGeom>
            <a:solidFill>
              <a:srgbClr val="FC1C4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94" name="Google Shape;1994;p6"/>
            <p:cNvSpPr/>
            <p:nvPr/>
          </p:nvSpPr>
          <p:spPr>
            <a:xfrm>
              <a:off x="3187999" y="3302672"/>
              <a:ext cx="88642" cy="161202"/>
            </a:xfrm>
            <a:custGeom>
              <a:rect b="b" l="l" r="r" t="t"/>
              <a:pathLst>
                <a:path extrusionOk="0" h="161202" w="88642">
                  <a:moveTo>
                    <a:pt x="70693" y="79640"/>
                  </a:moveTo>
                  <a:cubicBezTo>
                    <a:pt x="81584" y="71596"/>
                    <a:pt x="88642" y="58695"/>
                    <a:pt x="88642" y="44152"/>
                  </a:cubicBezTo>
                  <a:cubicBezTo>
                    <a:pt x="88642" y="19768"/>
                    <a:pt x="68799" y="0"/>
                    <a:pt x="44321" y="0"/>
                  </a:cubicBezTo>
                  <a:cubicBezTo>
                    <a:pt x="19843" y="0"/>
                    <a:pt x="0" y="19768"/>
                    <a:pt x="0" y="44152"/>
                  </a:cubicBezTo>
                  <a:cubicBezTo>
                    <a:pt x="0" y="58695"/>
                    <a:pt x="7059" y="71596"/>
                    <a:pt x="17949" y="79640"/>
                  </a:cubicBezTo>
                  <a:lnTo>
                    <a:pt x="6901" y="152159"/>
                  </a:lnTo>
                  <a:cubicBezTo>
                    <a:pt x="6177" y="156918"/>
                    <a:pt x="9875" y="161203"/>
                    <a:pt x="14707" y="161203"/>
                  </a:cubicBezTo>
                  <a:lnTo>
                    <a:pt x="73935" y="161203"/>
                  </a:lnTo>
                  <a:cubicBezTo>
                    <a:pt x="78767" y="161203"/>
                    <a:pt x="82465" y="156918"/>
                    <a:pt x="81741" y="152159"/>
                  </a:cubicBezTo>
                  <a:lnTo>
                    <a:pt x="70693" y="7964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995" name="Google Shape;1995;p6"/>
          <p:cNvSpPr/>
          <p:nvPr/>
        </p:nvSpPr>
        <p:spPr>
          <a:xfrm>
            <a:off x="1852744" y="3068786"/>
            <a:ext cx="488541" cy="485155"/>
          </a:xfrm>
          <a:custGeom>
            <a:rect b="b" l="l" r="r" t="t"/>
            <a:pathLst>
              <a:path extrusionOk="0" h="485155" w="488541">
                <a:moveTo>
                  <a:pt x="190748" y="16257"/>
                </a:moveTo>
                <a:cubicBezTo>
                  <a:pt x="197971" y="6060"/>
                  <a:pt x="209691" y="0"/>
                  <a:pt x="222187" y="0"/>
                </a:cubicBezTo>
                <a:lnTo>
                  <a:pt x="246896" y="0"/>
                </a:lnTo>
                <a:cubicBezTo>
                  <a:pt x="268175" y="0"/>
                  <a:pt x="285423" y="17249"/>
                  <a:pt x="285423" y="38527"/>
                </a:cubicBezTo>
                <a:lnTo>
                  <a:pt x="285423" y="140196"/>
                </a:lnTo>
                <a:lnTo>
                  <a:pt x="443577" y="140196"/>
                </a:lnTo>
                <a:cubicBezTo>
                  <a:pt x="472035" y="140196"/>
                  <a:pt x="493330" y="166307"/>
                  <a:pt x="487608" y="194183"/>
                </a:cubicBezTo>
                <a:lnTo>
                  <a:pt x="435251" y="449243"/>
                </a:lnTo>
                <a:cubicBezTo>
                  <a:pt x="430960" y="470147"/>
                  <a:pt x="412561" y="485153"/>
                  <a:pt x="391221" y="485153"/>
                </a:cubicBezTo>
                <a:lnTo>
                  <a:pt x="120047" y="485153"/>
                </a:lnTo>
                <a:cubicBezTo>
                  <a:pt x="95222" y="485153"/>
                  <a:pt x="75098" y="465029"/>
                  <a:pt x="75098" y="440205"/>
                </a:cubicBezTo>
                <a:lnTo>
                  <a:pt x="75098" y="195869"/>
                </a:lnTo>
                <a:cubicBezTo>
                  <a:pt x="75098" y="185231"/>
                  <a:pt x="78401" y="174855"/>
                  <a:pt x="84550" y="166175"/>
                </a:cubicBezTo>
                <a:lnTo>
                  <a:pt x="190748" y="16257"/>
                </a:lnTo>
                <a:close/>
                <a:moveTo>
                  <a:pt x="25685" y="190605"/>
                </a:moveTo>
                <a:cubicBezTo>
                  <a:pt x="25685" y="183512"/>
                  <a:pt x="19935" y="177762"/>
                  <a:pt x="12842" y="177762"/>
                </a:cubicBezTo>
                <a:cubicBezTo>
                  <a:pt x="5750" y="177762"/>
                  <a:pt x="0" y="183512"/>
                  <a:pt x="0" y="190605"/>
                </a:cubicBezTo>
                <a:lnTo>
                  <a:pt x="0" y="472313"/>
                </a:lnTo>
                <a:cubicBezTo>
                  <a:pt x="0" y="479405"/>
                  <a:pt x="5750" y="485155"/>
                  <a:pt x="12842" y="485155"/>
                </a:cubicBezTo>
                <a:cubicBezTo>
                  <a:pt x="19935" y="485155"/>
                  <a:pt x="25685" y="479405"/>
                  <a:pt x="25685" y="472313"/>
                </a:cubicBezTo>
                <a:lnTo>
                  <a:pt x="25685" y="190605"/>
                </a:lnTo>
                <a:close/>
              </a:path>
            </a:pathLst>
          </a:custGeom>
          <a:solidFill>
            <a:srgbClr val="FC1C4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996" name="Google Shape;1996;p6"/>
          <p:cNvGrpSpPr/>
          <p:nvPr/>
        </p:nvGrpSpPr>
        <p:grpSpPr>
          <a:xfrm>
            <a:off x="666809" y="3048591"/>
            <a:ext cx="580332" cy="553452"/>
            <a:chOff x="666809" y="3048591"/>
            <a:chExt cx="580332" cy="553452"/>
          </a:xfrm>
        </p:grpSpPr>
        <p:sp>
          <p:nvSpPr>
            <p:cNvPr id="1997" name="Google Shape;1997;p6"/>
            <p:cNvSpPr/>
            <p:nvPr/>
          </p:nvSpPr>
          <p:spPr>
            <a:xfrm>
              <a:off x="666809" y="3048591"/>
              <a:ext cx="580332" cy="553452"/>
            </a:xfrm>
            <a:custGeom>
              <a:rect b="b" l="l" r="r" t="t"/>
              <a:pathLst>
                <a:path extrusionOk="0" h="553452" w="580332">
                  <a:moveTo>
                    <a:pt x="323801" y="19286"/>
                  </a:moveTo>
                  <a:cubicBezTo>
                    <a:pt x="308811" y="-6429"/>
                    <a:pt x="271522" y="-6429"/>
                    <a:pt x="256532" y="19286"/>
                  </a:cubicBezTo>
                  <a:lnTo>
                    <a:pt x="182802" y="145767"/>
                  </a:lnTo>
                  <a:cubicBezTo>
                    <a:pt x="180968" y="148912"/>
                    <a:pt x="177887" y="151142"/>
                    <a:pt x="174316" y="151906"/>
                  </a:cubicBezTo>
                  <a:lnTo>
                    <a:pt x="30746" y="182655"/>
                  </a:lnTo>
                  <a:cubicBezTo>
                    <a:pt x="1558" y="188907"/>
                    <a:pt x="-9965" y="224225"/>
                    <a:pt x="9959" y="246369"/>
                  </a:cubicBezTo>
                  <a:lnTo>
                    <a:pt x="107961" y="355287"/>
                  </a:lnTo>
                  <a:cubicBezTo>
                    <a:pt x="110399" y="357996"/>
                    <a:pt x="111576" y="361604"/>
                    <a:pt x="111202" y="365222"/>
                  </a:cubicBezTo>
                  <a:lnTo>
                    <a:pt x="96201" y="510707"/>
                  </a:lnTo>
                  <a:cubicBezTo>
                    <a:pt x="93152" y="540284"/>
                    <a:pt x="123319" y="562112"/>
                    <a:pt x="150623" y="550084"/>
                  </a:cubicBezTo>
                  <a:lnTo>
                    <a:pt x="284922" y="490918"/>
                  </a:lnTo>
                  <a:cubicBezTo>
                    <a:pt x="288262" y="489446"/>
                    <a:pt x="292071" y="489446"/>
                    <a:pt x="295411" y="490918"/>
                  </a:cubicBezTo>
                  <a:lnTo>
                    <a:pt x="429709" y="550084"/>
                  </a:lnTo>
                  <a:cubicBezTo>
                    <a:pt x="457013" y="562113"/>
                    <a:pt x="487181" y="540284"/>
                    <a:pt x="484131" y="510707"/>
                  </a:cubicBezTo>
                  <a:lnTo>
                    <a:pt x="469129" y="365222"/>
                  </a:lnTo>
                  <a:cubicBezTo>
                    <a:pt x="468757" y="361604"/>
                    <a:pt x="469934" y="357996"/>
                    <a:pt x="472371" y="355287"/>
                  </a:cubicBezTo>
                  <a:lnTo>
                    <a:pt x="570373" y="246369"/>
                  </a:lnTo>
                  <a:cubicBezTo>
                    <a:pt x="590297" y="224225"/>
                    <a:pt x="578775" y="188907"/>
                    <a:pt x="549586" y="182655"/>
                  </a:cubicBezTo>
                  <a:lnTo>
                    <a:pt x="406016" y="151906"/>
                  </a:lnTo>
                  <a:cubicBezTo>
                    <a:pt x="402445" y="151142"/>
                    <a:pt x="399364" y="148912"/>
                    <a:pt x="397531" y="145767"/>
                  </a:cubicBezTo>
                  <a:lnTo>
                    <a:pt x="323801" y="19286"/>
                  </a:lnTo>
                  <a:close/>
                </a:path>
              </a:pathLst>
            </a:custGeom>
            <a:solidFill>
              <a:srgbClr val="FC1C4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98" name="Google Shape;1998;p6"/>
            <p:cNvSpPr/>
            <p:nvPr/>
          </p:nvSpPr>
          <p:spPr>
            <a:xfrm>
              <a:off x="812088" y="3149144"/>
              <a:ext cx="150718" cy="142998"/>
            </a:xfrm>
            <a:custGeom>
              <a:rect b="b" l="l" r="r" t="t"/>
              <a:pathLst>
                <a:path extrusionOk="0" h="142998" w="150718">
                  <a:moveTo>
                    <a:pt x="144216" y="1721"/>
                  </a:moveTo>
                  <a:cubicBezTo>
                    <a:pt x="150422" y="5276"/>
                    <a:pt x="152559" y="13169"/>
                    <a:pt x="148990" y="19350"/>
                  </a:cubicBezTo>
                  <a:lnTo>
                    <a:pt x="96831" y="109659"/>
                  </a:lnTo>
                  <a:cubicBezTo>
                    <a:pt x="91635" y="118654"/>
                    <a:pt x="83032" y="125197"/>
                    <a:pt x="72950" y="127820"/>
                  </a:cubicBezTo>
                  <a:lnTo>
                    <a:pt x="16244" y="142576"/>
                  </a:lnTo>
                  <a:cubicBezTo>
                    <a:pt x="9317" y="144378"/>
                    <a:pt x="2234" y="140247"/>
                    <a:pt x="424" y="133348"/>
                  </a:cubicBezTo>
                  <a:cubicBezTo>
                    <a:pt x="-1386" y="126449"/>
                    <a:pt x="2763" y="119396"/>
                    <a:pt x="9690" y="117593"/>
                  </a:cubicBezTo>
                  <a:lnTo>
                    <a:pt x="66395" y="102838"/>
                  </a:lnTo>
                  <a:cubicBezTo>
                    <a:pt x="69756" y="101964"/>
                    <a:pt x="72624" y="99783"/>
                    <a:pt x="74356" y="96784"/>
                  </a:cubicBezTo>
                  <a:lnTo>
                    <a:pt x="126515" y="6476"/>
                  </a:lnTo>
                  <a:cubicBezTo>
                    <a:pt x="130084" y="295"/>
                    <a:pt x="138010" y="-1834"/>
                    <a:pt x="144216" y="172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999" name="Google Shape;1999;p6"/>
          <p:cNvGrpSpPr/>
          <p:nvPr/>
        </p:nvGrpSpPr>
        <p:grpSpPr>
          <a:xfrm>
            <a:off x="680304" y="4414514"/>
            <a:ext cx="552730" cy="554914"/>
            <a:chOff x="680304" y="4414514"/>
            <a:chExt cx="552730" cy="554914"/>
          </a:xfrm>
        </p:grpSpPr>
        <p:sp>
          <p:nvSpPr>
            <p:cNvPr id="2000" name="Google Shape;2000;p6"/>
            <p:cNvSpPr/>
            <p:nvPr/>
          </p:nvSpPr>
          <p:spPr>
            <a:xfrm>
              <a:off x="680304" y="4414514"/>
              <a:ext cx="552730" cy="554914"/>
            </a:xfrm>
            <a:custGeom>
              <a:rect b="b" l="l" r="r" t="t"/>
              <a:pathLst>
                <a:path extrusionOk="0" h="554914" w="552730">
                  <a:moveTo>
                    <a:pt x="291666" y="10894"/>
                  </a:moveTo>
                  <a:cubicBezTo>
                    <a:pt x="286595" y="-3631"/>
                    <a:pt x="266135" y="-3631"/>
                    <a:pt x="261064" y="10894"/>
                  </a:cubicBezTo>
                  <a:cubicBezTo>
                    <a:pt x="220026" y="128457"/>
                    <a:pt x="127951" y="220895"/>
                    <a:pt x="10851" y="262096"/>
                  </a:cubicBezTo>
                  <a:cubicBezTo>
                    <a:pt x="-3617" y="267186"/>
                    <a:pt x="-3617" y="287728"/>
                    <a:pt x="10851" y="292818"/>
                  </a:cubicBezTo>
                  <a:cubicBezTo>
                    <a:pt x="127951" y="334019"/>
                    <a:pt x="220026" y="426458"/>
                    <a:pt x="261064" y="544021"/>
                  </a:cubicBezTo>
                  <a:cubicBezTo>
                    <a:pt x="266135" y="558546"/>
                    <a:pt x="286596" y="558546"/>
                    <a:pt x="291666" y="544021"/>
                  </a:cubicBezTo>
                  <a:cubicBezTo>
                    <a:pt x="332704" y="426458"/>
                    <a:pt x="424779" y="334019"/>
                    <a:pt x="541879" y="292818"/>
                  </a:cubicBezTo>
                  <a:cubicBezTo>
                    <a:pt x="556347" y="287728"/>
                    <a:pt x="556347" y="267186"/>
                    <a:pt x="541879" y="262096"/>
                  </a:cubicBezTo>
                  <a:cubicBezTo>
                    <a:pt x="424779" y="220895"/>
                    <a:pt x="332704" y="128457"/>
                    <a:pt x="291666" y="10894"/>
                  </a:cubicBezTo>
                  <a:close/>
                </a:path>
              </a:pathLst>
            </a:custGeom>
            <a:solidFill>
              <a:srgbClr val="FC1C4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01" name="Google Shape;2001;p6"/>
            <p:cNvSpPr/>
            <p:nvPr/>
          </p:nvSpPr>
          <p:spPr>
            <a:xfrm>
              <a:off x="943286" y="4676687"/>
              <a:ext cx="153740" cy="158028"/>
            </a:xfrm>
            <a:custGeom>
              <a:rect b="b" l="l" r="r" t="t"/>
              <a:pathLst>
                <a:path extrusionOk="0" h="158028" w="153740">
                  <a:moveTo>
                    <a:pt x="152471" y="7368"/>
                  </a:moveTo>
                  <a:cubicBezTo>
                    <a:pt x="155551" y="13824"/>
                    <a:pt x="152833" y="21564"/>
                    <a:pt x="146402" y="24655"/>
                  </a:cubicBezTo>
                  <a:cubicBezTo>
                    <a:pt x="93722" y="49978"/>
                    <a:pt x="51425" y="92865"/>
                    <a:pt x="26725" y="146001"/>
                  </a:cubicBezTo>
                  <a:lnTo>
                    <a:pt x="24613" y="150545"/>
                  </a:lnTo>
                  <a:cubicBezTo>
                    <a:pt x="21597" y="157032"/>
                    <a:pt x="13915" y="159837"/>
                    <a:pt x="7454" y="156809"/>
                  </a:cubicBezTo>
                  <a:cubicBezTo>
                    <a:pt x="993" y="153782"/>
                    <a:pt x="-1801" y="146069"/>
                    <a:pt x="1214" y="139582"/>
                  </a:cubicBezTo>
                  <a:lnTo>
                    <a:pt x="3327" y="135038"/>
                  </a:lnTo>
                  <a:cubicBezTo>
                    <a:pt x="30554" y="76464"/>
                    <a:pt x="77180" y="29188"/>
                    <a:pt x="135251" y="1274"/>
                  </a:cubicBezTo>
                  <a:cubicBezTo>
                    <a:pt x="141683" y="-1817"/>
                    <a:pt x="149392" y="911"/>
                    <a:pt x="152471" y="736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002" name="Google Shape;2002;p6"/>
          <p:cNvSpPr/>
          <p:nvPr/>
        </p:nvSpPr>
        <p:spPr>
          <a:xfrm>
            <a:off x="1863851" y="4452639"/>
            <a:ext cx="488541" cy="491614"/>
          </a:xfrm>
          <a:custGeom>
            <a:rect b="b" l="l" r="r" t="t"/>
            <a:pathLst>
              <a:path extrusionOk="0" h="491614" w="488541">
                <a:moveTo>
                  <a:pt x="25685" y="298426"/>
                </a:moveTo>
                <a:cubicBezTo>
                  <a:pt x="25685" y="305612"/>
                  <a:pt x="19935" y="311437"/>
                  <a:pt x="12842" y="311437"/>
                </a:cubicBezTo>
                <a:cubicBezTo>
                  <a:pt x="5750" y="311437"/>
                  <a:pt x="0" y="305612"/>
                  <a:pt x="0" y="298426"/>
                </a:cubicBezTo>
                <a:lnTo>
                  <a:pt x="0" y="13011"/>
                </a:lnTo>
                <a:cubicBezTo>
                  <a:pt x="0" y="5825"/>
                  <a:pt x="5750" y="0"/>
                  <a:pt x="12842" y="0"/>
                </a:cubicBezTo>
                <a:cubicBezTo>
                  <a:pt x="19935" y="0"/>
                  <a:pt x="25685" y="5825"/>
                  <a:pt x="25685" y="13011"/>
                </a:cubicBezTo>
                <a:lnTo>
                  <a:pt x="25685" y="298426"/>
                </a:lnTo>
                <a:close/>
                <a:moveTo>
                  <a:pt x="190748" y="475144"/>
                </a:moveTo>
                <a:cubicBezTo>
                  <a:pt x="197971" y="485475"/>
                  <a:pt x="209691" y="491615"/>
                  <a:pt x="222187" y="491615"/>
                </a:cubicBezTo>
                <a:lnTo>
                  <a:pt x="246896" y="491615"/>
                </a:lnTo>
                <a:cubicBezTo>
                  <a:pt x="268175" y="491615"/>
                  <a:pt x="285423" y="474138"/>
                  <a:pt x="285423" y="452581"/>
                </a:cubicBezTo>
                <a:lnTo>
                  <a:pt x="285423" y="349574"/>
                </a:lnTo>
                <a:lnTo>
                  <a:pt x="443577" y="349574"/>
                </a:lnTo>
                <a:cubicBezTo>
                  <a:pt x="472035" y="349574"/>
                  <a:pt x="493330" y="323119"/>
                  <a:pt x="487608" y="294876"/>
                </a:cubicBezTo>
                <a:lnTo>
                  <a:pt x="435251" y="36461"/>
                </a:lnTo>
                <a:cubicBezTo>
                  <a:pt x="430960" y="15281"/>
                  <a:pt x="412561" y="78"/>
                  <a:pt x="391221" y="78"/>
                </a:cubicBezTo>
                <a:lnTo>
                  <a:pt x="120047" y="78"/>
                </a:lnTo>
                <a:cubicBezTo>
                  <a:pt x="95222" y="78"/>
                  <a:pt x="75098" y="20467"/>
                  <a:pt x="75098" y="45618"/>
                </a:cubicBezTo>
                <a:lnTo>
                  <a:pt x="75098" y="293168"/>
                </a:lnTo>
                <a:cubicBezTo>
                  <a:pt x="75098" y="303946"/>
                  <a:pt x="78401" y="314458"/>
                  <a:pt x="84550" y="323253"/>
                </a:cubicBezTo>
                <a:lnTo>
                  <a:pt x="190748" y="475144"/>
                </a:lnTo>
                <a:close/>
              </a:path>
            </a:pathLst>
          </a:custGeom>
          <a:solidFill>
            <a:srgbClr val="FC1C4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003" name="Google Shape;2003;p6"/>
          <p:cNvGrpSpPr/>
          <p:nvPr/>
        </p:nvGrpSpPr>
        <p:grpSpPr>
          <a:xfrm>
            <a:off x="3061391" y="4377139"/>
            <a:ext cx="339168" cy="643960"/>
            <a:chOff x="3061391" y="4377139"/>
            <a:chExt cx="339168" cy="643960"/>
          </a:xfrm>
        </p:grpSpPr>
        <p:sp>
          <p:nvSpPr>
            <p:cNvPr id="2004" name="Google Shape;2004;p6"/>
            <p:cNvSpPr/>
            <p:nvPr/>
          </p:nvSpPr>
          <p:spPr>
            <a:xfrm>
              <a:off x="3061391" y="4377139"/>
              <a:ext cx="339168" cy="643960"/>
            </a:xfrm>
            <a:custGeom>
              <a:rect b="b" l="l" r="r" t="t"/>
              <a:pathLst>
                <a:path extrusionOk="0" h="643960" w="339168">
                  <a:moveTo>
                    <a:pt x="169584" y="0"/>
                  </a:moveTo>
                  <a:cubicBezTo>
                    <a:pt x="75925" y="0"/>
                    <a:pt x="0" y="76874"/>
                    <a:pt x="0" y="171704"/>
                  </a:cubicBezTo>
                  <a:cubicBezTo>
                    <a:pt x="0" y="243135"/>
                    <a:pt x="43074" y="304350"/>
                    <a:pt x="104322" y="330229"/>
                  </a:cubicBezTo>
                  <a:lnTo>
                    <a:pt x="104322" y="581656"/>
                  </a:lnTo>
                  <a:cubicBezTo>
                    <a:pt x="104322" y="616066"/>
                    <a:pt x="131872" y="643960"/>
                    <a:pt x="165857" y="643960"/>
                  </a:cubicBezTo>
                  <a:cubicBezTo>
                    <a:pt x="199841" y="643960"/>
                    <a:pt x="227392" y="616066"/>
                    <a:pt x="227392" y="581656"/>
                  </a:cubicBezTo>
                  <a:lnTo>
                    <a:pt x="227392" y="577597"/>
                  </a:lnTo>
                  <a:lnTo>
                    <a:pt x="247736" y="577597"/>
                  </a:lnTo>
                  <a:cubicBezTo>
                    <a:pt x="273873" y="577597"/>
                    <a:pt x="297748" y="558237"/>
                    <a:pt x="297748" y="531192"/>
                  </a:cubicBezTo>
                  <a:lnTo>
                    <a:pt x="297748" y="430191"/>
                  </a:lnTo>
                  <a:cubicBezTo>
                    <a:pt x="297748" y="403146"/>
                    <a:pt x="273873" y="383786"/>
                    <a:pt x="247736" y="383786"/>
                  </a:cubicBezTo>
                  <a:lnTo>
                    <a:pt x="227392" y="383786"/>
                  </a:lnTo>
                  <a:lnTo>
                    <a:pt x="227392" y="333170"/>
                  </a:lnTo>
                  <a:cubicBezTo>
                    <a:pt x="292579" y="309239"/>
                    <a:pt x="339169" y="245996"/>
                    <a:pt x="339169" y="171704"/>
                  </a:cubicBezTo>
                  <a:cubicBezTo>
                    <a:pt x="339169" y="76874"/>
                    <a:pt x="263243" y="0"/>
                    <a:pt x="169584" y="0"/>
                  </a:cubicBezTo>
                  <a:close/>
                </a:path>
              </a:pathLst>
            </a:custGeom>
            <a:solidFill>
              <a:srgbClr val="FC1C4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05" name="Google Shape;2005;p6"/>
            <p:cNvSpPr/>
            <p:nvPr/>
          </p:nvSpPr>
          <p:spPr>
            <a:xfrm>
              <a:off x="3170924" y="4459143"/>
              <a:ext cx="120086" cy="55971"/>
            </a:xfrm>
            <a:custGeom>
              <a:rect b="b" l="l" r="r" t="t"/>
              <a:pathLst>
                <a:path extrusionOk="0" h="55971" w="120086">
                  <a:moveTo>
                    <a:pt x="60043" y="0"/>
                  </a:moveTo>
                  <a:cubicBezTo>
                    <a:pt x="29055" y="0"/>
                    <a:pt x="3516" y="21626"/>
                    <a:pt x="45" y="49480"/>
                  </a:cubicBezTo>
                  <a:cubicBezTo>
                    <a:pt x="-399" y="53044"/>
                    <a:pt x="2520" y="55972"/>
                    <a:pt x="6069" y="55972"/>
                  </a:cubicBezTo>
                  <a:lnTo>
                    <a:pt x="114018" y="55972"/>
                  </a:lnTo>
                  <a:cubicBezTo>
                    <a:pt x="117566" y="55972"/>
                    <a:pt x="120485" y="53044"/>
                    <a:pt x="120042" y="49480"/>
                  </a:cubicBezTo>
                  <a:cubicBezTo>
                    <a:pt x="116570" y="21626"/>
                    <a:pt x="91032" y="0"/>
                    <a:pt x="6004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006" name="Google Shape;2006;p6"/>
          <p:cNvGrpSpPr/>
          <p:nvPr/>
        </p:nvGrpSpPr>
        <p:grpSpPr>
          <a:xfrm>
            <a:off x="4055145" y="4413698"/>
            <a:ext cx="632904" cy="515658"/>
            <a:chOff x="4055145" y="4413698"/>
            <a:chExt cx="632904" cy="515658"/>
          </a:xfrm>
        </p:grpSpPr>
        <p:sp>
          <p:nvSpPr>
            <p:cNvPr id="2007" name="Google Shape;2007;p6"/>
            <p:cNvSpPr/>
            <p:nvPr/>
          </p:nvSpPr>
          <p:spPr>
            <a:xfrm>
              <a:off x="4055145" y="4413698"/>
              <a:ext cx="632904" cy="515658"/>
            </a:xfrm>
            <a:custGeom>
              <a:rect b="b" l="l" r="r" t="t"/>
              <a:pathLst>
                <a:path extrusionOk="0" h="515658" w="632904">
                  <a:moveTo>
                    <a:pt x="32307" y="0"/>
                  </a:moveTo>
                  <a:cubicBezTo>
                    <a:pt x="14464" y="0"/>
                    <a:pt x="0" y="14384"/>
                    <a:pt x="0" y="32127"/>
                  </a:cubicBezTo>
                  <a:lnTo>
                    <a:pt x="0" y="483532"/>
                  </a:lnTo>
                  <a:cubicBezTo>
                    <a:pt x="0" y="501275"/>
                    <a:pt x="14464" y="515658"/>
                    <a:pt x="32307" y="515658"/>
                  </a:cubicBezTo>
                  <a:lnTo>
                    <a:pt x="600597" y="515658"/>
                  </a:lnTo>
                  <a:cubicBezTo>
                    <a:pt x="618440" y="515658"/>
                    <a:pt x="632904" y="501275"/>
                    <a:pt x="632904" y="483532"/>
                  </a:cubicBezTo>
                  <a:lnTo>
                    <a:pt x="632904" y="109493"/>
                  </a:lnTo>
                  <a:cubicBezTo>
                    <a:pt x="632904" y="91750"/>
                    <a:pt x="618440" y="77366"/>
                    <a:pt x="600597" y="77366"/>
                  </a:cubicBezTo>
                  <a:lnTo>
                    <a:pt x="292397" y="77366"/>
                  </a:lnTo>
                  <a:cubicBezTo>
                    <a:pt x="288590" y="77366"/>
                    <a:pt x="284978" y="75698"/>
                    <a:pt x="282522" y="72806"/>
                  </a:cubicBezTo>
                  <a:lnTo>
                    <a:pt x="230391" y="11402"/>
                  </a:lnTo>
                  <a:cubicBezTo>
                    <a:pt x="224252" y="4172"/>
                    <a:pt x="215221" y="0"/>
                    <a:pt x="205705" y="0"/>
                  </a:cubicBezTo>
                  <a:lnTo>
                    <a:pt x="32307" y="0"/>
                  </a:lnTo>
                  <a:close/>
                </a:path>
              </a:pathLst>
            </a:custGeom>
            <a:solidFill>
              <a:srgbClr val="FC1C4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08" name="Google Shape;2008;p6"/>
            <p:cNvSpPr/>
            <p:nvPr/>
          </p:nvSpPr>
          <p:spPr>
            <a:xfrm>
              <a:off x="4130738" y="4568238"/>
              <a:ext cx="484986" cy="25701"/>
            </a:xfrm>
            <a:custGeom>
              <a:rect b="b" l="l" r="r" t="t"/>
              <a:pathLst>
                <a:path extrusionOk="0" h="25701" w="484986">
                  <a:moveTo>
                    <a:pt x="0" y="12851"/>
                  </a:moveTo>
                  <a:cubicBezTo>
                    <a:pt x="0" y="5753"/>
                    <a:pt x="5786" y="0"/>
                    <a:pt x="12923" y="0"/>
                  </a:cubicBezTo>
                  <a:lnTo>
                    <a:pt x="472064" y="0"/>
                  </a:lnTo>
                  <a:cubicBezTo>
                    <a:pt x="479200" y="0"/>
                    <a:pt x="484987" y="5753"/>
                    <a:pt x="484987" y="12851"/>
                  </a:cubicBezTo>
                  <a:cubicBezTo>
                    <a:pt x="484987" y="19948"/>
                    <a:pt x="479200" y="25702"/>
                    <a:pt x="472064" y="25702"/>
                  </a:cubicBezTo>
                  <a:lnTo>
                    <a:pt x="12923" y="25702"/>
                  </a:lnTo>
                  <a:cubicBezTo>
                    <a:pt x="5786" y="25702"/>
                    <a:pt x="0" y="19948"/>
                    <a:pt x="0" y="1285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009" name="Google Shape;2009;p6"/>
          <p:cNvGrpSpPr/>
          <p:nvPr/>
        </p:nvGrpSpPr>
        <p:grpSpPr>
          <a:xfrm>
            <a:off x="5277568" y="4403987"/>
            <a:ext cx="495077" cy="550329"/>
            <a:chOff x="5277568" y="4403987"/>
            <a:chExt cx="495077" cy="550329"/>
          </a:xfrm>
        </p:grpSpPr>
        <p:sp>
          <p:nvSpPr>
            <p:cNvPr id="2010" name="Google Shape;2010;p6"/>
            <p:cNvSpPr/>
            <p:nvPr/>
          </p:nvSpPr>
          <p:spPr>
            <a:xfrm>
              <a:off x="5277568" y="4403987"/>
              <a:ext cx="495077" cy="550329"/>
            </a:xfrm>
            <a:custGeom>
              <a:rect b="b" l="l" r="r" t="t"/>
              <a:pathLst>
                <a:path extrusionOk="0" h="550329" w="495077">
                  <a:moveTo>
                    <a:pt x="212679" y="533860"/>
                  </a:moveTo>
                  <a:cubicBezTo>
                    <a:pt x="230740" y="555819"/>
                    <a:pt x="264338" y="555819"/>
                    <a:pt x="282399" y="533860"/>
                  </a:cubicBezTo>
                  <a:lnTo>
                    <a:pt x="487666" y="284286"/>
                  </a:lnTo>
                  <a:cubicBezTo>
                    <a:pt x="504985" y="263229"/>
                    <a:pt x="490017" y="231497"/>
                    <a:pt x="462766" y="231497"/>
                  </a:cubicBezTo>
                  <a:lnTo>
                    <a:pt x="391882" y="231497"/>
                  </a:lnTo>
                  <a:lnTo>
                    <a:pt x="391882" y="45187"/>
                  </a:lnTo>
                  <a:cubicBezTo>
                    <a:pt x="391882" y="20231"/>
                    <a:pt x="371667" y="0"/>
                    <a:pt x="346731" y="0"/>
                  </a:cubicBezTo>
                  <a:lnTo>
                    <a:pt x="148325" y="0"/>
                  </a:lnTo>
                  <a:cubicBezTo>
                    <a:pt x="123389" y="0"/>
                    <a:pt x="103175" y="20231"/>
                    <a:pt x="103175" y="45187"/>
                  </a:cubicBezTo>
                  <a:lnTo>
                    <a:pt x="103175" y="231497"/>
                  </a:lnTo>
                  <a:lnTo>
                    <a:pt x="32312" y="231497"/>
                  </a:lnTo>
                  <a:cubicBezTo>
                    <a:pt x="5060" y="231497"/>
                    <a:pt x="-9907" y="263229"/>
                    <a:pt x="7412" y="284286"/>
                  </a:cubicBezTo>
                  <a:lnTo>
                    <a:pt x="212679" y="533860"/>
                  </a:lnTo>
                  <a:close/>
                </a:path>
              </a:pathLst>
            </a:custGeom>
            <a:solidFill>
              <a:srgbClr val="FC1C4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11" name="Google Shape;2011;p6"/>
            <p:cNvSpPr/>
            <p:nvPr/>
          </p:nvSpPr>
          <p:spPr>
            <a:xfrm>
              <a:off x="5525176" y="4706015"/>
              <a:ext cx="126289" cy="150665"/>
            </a:xfrm>
            <a:custGeom>
              <a:rect b="b" l="l" r="r" t="t"/>
              <a:pathLst>
                <a:path extrusionOk="0" h="150665" w="126289">
                  <a:moveTo>
                    <a:pt x="4808" y="147809"/>
                  </a:moveTo>
                  <a:cubicBezTo>
                    <a:pt x="-740" y="143336"/>
                    <a:pt x="-1615" y="135208"/>
                    <a:pt x="2854" y="129656"/>
                  </a:cubicBezTo>
                  <a:lnTo>
                    <a:pt x="103343" y="4812"/>
                  </a:lnTo>
                  <a:cubicBezTo>
                    <a:pt x="107812" y="-741"/>
                    <a:pt x="115933" y="-1616"/>
                    <a:pt x="121481" y="2857"/>
                  </a:cubicBezTo>
                  <a:cubicBezTo>
                    <a:pt x="127030" y="7330"/>
                    <a:pt x="127904" y="15457"/>
                    <a:pt x="123435" y="21010"/>
                  </a:cubicBezTo>
                  <a:lnTo>
                    <a:pt x="22947" y="145854"/>
                  </a:lnTo>
                  <a:cubicBezTo>
                    <a:pt x="18477" y="151407"/>
                    <a:pt x="10356" y="152282"/>
                    <a:pt x="4808" y="14780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012" name="Google Shape;2012;p6"/>
          <p:cNvGrpSpPr/>
          <p:nvPr/>
        </p:nvGrpSpPr>
        <p:grpSpPr>
          <a:xfrm>
            <a:off x="6404432" y="4414344"/>
            <a:ext cx="533352" cy="514936"/>
            <a:chOff x="6404432" y="4414344"/>
            <a:chExt cx="533352" cy="514936"/>
          </a:xfrm>
        </p:grpSpPr>
        <p:sp>
          <p:nvSpPr>
            <p:cNvPr id="2013" name="Google Shape;2013;p6"/>
            <p:cNvSpPr/>
            <p:nvPr/>
          </p:nvSpPr>
          <p:spPr>
            <a:xfrm>
              <a:off x="6404432" y="4414344"/>
              <a:ext cx="533352" cy="514936"/>
            </a:xfrm>
            <a:custGeom>
              <a:rect b="b" l="l" r="r" t="t"/>
              <a:pathLst>
                <a:path extrusionOk="0" h="514936" w="533352">
                  <a:moveTo>
                    <a:pt x="280929" y="0"/>
                  </a:moveTo>
                  <a:cubicBezTo>
                    <a:pt x="273772" y="0"/>
                    <a:pt x="267970" y="5825"/>
                    <a:pt x="267970" y="13011"/>
                  </a:cubicBezTo>
                  <a:lnTo>
                    <a:pt x="267970" y="151230"/>
                  </a:lnTo>
                  <a:lnTo>
                    <a:pt x="149313" y="151230"/>
                  </a:lnTo>
                  <a:cubicBezTo>
                    <a:pt x="142156" y="151230"/>
                    <a:pt x="136354" y="157056"/>
                    <a:pt x="136354" y="164242"/>
                  </a:cubicBezTo>
                  <a:lnTo>
                    <a:pt x="136354" y="312025"/>
                  </a:lnTo>
                  <a:lnTo>
                    <a:pt x="12959" y="312025"/>
                  </a:lnTo>
                  <a:cubicBezTo>
                    <a:pt x="5802" y="312025"/>
                    <a:pt x="0" y="317850"/>
                    <a:pt x="0" y="325036"/>
                  </a:cubicBezTo>
                  <a:lnTo>
                    <a:pt x="0" y="501925"/>
                  </a:lnTo>
                  <a:cubicBezTo>
                    <a:pt x="0" y="509111"/>
                    <a:pt x="5802" y="514936"/>
                    <a:pt x="12959" y="514936"/>
                  </a:cubicBezTo>
                  <a:lnTo>
                    <a:pt x="520386" y="514936"/>
                  </a:lnTo>
                  <a:cubicBezTo>
                    <a:pt x="520613" y="514936"/>
                    <a:pt x="520841" y="514930"/>
                    <a:pt x="521067" y="514919"/>
                  </a:cubicBezTo>
                  <a:lnTo>
                    <a:pt x="521070" y="514918"/>
                  </a:lnTo>
                  <a:cubicBezTo>
                    <a:pt x="527953" y="514554"/>
                    <a:pt x="533348" y="508845"/>
                    <a:pt x="533348" y="501925"/>
                  </a:cubicBezTo>
                  <a:lnTo>
                    <a:pt x="533348" y="352705"/>
                  </a:lnTo>
                  <a:cubicBezTo>
                    <a:pt x="533351" y="352599"/>
                    <a:pt x="533352" y="352493"/>
                    <a:pt x="533352" y="352386"/>
                  </a:cubicBezTo>
                  <a:lnTo>
                    <a:pt x="533352" y="164242"/>
                  </a:lnTo>
                  <a:cubicBezTo>
                    <a:pt x="533352" y="164135"/>
                    <a:pt x="533351" y="164029"/>
                    <a:pt x="533348" y="163924"/>
                  </a:cubicBezTo>
                  <a:lnTo>
                    <a:pt x="533348" y="13011"/>
                  </a:lnTo>
                  <a:cubicBezTo>
                    <a:pt x="533348" y="5825"/>
                    <a:pt x="527546" y="0"/>
                    <a:pt x="520389" y="0"/>
                  </a:cubicBezTo>
                  <a:lnTo>
                    <a:pt x="280929" y="0"/>
                  </a:lnTo>
                  <a:close/>
                </a:path>
              </a:pathLst>
            </a:custGeom>
            <a:solidFill>
              <a:srgbClr val="FC1C4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14" name="Google Shape;2014;p6"/>
            <p:cNvSpPr/>
            <p:nvPr/>
          </p:nvSpPr>
          <p:spPr>
            <a:xfrm>
              <a:off x="6601944" y="4726444"/>
              <a:ext cx="173228" cy="26022"/>
            </a:xfrm>
            <a:custGeom>
              <a:rect b="b" l="l" r="r" t="t"/>
              <a:pathLst>
                <a:path extrusionOk="0" h="26022" w="173228">
                  <a:moveTo>
                    <a:pt x="173228" y="13011"/>
                  </a:moveTo>
                  <a:cubicBezTo>
                    <a:pt x="173228" y="20197"/>
                    <a:pt x="167426" y="26023"/>
                    <a:pt x="160269" y="26023"/>
                  </a:cubicBezTo>
                  <a:lnTo>
                    <a:pt x="12959" y="26023"/>
                  </a:lnTo>
                  <a:cubicBezTo>
                    <a:pt x="5802" y="26023"/>
                    <a:pt x="0" y="20197"/>
                    <a:pt x="0" y="13011"/>
                  </a:cubicBezTo>
                  <a:cubicBezTo>
                    <a:pt x="0" y="5825"/>
                    <a:pt x="5802" y="0"/>
                    <a:pt x="12959" y="0"/>
                  </a:cubicBezTo>
                  <a:lnTo>
                    <a:pt x="160269" y="0"/>
                  </a:lnTo>
                  <a:cubicBezTo>
                    <a:pt x="167426" y="0"/>
                    <a:pt x="173228" y="5825"/>
                    <a:pt x="173228" y="1301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015" name="Google Shape;2015;p6"/>
          <p:cNvGrpSpPr/>
          <p:nvPr/>
        </p:nvGrpSpPr>
        <p:grpSpPr>
          <a:xfrm>
            <a:off x="7594892" y="4402050"/>
            <a:ext cx="440598" cy="581537"/>
            <a:chOff x="7594892" y="4402050"/>
            <a:chExt cx="440598" cy="581537"/>
          </a:xfrm>
        </p:grpSpPr>
        <p:sp>
          <p:nvSpPr>
            <p:cNvPr id="2016" name="Google Shape;2016;p6"/>
            <p:cNvSpPr/>
            <p:nvPr/>
          </p:nvSpPr>
          <p:spPr>
            <a:xfrm>
              <a:off x="7594892" y="4402050"/>
              <a:ext cx="440598" cy="581537"/>
            </a:xfrm>
            <a:custGeom>
              <a:rect b="b" l="l" r="r" t="t"/>
              <a:pathLst>
                <a:path extrusionOk="0" h="581537" w="440598">
                  <a:moveTo>
                    <a:pt x="440599" y="32409"/>
                  </a:moveTo>
                  <a:cubicBezTo>
                    <a:pt x="440599" y="14510"/>
                    <a:pt x="426174" y="0"/>
                    <a:pt x="408380" y="0"/>
                  </a:cubicBezTo>
                  <a:lnTo>
                    <a:pt x="32219" y="0"/>
                  </a:lnTo>
                  <a:cubicBezTo>
                    <a:pt x="14425" y="0"/>
                    <a:pt x="0" y="14510"/>
                    <a:pt x="0" y="32409"/>
                  </a:cubicBezTo>
                  <a:lnTo>
                    <a:pt x="0" y="549129"/>
                  </a:lnTo>
                  <a:cubicBezTo>
                    <a:pt x="0" y="567028"/>
                    <a:pt x="14425" y="581538"/>
                    <a:pt x="32219" y="581538"/>
                  </a:cubicBezTo>
                  <a:lnTo>
                    <a:pt x="294410" y="581538"/>
                  </a:lnTo>
                  <a:cubicBezTo>
                    <a:pt x="302999" y="581538"/>
                    <a:pt x="311233" y="578088"/>
                    <a:pt x="317281" y="571955"/>
                  </a:cubicBezTo>
                  <a:lnTo>
                    <a:pt x="431251" y="456404"/>
                  </a:lnTo>
                  <a:cubicBezTo>
                    <a:pt x="437239" y="450334"/>
                    <a:pt x="440599" y="442129"/>
                    <a:pt x="440599" y="433578"/>
                  </a:cubicBezTo>
                  <a:lnTo>
                    <a:pt x="440599" y="32409"/>
                  </a:lnTo>
                  <a:close/>
                </a:path>
              </a:pathLst>
            </a:custGeom>
            <a:solidFill>
              <a:srgbClr val="FC1C4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17" name="Google Shape;2017;p6"/>
            <p:cNvSpPr/>
            <p:nvPr/>
          </p:nvSpPr>
          <p:spPr>
            <a:xfrm>
              <a:off x="7859524" y="4798752"/>
              <a:ext cx="121721" cy="125289"/>
            </a:xfrm>
            <a:custGeom>
              <a:rect b="b" l="l" r="r" t="t"/>
              <a:pathLst>
                <a:path extrusionOk="0" h="125289" w="121721">
                  <a:moveTo>
                    <a:pt x="12887" y="125290"/>
                  </a:moveTo>
                  <a:cubicBezTo>
                    <a:pt x="5770" y="125290"/>
                    <a:pt x="0" y="119486"/>
                    <a:pt x="0" y="112326"/>
                  </a:cubicBezTo>
                  <a:lnTo>
                    <a:pt x="0" y="12964"/>
                  </a:lnTo>
                  <a:cubicBezTo>
                    <a:pt x="0" y="5804"/>
                    <a:pt x="5770" y="0"/>
                    <a:pt x="12887" y="0"/>
                  </a:cubicBezTo>
                  <a:lnTo>
                    <a:pt x="108834" y="0"/>
                  </a:lnTo>
                  <a:cubicBezTo>
                    <a:pt x="115952" y="0"/>
                    <a:pt x="121722" y="5804"/>
                    <a:pt x="121722" y="12964"/>
                  </a:cubicBezTo>
                  <a:cubicBezTo>
                    <a:pt x="121722" y="20123"/>
                    <a:pt x="115952" y="25927"/>
                    <a:pt x="108834" y="25927"/>
                  </a:cubicBezTo>
                  <a:lnTo>
                    <a:pt x="25775" y="25927"/>
                  </a:lnTo>
                  <a:lnTo>
                    <a:pt x="25775" y="112326"/>
                  </a:lnTo>
                  <a:cubicBezTo>
                    <a:pt x="25775" y="119486"/>
                    <a:pt x="20005" y="125290"/>
                    <a:pt x="12887" y="12529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018" name="Google Shape;2018;p6"/>
          <p:cNvGrpSpPr/>
          <p:nvPr/>
        </p:nvGrpSpPr>
        <p:grpSpPr>
          <a:xfrm>
            <a:off x="8749419" y="4414852"/>
            <a:ext cx="393578" cy="562602"/>
            <a:chOff x="8749419" y="4414852"/>
            <a:chExt cx="393578" cy="562602"/>
          </a:xfrm>
        </p:grpSpPr>
        <p:sp>
          <p:nvSpPr>
            <p:cNvPr id="2019" name="Google Shape;2019;p6"/>
            <p:cNvSpPr/>
            <p:nvPr/>
          </p:nvSpPr>
          <p:spPr>
            <a:xfrm>
              <a:off x="8749419" y="4414852"/>
              <a:ext cx="393578" cy="562602"/>
            </a:xfrm>
            <a:custGeom>
              <a:rect b="b" l="l" r="r" t="t"/>
              <a:pathLst>
                <a:path extrusionOk="0" h="562602" w="393578">
                  <a:moveTo>
                    <a:pt x="38614" y="0"/>
                  </a:moveTo>
                  <a:cubicBezTo>
                    <a:pt x="17288" y="0"/>
                    <a:pt x="0" y="17476"/>
                    <a:pt x="0" y="39034"/>
                  </a:cubicBezTo>
                  <a:lnTo>
                    <a:pt x="0" y="536537"/>
                  </a:lnTo>
                  <a:cubicBezTo>
                    <a:pt x="0" y="557205"/>
                    <a:pt x="22689" y="569625"/>
                    <a:pt x="39812" y="558329"/>
                  </a:cubicBezTo>
                  <a:lnTo>
                    <a:pt x="196789" y="454770"/>
                  </a:lnTo>
                  <a:lnTo>
                    <a:pt x="353766" y="558329"/>
                  </a:lnTo>
                  <a:cubicBezTo>
                    <a:pt x="370889" y="569625"/>
                    <a:pt x="393578" y="557205"/>
                    <a:pt x="393578" y="536537"/>
                  </a:cubicBezTo>
                  <a:lnTo>
                    <a:pt x="393578" y="39034"/>
                  </a:lnTo>
                  <a:cubicBezTo>
                    <a:pt x="393578" y="17476"/>
                    <a:pt x="376290" y="0"/>
                    <a:pt x="354964" y="0"/>
                  </a:cubicBezTo>
                  <a:lnTo>
                    <a:pt x="38614" y="0"/>
                  </a:lnTo>
                  <a:close/>
                </a:path>
              </a:pathLst>
            </a:custGeom>
            <a:solidFill>
              <a:srgbClr val="FC1C4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20" name="Google Shape;2020;p6"/>
            <p:cNvSpPr/>
            <p:nvPr/>
          </p:nvSpPr>
          <p:spPr>
            <a:xfrm>
              <a:off x="8813776" y="4479909"/>
              <a:ext cx="106586" cy="107744"/>
            </a:xfrm>
            <a:custGeom>
              <a:rect b="b" l="l" r="r" t="t"/>
              <a:pathLst>
                <a:path extrusionOk="0" h="107744" w="106586">
                  <a:moveTo>
                    <a:pt x="0" y="13011"/>
                  </a:moveTo>
                  <a:cubicBezTo>
                    <a:pt x="0" y="5825"/>
                    <a:pt x="5763" y="0"/>
                    <a:pt x="12871" y="0"/>
                  </a:cubicBezTo>
                  <a:lnTo>
                    <a:pt x="93715" y="0"/>
                  </a:lnTo>
                  <a:cubicBezTo>
                    <a:pt x="100824" y="0"/>
                    <a:pt x="106586" y="5825"/>
                    <a:pt x="106586" y="13011"/>
                  </a:cubicBezTo>
                  <a:cubicBezTo>
                    <a:pt x="106586" y="20198"/>
                    <a:pt x="100824" y="26023"/>
                    <a:pt x="93715" y="26023"/>
                  </a:cubicBezTo>
                  <a:lnTo>
                    <a:pt x="25743" y="26023"/>
                  </a:lnTo>
                  <a:lnTo>
                    <a:pt x="25743" y="94733"/>
                  </a:lnTo>
                  <a:cubicBezTo>
                    <a:pt x="25743" y="101920"/>
                    <a:pt x="19980" y="107745"/>
                    <a:pt x="12871" y="107745"/>
                  </a:cubicBezTo>
                  <a:cubicBezTo>
                    <a:pt x="5763" y="107745"/>
                    <a:pt x="0" y="101920"/>
                    <a:pt x="0" y="94733"/>
                  </a:cubicBezTo>
                  <a:lnTo>
                    <a:pt x="0" y="1301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021" name="Google Shape;2021;p6"/>
          <p:cNvGrpSpPr/>
          <p:nvPr/>
        </p:nvGrpSpPr>
        <p:grpSpPr>
          <a:xfrm>
            <a:off x="9787387" y="4484849"/>
            <a:ext cx="594381" cy="412089"/>
            <a:chOff x="9787387" y="4484849"/>
            <a:chExt cx="594381" cy="412089"/>
          </a:xfrm>
        </p:grpSpPr>
        <p:sp>
          <p:nvSpPr>
            <p:cNvPr id="2022" name="Google Shape;2022;p6"/>
            <p:cNvSpPr/>
            <p:nvPr/>
          </p:nvSpPr>
          <p:spPr>
            <a:xfrm>
              <a:off x="9787387" y="4484849"/>
              <a:ext cx="594381" cy="412089"/>
            </a:xfrm>
            <a:custGeom>
              <a:rect b="b" l="l" r="r" t="t"/>
              <a:pathLst>
                <a:path extrusionOk="0" h="412089" w="594381">
                  <a:moveTo>
                    <a:pt x="0" y="32529"/>
                  </a:moveTo>
                  <a:cubicBezTo>
                    <a:pt x="0" y="14564"/>
                    <a:pt x="14563" y="0"/>
                    <a:pt x="32529" y="0"/>
                  </a:cubicBezTo>
                  <a:lnTo>
                    <a:pt x="561853" y="0"/>
                  </a:lnTo>
                  <a:cubicBezTo>
                    <a:pt x="579818" y="0"/>
                    <a:pt x="594381" y="14564"/>
                    <a:pt x="594381" y="32529"/>
                  </a:cubicBezTo>
                  <a:lnTo>
                    <a:pt x="594381" y="379561"/>
                  </a:lnTo>
                  <a:cubicBezTo>
                    <a:pt x="594381" y="397527"/>
                    <a:pt x="579818" y="412090"/>
                    <a:pt x="561853" y="412090"/>
                  </a:cubicBezTo>
                  <a:lnTo>
                    <a:pt x="32529" y="412090"/>
                  </a:lnTo>
                  <a:cubicBezTo>
                    <a:pt x="14563" y="412090"/>
                    <a:pt x="0" y="397527"/>
                    <a:pt x="0" y="379561"/>
                  </a:cubicBezTo>
                  <a:lnTo>
                    <a:pt x="0" y="32529"/>
                  </a:lnTo>
                  <a:close/>
                </a:path>
              </a:pathLst>
            </a:custGeom>
            <a:solidFill>
              <a:srgbClr val="FC1C4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23" name="Google Shape;2023;p6"/>
            <p:cNvSpPr/>
            <p:nvPr/>
          </p:nvSpPr>
          <p:spPr>
            <a:xfrm>
              <a:off x="9787387" y="4484849"/>
              <a:ext cx="594381" cy="412089"/>
            </a:xfrm>
            <a:custGeom>
              <a:rect b="b" l="l" r="r" t="t"/>
              <a:pathLst>
                <a:path extrusionOk="0" h="412089" w="594381">
                  <a:moveTo>
                    <a:pt x="561853" y="26023"/>
                  </a:moveTo>
                  <a:lnTo>
                    <a:pt x="32529" y="26023"/>
                  </a:lnTo>
                  <a:cubicBezTo>
                    <a:pt x="28936" y="26023"/>
                    <a:pt x="26023" y="28935"/>
                    <a:pt x="26023" y="32529"/>
                  </a:cubicBezTo>
                  <a:lnTo>
                    <a:pt x="26023" y="379561"/>
                  </a:lnTo>
                  <a:cubicBezTo>
                    <a:pt x="26023" y="383155"/>
                    <a:pt x="28936" y="386067"/>
                    <a:pt x="32529" y="386067"/>
                  </a:cubicBezTo>
                  <a:lnTo>
                    <a:pt x="561853" y="386067"/>
                  </a:lnTo>
                  <a:cubicBezTo>
                    <a:pt x="565446" y="386067"/>
                    <a:pt x="568358" y="383155"/>
                    <a:pt x="568358" y="379561"/>
                  </a:cubicBezTo>
                  <a:lnTo>
                    <a:pt x="568358" y="32529"/>
                  </a:lnTo>
                  <a:cubicBezTo>
                    <a:pt x="568358" y="28935"/>
                    <a:pt x="565446" y="26023"/>
                    <a:pt x="561853" y="26023"/>
                  </a:cubicBezTo>
                  <a:close/>
                  <a:moveTo>
                    <a:pt x="32529" y="0"/>
                  </a:moveTo>
                  <a:cubicBezTo>
                    <a:pt x="14563" y="0"/>
                    <a:pt x="0" y="14564"/>
                    <a:pt x="0" y="32529"/>
                  </a:cubicBezTo>
                  <a:lnTo>
                    <a:pt x="0" y="379561"/>
                  </a:lnTo>
                  <a:cubicBezTo>
                    <a:pt x="0" y="397527"/>
                    <a:pt x="14563" y="412090"/>
                    <a:pt x="32529" y="412090"/>
                  </a:cubicBezTo>
                  <a:lnTo>
                    <a:pt x="561853" y="412090"/>
                  </a:lnTo>
                  <a:cubicBezTo>
                    <a:pt x="579818" y="412090"/>
                    <a:pt x="594381" y="397527"/>
                    <a:pt x="594381" y="379561"/>
                  </a:cubicBezTo>
                  <a:lnTo>
                    <a:pt x="594381" y="32529"/>
                  </a:lnTo>
                  <a:cubicBezTo>
                    <a:pt x="594381" y="14564"/>
                    <a:pt x="579818" y="0"/>
                    <a:pt x="561853" y="0"/>
                  </a:cubicBezTo>
                  <a:lnTo>
                    <a:pt x="32529" y="0"/>
                  </a:lnTo>
                  <a:close/>
                </a:path>
              </a:pathLst>
            </a:custGeom>
            <a:solidFill>
              <a:srgbClr val="FC1C4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24" name="Google Shape;2024;p6"/>
            <p:cNvSpPr/>
            <p:nvPr/>
          </p:nvSpPr>
          <p:spPr>
            <a:xfrm>
              <a:off x="9872438" y="4548526"/>
              <a:ext cx="109901" cy="109901"/>
            </a:xfrm>
            <a:custGeom>
              <a:rect b="b" l="l" r="r" t="t"/>
              <a:pathLst>
                <a:path extrusionOk="0" h="109901" w="109901">
                  <a:moveTo>
                    <a:pt x="54950" y="0"/>
                  </a:moveTo>
                  <a:cubicBezTo>
                    <a:pt x="24602" y="0"/>
                    <a:pt x="0" y="24603"/>
                    <a:pt x="0" y="54951"/>
                  </a:cubicBezTo>
                  <a:cubicBezTo>
                    <a:pt x="0" y="85300"/>
                    <a:pt x="24602" y="109902"/>
                    <a:pt x="54950" y="109902"/>
                  </a:cubicBezTo>
                  <a:cubicBezTo>
                    <a:pt x="85299" y="109902"/>
                    <a:pt x="109902" y="85300"/>
                    <a:pt x="109902" y="54951"/>
                  </a:cubicBezTo>
                  <a:cubicBezTo>
                    <a:pt x="109902" y="24603"/>
                    <a:pt x="85299" y="0"/>
                    <a:pt x="5495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25" name="Google Shape;2025;p6"/>
            <p:cNvSpPr/>
            <p:nvPr/>
          </p:nvSpPr>
          <p:spPr>
            <a:xfrm>
              <a:off x="9831882" y="4557094"/>
              <a:ext cx="505385" cy="299758"/>
            </a:xfrm>
            <a:custGeom>
              <a:rect b="b" l="l" r="r" t="t"/>
              <a:pathLst>
                <a:path extrusionOk="0" h="299758" w="505385">
                  <a:moveTo>
                    <a:pt x="399990" y="7042"/>
                  </a:moveTo>
                  <a:cubicBezTo>
                    <a:pt x="389654" y="-2653"/>
                    <a:pt x="373460" y="-2294"/>
                    <a:pt x="363563" y="7850"/>
                  </a:cubicBezTo>
                  <a:lnTo>
                    <a:pt x="302895" y="70027"/>
                  </a:lnTo>
                  <a:cubicBezTo>
                    <a:pt x="302683" y="70219"/>
                    <a:pt x="302477" y="70418"/>
                    <a:pt x="302276" y="70626"/>
                  </a:cubicBezTo>
                  <a:lnTo>
                    <a:pt x="298129" y="74910"/>
                  </a:lnTo>
                  <a:lnTo>
                    <a:pt x="239182" y="135324"/>
                  </a:lnTo>
                  <a:lnTo>
                    <a:pt x="209507" y="104911"/>
                  </a:lnTo>
                  <a:cubicBezTo>
                    <a:pt x="199295" y="94445"/>
                    <a:pt x="182468" y="94445"/>
                    <a:pt x="172255" y="104911"/>
                  </a:cubicBezTo>
                  <a:lnTo>
                    <a:pt x="3699" y="277660"/>
                  </a:lnTo>
                  <a:cubicBezTo>
                    <a:pt x="-1320" y="282803"/>
                    <a:pt x="-1219" y="291041"/>
                    <a:pt x="3925" y="296059"/>
                  </a:cubicBezTo>
                  <a:cubicBezTo>
                    <a:pt x="9068" y="301078"/>
                    <a:pt x="17306" y="300977"/>
                    <a:pt x="22324" y="295834"/>
                  </a:cubicBezTo>
                  <a:lnTo>
                    <a:pt x="190881" y="123084"/>
                  </a:lnTo>
                  <a:lnTo>
                    <a:pt x="220556" y="153497"/>
                  </a:lnTo>
                  <a:cubicBezTo>
                    <a:pt x="220812" y="153760"/>
                    <a:pt x="221072" y="154015"/>
                    <a:pt x="221336" y="154264"/>
                  </a:cubicBezTo>
                  <a:lnTo>
                    <a:pt x="179729" y="197257"/>
                  </a:lnTo>
                  <a:cubicBezTo>
                    <a:pt x="174731" y="202422"/>
                    <a:pt x="174866" y="210658"/>
                    <a:pt x="180030" y="215656"/>
                  </a:cubicBezTo>
                  <a:cubicBezTo>
                    <a:pt x="185194" y="220653"/>
                    <a:pt x="193431" y="220518"/>
                    <a:pt x="198429" y="215354"/>
                  </a:cubicBezTo>
                  <a:lnTo>
                    <a:pt x="316794" y="93044"/>
                  </a:lnTo>
                  <a:lnTo>
                    <a:pt x="382189" y="26023"/>
                  </a:lnTo>
                  <a:lnTo>
                    <a:pt x="483474" y="121015"/>
                  </a:lnTo>
                  <a:cubicBezTo>
                    <a:pt x="488715" y="125931"/>
                    <a:pt x="496949" y="125667"/>
                    <a:pt x="501865" y="120426"/>
                  </a:cubicBezTo>
                  <a:cubicBezTo>
                    <a:pt x="506781" y="115184"/>
                    <a:pt x="506517" y="106950"/>
                    <a:pt x="501275" y="102034"/>
                  </a:cubicBezTo>
                  <a:lnTo>
                    <a:pt x="399990" y="704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026" name="Google Shape;2026;p6"/>
          <p:cNvGrpSpPr/>
          <p:nvPr/>
        </p:nvGrpSpPr>
        <p:grpSpPr>
          <a:xfrm>
            <a:off x="10971033" y="4449388"/>
            <a:ext cx="587033" cy="497280"/>
            <a:chOff x="10971033" y="4449388"/>
            <a:chExt cx="587033" cy="497280"/>
          </a:xfrm>
        </p:grpSpPr>
        <p:sp>
          <p:nvSpPr>
            <p:cNvPr id="2027" name="Google Shape;2027;p6"/>
            <p:cNvSpPr/>
            <p:nvPr/>
          </p:nvSpPr>
          <p:spPr>
            <a:xfrm>
              <a:off x="11066650" y="4861790"/>
              <a:ext cx="72332" cy="71977"/>
            </a:xfrm>
            <a:custGeom>
              <a:rect b="b" l="l" r="r" t="t"/>
              <a:pathLst>
                <a:path extrusionOk="0" h="71977" w="72332">
                  <a:moveTo>
                    <a:pt x="72332" y="35989"/>
                  </a:moveTo>
                  <a:cubicBezTo>
                    <a:pt x="72332" y="55865"/>
                    <a:pt x="56140" y="71978"/>
                    <a:pt x="36166" y="71978"/>
                  </a:cubicBezTo>
                  <a:cubicBezTo>
                    <a:pt x="16192" y="71978"/>
                    <a:pt x="0" y="55865"/>
                    <a:pt x="0" y="35989"/>
                  </a:cubicBezTo>
                  <a:cubicBezTo>
                    <a:pt x="0" y="16113"/>
                    <a:pt x="16192" y="0"/>
                    <a:pt x="36166" y="0"/>
                  </a:cubicBezTo>
                  <a:cubicBezTo>
                    <a:pt x="56140" y="0"/>
                    <a:pt x="72332" y="16113"/>
                    <a:pt x="72332" y="3598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28" name="Google Shape;2028;p6"/>
            <p:cNvSpPr/>
            <p:nvPr/>
          </p:nvSpPr>
          <p:spPr>
            <a:xfrm>
              <a:off x="11053686" y="4848890"/>
              <a:ext cx="98259" cy="97778"/>
            </a:xfrm>
            <a:custGeom>
              <a:rect b="b" l="l" r="r" t="t"/>
              <a:pathLst>
                <a:path extrusionOk="0" h="97778" w="98259">
                  <a:moveTo>
                    <a:pt x="49130" y="25800"/>
                  </a:moveTo>
                  <a:cubicBezTo>
                    <a:pt x="36316" y="25800"/>
                    <a:pt x="25927" y="36138"/>
                    <a:pt x="25927" y="48889"/>
                  </a:cubicBezTo>
                  <a:cubicBezTo>
                    <a:pt x="25927" y="61641"/>
                    <a:pt x="36316" y="71978"/>
                    <a:pt x="49130" y="71978"/>
                  </a:cubicBezTo>
                  <a:cubicBezTo>
                    <a:pt x="61945" y="71978"/>
                    <a:pt x="72332" y="61641"/>
                    <a:pt x="72332" y="48889"/>
                  </a:cubicBezTo>
                  <a:cubicBezTo>
                    <a:pt x="72332" y="36138"/>
                    <a:pt x="61945" y="25800"/>
                    <a:pt x="49130" y="25800"/>
                  </a:cubicBezTo>
                  <a:close/>
                  <a:moveTo>
                    <a:pt x="0" y="48889"/>
                  </a:moveTo>
                  <a:cubicBezTo>
                    <a:pt x="0" y="21888"/>
                    <a:pt x="21996" y="0"/>
                    <a:pt x="49130" y="0"/>
                  </a:cubicBezTo>
                  <a:cubicBezTo>
                    <a:pt x="76264" y="0"/>
                    <a:pt x="98260" y="21888"/>
                    <a:pt x="98260" y="48889"/>
                  </a:cubicBezTo>
                  <a:cubicBezTo>
                    <a:pt x="98260" y="75890"/>
                    <a:pt x="76264" y="97778"/>
                    <a:pt x="49130" y="97778"/>
                  </a:cubicBezTo>
                  <a:cubicBezTo>
                    <a:pt x="21996" y="97778"/>
                    <a:pt x="0" y="75890"/>
                    <a:pt x="0" y="48889"/>
                  </a:cubicBezTo>
                  <a:close/>
                </a:path>
              </a:pathLst>
            </a:custGeom>
            <a:solidFill>
              <a:srgbClr val="FC1C4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29" name="Google Shape;2029;p6"/>
            <p:cNvSpPr/>
            <p:nvPr/>
          </p:nvSpPr>
          <p:spPr>
            <a:xfrm>
              <a:off x="11297836" y="4861790"/>
              <a:ext cx="72332" cy="71977"/>
            </a:xfrm>
            <a:custGeom>
              <a:rect b="b" l="l" r="r" t="t"/>
              <a:pathLst>
                <a:path extrusionOk="0" h="71977" w="72332">
                  <a:moveTo>
                    <a:pt x="72332" y="35989"/>
                  </a:moveTo>
                  <a:cubicBezTo>
                    <a:pt x="72332" y="55865"/>
                    <a:pt x="56140" y="71978"/>
                    <a:pt x="36166" y="71978"/>
                  </a:cubicBezTo>
                  <a:cubicBezTo>
                    <a:pt x="16192" y="71978"/>
                    <a:pt x="0" y="55865"/>
                    <a:pt x="0" y="35989"/>
                  </a:cubicBezTo>
                  <a:cubicBezTo>
                    <a:pt x="0" y="16113"/>
                    <a:pt x="16192" y="0"/>
                    <a:pt x="36166" y="0"/>
                  </a:cubicBezTo>
                  <a:cubicBezTo>
                    <a:pt x="56140" y="0"/>
                    <a:pt x="72332" y="16113"/>
                    <a:pt x="72332" y="3598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30" name="Google Shape;2030;p6"/>
            <p:cNvSpPr/>
            <p:nvPr/>
          </p:nvSpPr>
          <p:spPr>
            <a:xfrm>
              <a:off x="11284872" y="4848890"/>
              <a:ext cx="98259" cy="97778"/>
            </a:xfrm>
            <a:custGeom>
              <a:rect b="b" l="l" r="r" t="t"/>
              <a:pathLst>
                <a:path extrusionOk="0" h="97778" w="98259">
                  <a:moveTo>
                    <a:pt x="49130" y="25800"/>
                  </a:moveTo>
                  <a:cubicBezTo>
                    <a:pt x="36316" y="25800"/>
                    <a:pt x="25927" y="36138"/>
                    <a:pt x="25927" y="48889"/>
                  </a:cubicBezTo>
                  <a:cubicBezTo>
                    <a:pt x="25927" y="61641"/>
                    <a:pt x="36316" y="71978"/>
                    <a:pt x="49130" y="71978"/>
                  </a:cubicBezTo>
                  <a:cubicBezTo>
                    <a:pt x="61945" y="71978"/>
                    <a:pt x="72332" y="61641"/>
                    <a:pt x="72332" y="48889"/>
                  </a:cubicBezTo>
                  <a:cubicBezTo>
                    <a:pt x="72332" y="36138"/>
                    <a:pt x="61945" y="25800"/>
                    <a:pt x="49130" y="25800"/>
                  </a:cubicBezTo>
                  <a:close/>
                  <a:moveTo>
                    <a:pt x="0" y="48889"/>
                  </a:moveTo>
                  <a:cubicBezTo>
                    <a:pt x="0" y="21888"/>
                    <a:pt x="21996" y="0"/>
                    <a:pt x="49130" y="0"/>
                  </a:cubicBezTo>
                  <a:cubicBezTo>
                    <a:pt x="76264" y="0"/>
                    <a:pt x="98260" y="21888"/>
                    <a:pt x="98260" y="48889"/>
                  </a:cubicBezTo>
                  <a:cubicBezTo>
                    <a:pt x="98260" y="75890"/>
                    <a:pt x="76264" y="97778"/>
                    <a:pt x="49130" y="97778"/>
                  </a:cubicBezTo>
                  <a:cubicBezTo>
                    <a:pt x="21996" y="97778"/>
                    <a:pt x="0" y="75890"/>
                    <a:pt x="0" y="48889"/>
                  </a:cubicBezTo>
                  <a:close/>
                </a:path>
              </a:pathLst>
            </a:custGeom>
            <a:solidFill>
              <a:srgbClr val="FC1C4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31" name="Google Shape;2031;p6"/>
            <p:cNvSpPr/>
            <p:nvPr/>
          </p:nvSpPr>
          <p:spPr>
            <a:xfrm>
              <a:off x="10971033" y="4449388"/>
              <a:ext cx="587033" cy="363228"/>
            </a:xfrm>
            <a:custGeom>
              <a:rect b="b" l="l" r="r" t="t"/>
              <a:pathLst>
                <a:path extrusionOk="0" h="363228" w="587033">
                  <a:moveTo>
                    <a:pt x="505164" y="0"/>
                  </a:moveTo>
                  <a:cubicBezTo>
                    <a:pt x="499322" y="0"/>
                    <a:pt x="494202" y="3888"/>
                    <a:pt x="492660" y="9494"/>
                  </a:cubicBezTo>
                  <a:lnTo>
                    <a:pt x="474986" y="73747"/>
                  </a:lnTo>
                  <a:lnTo>
                    <a:pt x="32428" y="73747"/>
                  </a:lnTo>
                  <a:cubicBezTo>
                    <a:pt x="11045" y="73747"/>
                    <a:pt x="-4477" y="93990"/>
                    <a:pt x="1168" y="114513"/>
                  </a:cubicBezTo>
                  <a:lnTo>
                    <a:pt x="63055" y="339492"/>
                  </a:lnTo>
                  <a:cubicBezTo>
                    <a:pt x="66910" y="353509"/>
                    <a:pt x="79710" y="363228"/>
                    <a:pt x="94314" y="363228"/>
                  </a:cubicBezTo>
                  <a:lnTo>
                    <a:pt x="397520" y="363228"/>
                  </a:lnTo>
                  <a:cubicBezTo>
                    <a:pt x="412124" y="363228"/>
                    <a:pt x="424924" y="353509"/>
                    <a:pt x="428779" y="339492"/>
                  </a:cubicBezTo>
                  <a:lnTo>
                    <a:pt x="501879" y="73747"/>
                  </a:lnTo>
                  <a:lnTo>
                    <a:pt x="501867" y="73747"/>
                  </a:lnTo>
                  <a:lnTo>
                    <a:pt x="515056" y="25800"/>
                  </a:lnTo>
                  <a:lnTo>
                    <a:pt x="574070" y="25800"/>
                  </a:lnTo>
                  <a:cubicBezTo>
                    <a:pt x="581229" y="25800"/>
                    <a:pt x="587034" y="20025"/>
                    <a:pt x="587034" y="12900"/>
                  </a:cubicBezTo>
                  <a:cubicBezTo>
                    <a:pt x="587034" y="5776"/>
                    <a:pt x="581229" y="0"/>
                    <a:pt x="574070" y="0"/>
                  </a:cubicBezTo>
                  <a:lnTo>
                    <a:pt x="505164" y="0"/>
                  </a:lnTo>
                  <a:close/>
                </a:path>
              </a:pathLst>
            </a:custGeom>
            <a:solidFill>
              <a:srgbClr val="FC1C4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032" name="Google Shape;2032;p6"/>
          <p:cNvSpPr/>
          <p:nvPr/>
        </p:nvSpPr>
        <p:spPr>
          <a:xfrm>
            <a:off x="6301371" y="1741485"/>
            <a:ext cx="747848" cy="371813"/>
          </a:xfrm>
          <a:custGeom>
            <a:rect b="b" l="l" r="r" t="t"/>
            <a:pathLst>
              <a:path extrusionOk="0" h="371813" w="747848">
                <a:moveTo>
                  <a:pt x="555354" y="371813"/>
                </a:moveTo>
                <a:cubicBezTo>
                  <a:pt x="665076" y="371813"/>
                  <a:pt x="747848" y="297643"/>
                  <a:pt x="747848" y="186870"/>
                </a:cubicBezTo>
                <a:cubicBezTo>
                  <a:pt x="747848" y="79950"/>
                  <a:pt x="674705" y="0"/>
                  <a:pt x="567867" y="0"/>
                </a:cubicBezTo>
                <a:cubicBezTo>
                  <a:pt x="477393" y="0"/>
                  <a:pt x="426381" y="51052"/>
                  <a:pt x="374407" y="103067"/>
                </a:cubicBezTo>
                <a:cubicBezTo>
                  <a:pt x="324357" y="51052"/>
                  <a:pt x="266609" y="0"/>
                  <a:pt x="187685" y="0"/>
                </a:cubicBezTo>
                <a:cubicBezTo>
                  <a:pt x="74111" y="0"/>
                  <a:pt x="0" y="87655"/>
                  <a:pt x="0" y="186870"/>
                </a:cubicBezTo>
                <a:cubicBezTo>
                  <a:pt x="0" y="292827"/>
                  <a:pt x="71224" y="371813"/>
                  <a:pt x="179985" y="371813"/>
                </a:cubicBezTo>
                <a:cubicBezTo>
                  <a:pt x="270458" y="371813"/>
                  <a:pt x="321470" y="322687"/>
                  <a:pt x="374407" y="270672"/>
                </a:cubicBezTo>
                <a:cubicBezTo>
                  <a:pt x="421569" y="325577"/>
                  <a:pt x="482205" y="371813"/>
                  <a:pt x="555354" y="371813"/>
                </a:cubicBezTo>
                <a:close/>
                <a:moveTo>
                  <a:pt x="454307" y="184929"/>
                </a:moveTo>
                <a:cubicBezTo>
                  <a:pt x="490881" y="224422"/>
                  <a:pt x="527456" y="252356"/>
                  <a:pt x="559218" y="252356"/>
                </a:cubicBezTo>
                <a:cubicBezTo>
                  <a:pt x="599642" y="252356"/>
                  <a:pt x="618892" y="227312"/>
                  <a:pt x="618892" y="186856"/>
                </a:cubicBezTo>
                <a:cubicBezTo>
                  <a:pt x="618892" y="149289"/>
                  <a:pt x="594830" y="119428"/>
                  <a:pt x="561143" y="119428"/>
                </a:cubicBezTo>
                <a:cubicBezTo>
                  <a:pt x="521681" y="119428"/>
                  <a:pt x="472594" y="164701"/>
                  <a:pt x="454307" y="184929"/>
                </a:cubicBezTo>
                <a:close/>
                <a:moveTo>
                  <a:pt x="180527" y="252356"/>
                </a:moveTo>
                <a:cubicBezTo>
                  <a:pt x="212289" y="252356"/>
                  <a:pt x="248863" y="224422"/>
                  <a:pt x="285438" y="184929"/>
                </a:cubicBezTo>
                <a:cubicBezTo>
                  <a:pt x="267150" y="164701"/>
                  <a:pt x="218064" y="119428"/>
                  <a:pt x="178602" y="119428"/>
                </a:cubicBezTo>
                <a:cubicBezTo>
                  <a:pt x="144914" y="119428"/>
                  <a:pt x="120852" y="149289"/>
                  <a:pt x="120852" y="186856"/>
                </a:cubicBezTo>
                <a:cubicBezTo>
                  <a:pt x="120852" y="227312"/>
                  <a:pt x="140102" y="252356"/>
                  <a:pt x="180527" y="252356"/>
                </a:cubicBezTo>
                <a:close/>
              </a:path>
            </a:pathLst>
          </a:custGeom>
          <a:solidFill>
            <a:srgbClr val="FC1C4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3" name="Google Shape;2033;p6"/>
          <p:cNvSpPr/>
          <p:nvPr/>
        </p:nvSpPr>
        <p:spPr>
          <a:xfrm>
            <a:off x="8791898" y="3028444"/>
            <a:ext cx="322981" cy="561601"/>
          </a:xfrm>
          <a:custGeom>
            <a:rect b="b" l="l" r="r" t="t"/>
            <a:pathLst>
              <a:path extrusionOk="0" h="561601" w="322981">
                <a:moveTo>
                  <a:pt x="22759" y="49768"/>
                </a:moveTo>
                <a:cubicBezTo>
                  <a:pt x="9103" y="28194"/>
                  <a:pt x="24560" y="0"/>
                  <a:pt x="50043" y="0"/>
                </a:cubicBezTo>
                <a:lnTo>
                  <a:pt x="272883" y="0"/>
                </a:lnTo>
                <a:cubicBezTo>
                  <a:pt x="298366" y="0"/>
                  <a:pt x="313824" y="28195"/>
                  <a:pt x="300167" y="49768"/>
                </a:cubicBezTo>
                <a:lnTo>
                  <a:pt x="252811" y="124584"/>
                </a:lnTo>
                <a:cubicBezTo>
                  <a:pt x="251794" y="126192"/>
                  <a:pt x="251533" y="128168"/>
                  <a:pt x="252097" y="129985"/>
                </a:cubicBezTo>
                <a:lnTo>
                  <a:pt x="321496" y="353291"/>
                </a:lnTo>
                <a:cubicBezTo>
                  <a:pt x="327979" y="374151"/>
                  <a:pt x="312435" y="395335"/>
                  <a:pt x="290644" y="395335"/>
                </a:cubicBezTo>
                <a:lnTo>
                  <a:pt x="32338" y="395335"/>
                </a:lnTo>
                <a:cubicBezTo>
                  <a:pt x="10548" y="395335"/>
                  <a:pt x="-4997" y="374151"/>
                  <a:pt x="1486" y="353291"/>
                </a:cubicBezTo>
                <a:lnTo>
                  <a:pt x="70866" y="130044"/>
                </a:lnTo>
                <a:cubicBezTo>
                  <a:pt x="71431" y="128227"/>
                  <a:pt x="71171" y="126251"/>
                  <a:pt x="70153" y="124643"/>
                </a:cubicBezTo>
                <a:lnTo>
                  <a:pt x="22759" y="49768"/>
                </a:lnTo>
                <a:close/>
                <a:moveTo>
                  <a:pt x="174418" y="442972"/>
                </a:moveTo>
                <a:cubicBezTo>
                  <a:pt x="174418" y="435813"/>
                  <a:pt x="168630" y="430010"/>
                  <a:pt x="161492" y="430010"/>
                </a:cubicBezTo>
                <a:cubicBezTo>
                  <a:pt x="154353" y="430010"/>
                  <a:pt x="148565" y="435813"/>
                  <a:pt x="148565" y="442972"/>
                </a:cubicBezTo>
                <a:lnTo>
                  <a:pt x="148565" y="548640"/>
                </a:lnTo>
                <a:cubicBezTo>
                  <a:pt x="148565" y="555798"/>
                  <a:pt x="154353" y="561602"/>
                  <a:pt x="161492" y="561602"/>
                </a:cubicBezTo>
                <a:cubicBezTo>
                  <a:pt x="168630" y="561602"/>
                  <a:pt x="174418" y="555798"/>
                  <a:pt x="174418" y="548640"/>
                </a:cubicBezTo>
                <a:lnTo>
                  <a:pt x="174418" y="442972"/>
                </a:lnTo>
                <a:close/>
              </a:path>
            </a:pathLst>
          </a:custGeom>
          <a:solidFill>
            <a:srgbClr val="FC1C4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4" name="Google Shape;2034;p6"/>
          <p:cNvSpPr txBox="1"/>
          <p:nvPr>
            <p:ph idx="1" type="body"/>
          </p:nvPr>
        </p:nvSpPr>
        <p:spPr>
          <a:xfrm>
            <a:off x="417525" y="182918"/>
            <a:ext cx="5335912" cy="2605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/>
              <a:t>Guide : Icon 2</a:t>
            </a:r>
            <a:endParaRPr b="1" sz="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5" name="Google Shape;2035;p6"/>
          <p:cNvSpPr/>
          <p:nvPr/>
        </p:nvSpPr>
        <p:spPr>
          <a:xfrm>
            <a:off x="4078495" y="3105591"/>
            <a:ext cx="632786" cy="439452"/>
          </a:xfrm>
          <a:custGeom>
            <a:rect b="b" l="l" r="r" t="t"/>
            <a:pathLst>
              <a:path extrusionOk="0" h="439452" w="632786">
                <a:moveTo>
                  <a:pt x="32307" y="0"/>
                </a:moveTo>
                <a:cubicBezTo>
                  <a:pt x="14464" y="0"/>
                  <a:pt x="0" y="14352"/>
                  <a:pt x="0" y="32057"/>
                </a:cubicBezTo>
                <a:lnTo>
                  <a:pt x="0" y="407396"/>
                </a:lnTo>
                <a:cubicBezTo>
                  <a:pt x="0" y="425100"/>
                  <a:pt x="14464" y="439453"/>
                  <a:pt x="32307" y="439453"/>
                </a:cubicBezTo>
                <a:lnTo>
                  <a:pt x="600479" y="439453"/>
                </a:lnTo>
                <a:cubicBezTo>
                  <a:pt x="618322" y="439453"/>
                  <a:pt x="632787" y="425101"/>
                  <a:pt x="632787" y="407396"/>
                </a:cubicBezTo>
                <a:lnTo>
                  <a:pt x="632787" y="32057"/>
                </a:lnTo>
                <a:cubicBezTo>
                  <a:pt x="632787" y="14352"/>
                  <a:pt x="618322" y="0"/>
                  <a:pt x="600479" y="0"/>
                </a:cubicBezTo>
                <a:lnTo>
                  <a:pt x="32307" y="0"/>
                </a:lnTo>
                <a:close/>
                <a:moveTo>
                  <a:pt x="374827" y="234274"/>
                </a:moveTo>
                <a:cubicBezTo>
                  <a:pt x="387750" y="226870"/>
                  <a:pt x="387750" y="208363"/>
                  <a:pt x="374827" y="200959"/>
                </a:cubicBezTo>
                <a:lnTo>
                  <a:pt x="281124" y="147279"/>
                </a:lnTo>
                <a:cubicBezTo>
                  <a:pt x="268201" y="139875"/>
                  <a:pt x="252048" y="149130"/>
                  <a:pt x="252048" y="163936"/>
                </a:cubicBezTo>
                <a:lnTo>
                  <a:pt x="252048" y="271297"/>
                </a:lnTo>
                <a:cubicBezTo>
                  <a:pt x="252048" y="286104"/>
                  <a:pt x="268201" y="295358"/>
                  <a:pt x="281124" y="287955"/>
                </a:cubicBezTo>
                <a:lnTo>
                  <a:pt x="374827" y="234274"/>
                </a:lnTo>
                <a:close/>
              </a:path>
            </a:pathLst>
          </a:custGeom>
          <a:solidFill>
            <a:srgbClr val="FC1C4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9" name="Shape 20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0" name="Google Shape;2040;p7"/>
          <p:cNvSpPr txBox="1"/>
          <p:nvPr>
            <p:ph idx="1" type="body"/>
          </p:nvPr>
        </p:nvSpPr>
        <p:spPr>
          <a:xfrm>
            <a:off x="417525" y="182918"/>
            <a:ext cx="5335912" cy="2605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/>
              <a:t>Guide : Graph 1</a:t>
            </a:r>
            <a:endParaRPr/>
          </a:p>
        </p:txBody>
      </p:sp>
      <p:sp>
        <p:nvSpPr>
          <p:cNvPr id="2041" name="Google Shape;2041;p7"/>
          <p:cNvSpPr txBox="1"/>
          <p:nvPr>
            <p:ph idx="2" type="body"/>
          </p:nvPr>
        </p:nvSpPr>
        <p:spPr>
          <a:xfrm>
            <a:off x="417525" y="1143971"/>
            <a:ext cx="5335912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400"/>
              <a:buFont typeface="Arial"/>
              <a:buNone/>
            </a:pPr>
            <a:r>
              <a:rPr lang="ko-KR"/>
              <a:t>TYPE 1</a:t>
            </a:r>
            <a:endParaRPr/>
          </a:p>
        </p:txBody>
      </p:sp>
      <p:sp>
        <p:nvSpPr>
          <p:cNvPr id="2042" name="Google Shape;2042;p7"/>
          <p:cNvSpPr txBox="1"/>
          <p:nvPr>
            <p:ph idx="3" type="body"/>
          </p:nvPr>
        </p:nvSpPr>
        <p:spPr>
          <a:xfrm>
            <a:off x="6137190" y="1143971"/>
            <a:ext cx="5335912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400"/>
              <a:buFont typeface="Arial"/>
              <a:buNone/>
            </a:pPr>
            <a:r>
              <a:rPr lang="ko-KR"/>
              <a:t>TYPE 2</a:t>
            </a:r>
            <a:endParaRPr/>
          </a:p>
        </p:txBody>
      </p:sp>
      <p:graphicFrame>
        <p:nvGraphicFramePr>
          <p:cNvPr id="2043" name="Google Shape;2043;p7"/>
          <p:cNvGraphicFramePr/>
          <p:nvPr/>
        </p:nvGraphicFramePr>
        <p:xfrm>
          <a:off x="5760503" y="1705263"/>
          <a:ext cx="5719426" cy="4018494"/>
        </p:xfrm>
        <a:graphic>
          <a:graphicData uri="http://schemas.openxmlformats.org/drawingml/2006/chart">
            <c:chart r:id="rId3"/>
          </a:graphicData>
        </a:graphic>
      </p:graphicFrame>
      <p:graphicFrame>
        <p:nvGraphicFramePr>
          <p:cNvPr id="2044" name="Google Shape;2044;p7"/>
          <p:cNvGraphicFramePr/>
          <p:nvPr/>
        </p:nvGraphicFramePr>
        <p:xfrm>
          <a:off x="37463" y="1808792"/>
          <a:ext cx="5966198" cy="3840323"/>
        </p:xfrm>
        <a:graphic>
          <a:graphicData uri="http://schemas.openxmlformats.org/drawingml/2006/chart">
            <c:chart r:id="rId4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8" name="Shape 20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9" name="Google Shape;2049;p8"/>
          <p:cNvSpPr txBox="1"/>
          <p:nvPr>
            <p:ph idx="1" type="body"/>
          </p:nvPr>
        </p:nvSpPr>
        <p:spPr>
          <a:xfrm>
            <a:off x="417525" y="182918"/>
            <a:ext cx="5335912" cy="2605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/>
              <a:t>Guide : Graph 2</a:t>
            </a:r>
            <a:endParaRPr/>
          </a:p>
        </p:txBody>
      </p:sp>
      <p:sp>
        <p:nvSpPr>
          <p:cNvPr id="2050" name="Google Shape;2050;p8"/>
          <p:cNvSpPr txBox="1"/>
          <p:nvPr>
            <p:ph idx="2" type="body"/>
          </p:nvPr>
        </p:nvSpPr>
        <p:spPr>
          <a:xfrm>
            <a:off x="417525" y="1143971"/>
            <a:ext cx="5335912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400"/>
              <a:buFont typeface="Arial"/>
              <a:buNone/>
            </a:pPr>
            <a:r>
              <a:rPr lang="ko-KR"/>
              <a:t>TYPE 3</a:t>
            </a:r>
            <a:endParaRPr/>
          </a:p>
        </p:txBody>
      </p:sp>
      <p:sp>
        <p:nvSpPr>
          <p:cNvPr id="2051" name="Google Shape;2051;p8"/>
          <p:cNvSpPr txBox="1"/>
          <p:nvPr>
            <p:ph idx="3" type="body"/>
          </p:nvPr>
        </p:nvSpPr>
        <p:spPr>
          <a:xfrm>
            <a:off x="6137190" y="1143971"/>
            <a:ext cx="5335912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400"/>
              <a:buFont typeface="Arial"/>
              <a:buNone/>
            </a:pPr>
            <a:r>
              <a:rPr lang="ko-KR"/>
              <a:t>TYPE 4</a:t>
            </a:r>
            <a:endParaRPr/>
          </a:p>
        </p:txBody>
      </p:sp>
      <p:graphicFrame>
        <p:nvGraphicFramePr>
          <p:cNvPr id="2052" name="Google Shape;2052;p8"/>
          <p:cNvGraphicFramePr/>
          <p:nvPr/>
        </p:nvGraphicFramePr>
        <p:xfrm>
          <a:off x="6177901" y="1861514"/>
          <a:ext cx="5511560" cy="3923629"/>
        </p:xfrm>
        <a:graphic>
          <a:graphicData uri="http://schemas.openxmlformats.org/drawingml/2006/chart">
            <c:chart r:id="rId3"/>
          </a:graphicData>
        </a:graphic>
      </p:graphicFrame>
      <p:graphicFrame>
        <p:nvGraphicFramePr>
          <p:cNvPr id="2053" name="Google Shape;2053;p8"/>
          <p:cNvGraphicFramePr/>
          <p:nvPr/>
        </p:nvGraphicFramePr>
        <p:xfrm>
          <a:off x="216085" y="1837231"/>
          <a:ext cx="5846210" cy="3897475"/>
        </p:xfrm>
        <a:graphic>
          <a:graphicData uri="http://schemas.openxmlformats.org/drawingml/2006/chart">
            <c:chart r:id="rId4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7" name="Shape 20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8" name="Google Shape;2058;p9"/>
          <p:cNvSpPr txBox="1"/>
          <p:nvPr>
            <p:ph idx="1" type="body"/>
          </p:nvPr>
        </p:nvSpPr>
        <p:spPr>
          <a:xfrm>
            <a:off x="417525" y="182918"/>
            <a:ext cx="5335912" cy="2605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/>
              <a:t>TITLE</a:t>
            </a:r>
            <a:endParaRPr/>
          </a:p>
        </p:txBody>
      </p:sp>
      <p:sp>
        <p:nvSpPr>
          <p:cNvPr id="2059" name="Google Shape;2059;p9"/>
          <p:cNvSpPr txBox="1"/>
          <p:nvPr>
            <p:ph idx="2" type="body"/>
          </p:nvPr>
        </p:nvSpPr>
        <p:spPr>
          <a:xfrm>
            <a:off x="6432736" y="182918"/>
            <a:ext cx="5335912" cy="2605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/>
              <a:t>name</a:t>
            </a:r>
            <a:endParaRPr/>
          </a:p>
        </p:txBody>
      </p:sp>
      <p:sp>
        <p:nvSpPr>
          <p:cNvPr id="2060" name="Google Shape;2060;p9"/>
          <p:cNvSpPr txBox="1"/>
          <p:nvPr>
            <p:ph idx="3" type="body"/>
          </p:nvPr>
        </p:nvSpPr>
        <p:spPr>
          <a:xfrm>
            <a:off x="428542" y="2484055"/>
            <a:ext cx="5401264" cy="7549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ko-KR"/>
              <a:t>○○○ 님</a:t>
            </a:r>
            <a:endParaRPr/>
          </a:p>
        </p:txBody>
      </p:sp>
      <p:sp>
        <p:nvSpPr>
          <p:cNvPr id="2061" name="Google Shape;2061;p9"/>
          <p:cNvSpPr/>
          <p:nvPr>
            <p:ph idx="4" type="body"/>
          </p:nvPr>
        </p:nvSpPr>
        <p:spPr>
          <a:xfrm>
            <a:off x="496231" y="1831295"/>
            <a:ext cx="1853045" cy="491995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 cap="flat" cmpd="sng" w="317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300"/>
              <a:buFont typeface="Arial"/>
              <a:buNone/>
            </a:pPr>
            <a:r>
              <a:rPr lang="ko-KR"/>
              <a:t>강사님 소개</a:t>
            </a:r>
            <a:endParaRPr/>
          </a:p>
        </p:txBody>
      </p:sp>
      <p:sp>
        <p:nvSpPr>
          <p:cNvPr id="2062" name="Google Shape;2062;p9"/>
          <p:cNvSpPr/>
          <p:nvPr>
            <p:ph idx="5" type="pic"/>
          </p:nvPr>
        </p:nvSpPr>
        <p:spPr>
          <a:xfrm>
            <a:off x="6741379" y="1531938"/>
            <a:ext cx="3789362" cy="3789362"/>
          </a:xfrm>
          <a:prstGeom prst="ellipse">
            <a:avLst/>
          </a:prstGeom>
          <a:noFill/>
          <a:ln>
            <a:noFill/>
          </a:ln>
        </p:spPr>
      </p:sp>
      <p:sp>
        <p:nvSpPr>
          <p:cNvPr id="2063" name="Google Shape;2063;p9"/>
          <p:cNvSpPr txBox="1"/>
          <p:nvPr>
            <p:ph idx="6" type="body"/>
          </p:nvPr>
        </p:nvSpPr>
        <p:spPr>
          <a:xfrm>
            <a:off x="417525" y="3284766"/>
            <a:ext cx="5412281" cy="8996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4857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ko-KR"/>
              <a:t>내용을 입력해주세요</a:t>
            </a:r>
            <a:br>
              <a:rPr lang="ko-KR"/>
            </a:br>
            <a:r>
              <a:rPr lang="ko-KR"/>
              <a:t>내용을 입력해주세요</a:t>
            </a:r>
            <a:endParaRPr/>
          </a:p>
        </p:txBody>
      </p:sp>
      <p:sp>
        <p:nvSpPr>
          <p:cNvPr id="2064" name="Google Shape;2064;p9"/>
          <p:cNvSpPr txBox="1"/>
          <p:nvPr>
            <p:ph idx="7" type="body"/>
          </p:nvPr>
        </p:nvSpPr>
        <p:spPr>
          <a:xfrm>
            <a:off x="417525" y="4610786"/>
            <a:ext cx="5412281" cy="8996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4857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ko-KR"/>
              <a:t>내용을 입력해주세요</a:t>
            </a:r>
            <a:br>
              <a:rPr lang="ko-KR"/>
            </a:br>
            <a:r>
              <a:rPr lang="ko-KR"/>
              <a:t>내용을 입력해주세요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8" name="Shape 20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9" name="Google Shape;2069;p10"/>
          <p:cNvSpPr txBox="1"/>
          <p:nvPr>
            <p:ph idx="1" type="body"/>
          </p:nvPr>
        </p:nvSpPr>
        <p:spPr>
          <a:xfrm>
            <a:off x="417525" y="182918"/>
            <a:ext cx="5335912" cy="2605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/>
              <a:t>TITLE</a:t>
            </a:r>
            <a:endParaRPr/>
          </a:p>
        </p:txBody>
      </p:sp>
      <p:sp>
        <p:nvSpPr>
          <p:cNvPr id="2070" name="Google Shape;2070;p10"/>
          <p:cNvSpPr txBox="1"/>
          <p:nvPr>
            <p:ph idx="2" type="body"/>
          </p:nvPr>
        </p:nvSpPr>
        <p:spPr>
          <a:xfrm>
            <a:off x="6432736" y="182918"/>
            <a:ext cx="5335912" cy="2605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/>
              <a:t>name</a:t>
            </a:r>
            <a:endParaRPr/>
          </a:p>
        </p:txBody>
      </p:sp>
      <p:sp>
        <p:nvSpPr>
          <p:cNvPr id="2071" name="Google Shape;2071;p10"/>
          <p:cNvSpPr txBox="1"/>
          <p:nvPr>
            <p:ph idx="3" type="body"/>
          </p:nvPr>
        </p:nvSpPr>
        <p:spPr>
          <a:xfrm>
            <a:off x="428542" y="2484055"/>
            <a:ext cx="5401264" cy="7549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ko-KR"/>
              <a:t>○○○ 님</a:t>
            </a:r>
            <a:endParaRPr/>
          </a:p>
        </p:txBody>
      </p:sp>
      <p:sp>
        <p:nvSpPr>
          <p:cNvPr id="2072" name="Google Shape;2072;p10"/>
          <p:cNvSpPr/>
          <p:nvPr>
            <p:ph idx="4" type="body"/>
          </p:nvPr>
        </p:nvSpPr>
        <p:spPr>
          <a:xfrm>
            <a:off x="496231" y="1831295"/>
            <a:ext cx="1853045" cy="491995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 cap="flat" cmpd="sng" w="317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300"/>
              <a:buFont typeface="Arial"/>
              <a:buNone/>
            </a:pPr>
            <a:r>
              <a:rPr lang="ko-KR"/>
              <a:t>강사님 소개</a:t>
            </a:r>
            <a:endParaRPr/>
          </a:p>
        </p:txBody>
      </p:sp>
      <p:sp>
        <p:nvSpPr>
          <p:cNvPr id="2073" name="Google Shape;2073;p10"/>
          <p:cNvSpPr/>
          <p:nvPr>
            <p:ph idx="5" type="pic"/>
          </p:nvPr>
        </p:nvSpPr>
        <p:spPr>
          <a:xfrm>
            <a:off x="8471340" y="1756311"/>
            <a:ext cx="2059400" cy="2059400"/>
          </a:xfrm>
          <a:prstGeom prst="ellipse">
            <a:avLst/>
          </a:prstGeom>
          <a:noFill/>
          <a:ln>
            <a:noFill/>
          </a:ln>
        </p:spPr>
      </p:sp>
      <p:sp>
        <p:nvSpPr>
          <p:cNvPr id="2074" name="Google Shape;2074;p10"/>
          <p:cNvSpPr txBox="1"/>
          <p:nvPr>
            <p:ph idx="6" type="body"/>
          </p:nvPr>
        </p:nvSpPr>
        <p:spPr>
          <a:xfrm>
            <a:off x="417526" y="3284766"/>
            <a:ext cx="3366824" cy="8996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4857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ko-KR"/>
              <a:t>내용을 입력해주세요 </a:t>
            </a:r>
            <a:br>
              <a:rPr lang="ko-KR"/>
            </a:br>
            <a:r>
              <a:rPr lang="ko-KR"/>
              <a:t>내용을 입력해주세요</a:t>
            </a:r>
            <a:endParaRPr/>
          </a:p>
        </p:txBody>
      </p:sp>
      <p:sp>
        <p:nvSpPr>
          <p:cNvPr id="2075" name="Google Shape;2075;p10"/>
          <p:cNvSpPr txBox="1"/>
          <p:nvPr>
            <p:ph idx="7" type="body"/>
          </p:nvPr>
        </p:nvSpPr>
        <p:spPr>
          <a:xfrm>
            <a:off x="417526" y="4610786"/>
            <a:ext cx="3366824" cy="8996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4857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ko-KR"/>
              <a:t>내용을 입력해주세요</a:t>
            </a:r>
            <a:br>
              <a:rPr lang="ko-KR"/>
            </a:br>
            <a:r>
              <a:rPr lang="ko-KR"/>
              <a:t>내용을 입력해주세요</a:t>
            </a:r>
            <a:endParaRPr/>
          </a:p>
        </p:txBody>
      </p:sp>
      <p:sp>
        <p:nvSpPr>
          <p:cNvPr id="2076" name="Google Shape;2076;p10"/>
          <p:cNvSpPr txBox="1"/>
          <p:nvPr>
            <p:ph idx="8" type="body"/>
          </p:nvPr>
        </p:nvSpPr>
        <p:spPr>
          <a:xfrm>
            <a:off x="3885004" y="3284766"/>
            <a:ext cx="3366824" cy="8996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4857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ko-KR"/>
              <a:t>내용을 입력해주세요</a:t>
            </a:r>
            <a:br>
              <a:rPr lang="ko-KR"/>
            </a:br>
            <a:r>
              <a:rPr lang="ko-KR"/>
              <a:t>내용을 입력해주세요</a:t>
            </a:r>
            <a:endParaRPr/>
          </a:p>
        </p:txBody>
      </p:sp>
      <p:sp>
        <p:nvSpPr>
          <p:cNvPr id="2077" name="Google Shape;2077;p10"/>
          <p:cNvSpPr txBox="1"/>
          <p:nvPr>
            <p:ph idx="9" type="body"/>
          </p:nvPr>
        </p:nvSpPr>
        <p:spPr>
          <a:xfrm>
            <a:off x="3885004" y="4610786"/>
            <a:ext cx="3366824" cy="8996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4857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ko-KR"/>
              <a:t>내용을 입력해주세요</a:t>
            </a:r>
            <a:br>
              <a:rPr lang="ko-KR"/>
            </a:br>
            <a:r>
              <a:rPr lang="ko-KR"/>
              <a:t>내용을 입력해주세요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1" name="Shape 20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2" name="Google Shape;2082;p11"/>
          <p:cNvSpPr txBox="1"/>
          <p:nvPr>
            <p:ph idx="1" type="body"/>
          </p:nvPr>
        </p:nvSpPr>
        <p:spPr>
          <a:xfrm>
            <a:off x="417525" y="182918"/>
            <a:ext cx="5335912" cy="2605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/>
              <a:t>TITLE</a:t>
            </a:r>
            <a:endParaRPr/>
          </a:p>
        </p:txBody>
      </p:sp>
      <p:sp>
        <p:nvSpPr>
          <p:cNvPr id="2083" name="Google Shape;2083;p11"/>
          <p:cNvSpPr/>
          <p:nvPr>
            <p:ph idx="2" type="body"/>
          </p:nvPr>
        </p:nvSpPr>
        <p:spPr>
          <a:xfrm>
            <a:off x="527838" y="2322383"/>
            <a:ext cx="536761" cy="369643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rPr lang="ko-KR"/>
              <a:t>01</a:t>
            </a:r>
            <a:endParaRPr/>
          </a:p>
        </p:txBody>
      </p:sp>
      <p:sp>
        <p:nvSpPr>
          <p:cNvPr id="2084" name="Google Shape;2084;p11"/>
          <p:cNvSpPr txBox="1"/>
          <p:nvPr>
            <p:ph idx="3" type="body"/>
          </p:nvPr>
        </p:nvSpPr>
        <p:spPr>
          <a:xfrm>
            <a:off x="412218" y="2943936"/>
            <a:ext cx="2261533" cy="89969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noAutofit/>
          </a:bodyPr>
          <a:lstStyle/>
          <a:p>
            <a:pPr indent="0" lvl="0" marL="0" rtl="0" algn="l">
              <a:lnSpc>
                <a:spcPct val="12833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ko-KR"/>
              <a:t>주제를</a:t>
            </a:r>
            <a:br>
              <a:rPr lang="ko-KR"/>
            </a:br>
            <a:r>
              <a:rPr lang="ko-KR"/>
              <a:t>입력해주세요</a:t>
            </a:r>
            <a:endParaRPr/>
          </a:p>
        </p:txBody>
      </p:sp>
      <p:sp>
        <p:nvSpPr>
          <p:cNvPr id="2085" name="Google Shape;2085;p11"/>
          <p:cNvSpPr/>
          <p:nvPr>
            <p:ph idx="4" type="body"/>
          </p:nvPr>
        </p:nvSpPr>
        <p:spPr>
          <a:xfrm>
            <a:off x="2819626" y="2322383"/>
            <a:ext cx="536761" cy="369643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rPr lang="ko-KR"/>
              <a:t>02</a:t>
            </a:r>
            <a:endParaRPr/>
          </a:p>
        </p:txBody>
      </p:sp>
      <p:sp>
        <p:nvSpPr>
          <p:cNvPr id="2086" name="Google Shape;2086;p11"/>
          <p:cNvSpPr/>
          <p:nvPr>
            <p:ph idx="5" type="body"/>
          </p:nvPr>
        </p:nvSpPr>
        <p:spPr>
          <a:xfrm>
            <a:off x="5111414" y="2322383"/>
            <a:ext cx="536761" cy="369643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rPr lang="ko-KR"/>
              <a:t>03</a:t>
            </a:r>
            <a:endParaRPr/>
          </a:p>
        </p:txBody>
      </p:sp>
      <p:sp>
        <p:nvSpPr>
          <p:cNvPr id="2087" name="Google Shape;2087;p11"/>
          <p:cNvSpPr/>
          <p:nvPr>
            <p:ph idx="6" type="body"/>
          </p:nvPr>
        </p:nvSpPr>
        <p:spPr>
          <a:xfrm>
            <a:off x="7403202" y="2322383"/>
            <a:ext cx="536761" cy="369643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rPr lang="ko-KR"/>
              <a:t>04</a:t>
            </a:r>
            <a:endParaRPr/>
          </a:p>
        </p:txBody>
      </p:sp>
      <p:sp>
        <p:nvSpPr>
          <p:cNvPr id="2088" name="Google Shape;2088;p11"/>
          <p:cNvSpPr/>
          <p:nvPr>
            <p:ph idx="7" type="body"/>
          </p:nvPr>
        </p:nvSpPr>
        <p:spPr>
          <a:xfrm>
            <a:off x="9694990" y="2322383"/>
            <a:ext cx="536761" cy="369643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rPr lang="ko-KR"/>
              <a:t>05</a:t>
            </a:r>
            <a:endParaRPr/>
          </a:p>
        </p:txBody>
      </p:sp>
      <p:sp>
        <p:nvSpPr>
          <p:cNvPr id="2089" name="Google Shape;2089;p11"/>
          <p:cNvSpPr txBox="1"/>
          <p:nvPr>
            <p:ph idx="8" type="body"/>
          </p:nvPr>
        </p:nvSpPr>
        <p:spPr>
          <a:xfrm>
            <a:off x="412218" y="3860208"/>
            <a:ext cx="2261534" cy="11644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4857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ko-KR"/>
              <a:t>내용을 입력해주세요</a:t>
            </a:r>
            <a:br>
              <a:rPr lang="ko-KR"/>
            </a:br>
            <a:r>
              <a:rPr lang="ko-KR"/>
              <a:t>내용을 입력해주세요</a:t>
            </a:r>
            <a:endParaRPr/>
          </a:p>
        </p:txBody>
      </p:sp>
      <p:sp>
        <p:nvSpPr>
          <p:cNvPr id="2090" name="Google Shape;2090;p11"/>
          <p:cNvSpPr txBox="1"/>
          <p:nvPr>
            <p:ph idx="9" type="body"/>
          </p:nvPr>
        </p:nvSpPr>
        <p:spPr>
          <a:xfrm>
            <a:off x="2704005" y="3860208"/>
            <a:ext cx="2261534" cy="11644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4857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ko-KR"/>
              <a:t>내용을 입력해주세요</a:t>
            </a:r>
            <a:br>
              <a:rPr lang="ko-KR"/>
            </a:br>
            <a:r>
              <a:rPr lang="ko-KR"/>
              <a:t>내용을 입력해주세요</a:t>
            </a:r>
            <a:endParaRPr/>
          </a:p>
        </p:txBody>
      </p:sp>
      <p:sp>
        <p:nvSpPr>
          <p:cNvPr id="2091" name="Google Shape;2091;p11"/>
          <p:cNvSpPr txBox="1"/>
          <p:nvPr>
            <p:ph idx="13" type="body"/>
          </p:nvPr>
        </p:nvSpPr>
        <p:spPr>
          <a:xfrm>
            <a:off x="4994497" y="3860208"/>
            <a:ext cx="2261534" cy="11644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4857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ko-KR"/>
              <a:t>내용을 입력해주세요</a:t>
            </a:r>
            <a:br>
              <a:rPr lang="ko-KR"/>
            </a:br>
            <a:r>
              <a:rPr lang="ko-KR"/>
              <a:t>내용을 입력해주세요</a:t>
            </a:r>
            <a:endParaRPr/>
          </a:p>
        </p:txBody>
      </p:sp>
      <p:sp>
        <p:nvSpPr>
          <p:cNvPr id="2092" name="Google Shape;2092;p11"/>
          <p:cNvSpPr txBox="1"/>
          <p:nvPr>
            <p:ph idx="14" type="body"/>
          </p:nvPr>
        </p:nvSpPr>
        <p:spPr>
          <a:xfrm>
            <a:off x="7286284" y="3860208"/>
            <a:ext cx="2261534" cy="11644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4857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ko-KR"/>
              <a:t>내용을 입력해주세요</a:t>
            </a:r>
            <a:br>
              <a:rPr lang="ko-KR"/>
            </a:br>
            <a:r>
              <a:rPr lang="ko-KR"/>
              <a:t>내용을 입력해주세요</a:t>
            </a:r>
            <a:endParaRPr/>
          </a:p>
        </p:txBody>
      </p:sp>
      <p:sp>
        <p:nvSpPr>
          <p:cNvPr id="2093" name="Google Shape;2093;p11"/>
          <p:cNvSpPr txBox="1"/>
          <p:nvPr>
            <p:ph idx="15" type="body"/>
          </p:nvPr>
        </p:nvSpPr>
        <p:spPr>
          <a:xfrm>
            <a:off x="9573713" y="3860208"/>
            <a:ext cx="2261534" cy="11644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4857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ko-KR"/>
              <a:t>내용을 입력해주세요</a:t>
            </a:r>
            <a:br>
              <a:rPr lang="ko-KR"/>
            </a:br>
            <a:r>
              <a:rPr lang="ko-KR"/>
              <a:t>내용을 입력해주세요</a:t>
            </a:r>
            <a:endParaRPr/>
          </a:p>
        </p:txBody>
      </p:sp>
      <p:sp>
        <p:nvSpPr>
          <p:cNvPr id="2094" name="Google Shape;2094;p11"/>
          <p:cNvSpPr txBox="1"/>
          <p:nvPr>
            <p:ph idx="16" type="body"/>
          </p:nvPr>
        </p:nvSpPr>
        <p:spPr>
          <a:xfrm>
            <a:off x="2704005" y="2943936"/>
            <a:ext cx="2261533" cy="89969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noAutofit/>
          </a:bodyPr>
          <a:lstStyle/>
          <a:p>
            <a:pPr indent="0" lvl="0" marL="0" rtl="0" algn="l">
              <a:lnSpc>
                <a:spcPct val="12833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ko-KR"/>
              <a:t>주제를</a:t>
            </a:r>
            <a:br>
              <a:rPr lang="ko-KR"/>
            </a:br>
            <a:r>
              <a:rPr lang="ko-KR"/>
              <a:t>입력해주세요</a:t>
            </a:r>
            <a:endParaRPr/>
          </a:p>
        </p:txBody>
      </p:sp>
      <p:sp>
        <p:nvSpPr>
          <p:cNvPr id="2095" name="Google Shape;2095;p11"/>
          <p:cNvSpPr txBox="1"/>
          <p:nvPr>
            <p:ph idx="17" type="body"/>
          </p:nvPr>
        </p:nvSpPr>
        <p:spPr>
          <a:xfrm>
            <a:off x="4994498" y="2943936"/>
            <a:ext cx="2261533" cy="89969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noAutofit/>
          </a:bodyPr>
          <a:lstStyle/>
          <a:p>
            <a:pPr indent="0" lvl="0" marL="0" rtl="0" algn="l">
              <a:lnSpc>
                <a:spcPct val="12833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ko-KR"/>
              <a:t>주제를</a:t>
            </a:r>
            <a:br>
              <a:rPr lang="ko-KR"/>
            </a:br>
            <a:r>
              <a:rPr lang="ko-KR"/>
              <a:t>입력해주세요</a:t>
            </a:r>
            <a:endParaRPr/>
          </a:p>
        </p:txBody>
      </p:sp>
      <p:sp>
        <p:nvSpPr>
          <p:cNvPr id="2096" name="Google Shape;2096;p11"/>
          <p:cNvSpPr txBox="1"/>
          <p:nvPr>
            <p:ph idx="18" type="body"/>
          </p:nvPr>
        </p:nvSpPr>
        <p:spPr>
          <a:xfrm>
            <a:off x="7286285" y="2943936"/>
            <a:ext cx="2261533" cy="89969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noAutofit/>
          </a:bodyPr>
          <a:lstStyle/>
          <a:p>
            <a:pPr indent="0" lvl="0" marL="0" rtl="0" algn="l">
              <a:lnSpc>
                <a:spcPct val="12833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ko-KR"/>
              <a:t>주제를</a:t>
            </a:r>
            <a:br>
              <a:rPr lang="ko-KR"/>
            </a:br>
            <a:r>
              <a:rPr lang="ko-KR"/>
              <a:t>입력해주세요</a:t>
            </a:r>
            <a:endParaRPr/>
          </a:p>
        </p:txBody>
      </p:sp>
      <p:sp>
        <p:nvSpPr>
          <p:cNvPr id="2097" name="Google Shape;2097;p11"/>
          <p:cNvSpPr txBox="1"/>
          <p:nvPr>
            <p:ph idx="19" type="body"/>
          </p:nvPr>
        </p:nvSpPr>
        <p:spPr>
          <a:xfrm>
            <a:off x="9573714" y="2943936"/>
            <a:ext cx="2261533" cy="89969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noAutofit/>
          </a:bodyPr>
          <a:lstStyle/>
          <a:p>
            <a:pPr indent="0" lvl="0" marL="0" rtl="0" algn="l">
              <a:lnSpc>
                <a:spcPct val="12833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ko-KR"/>
              <a:t>주제를</a:t>
            </a:r>
            <a:br>
              <a:rPr lang="ko-KR"/>
            </a:br>
            <a:r>
              <a:rPr lang="ko-KR"/>
              <a:t>입력해주세요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2" name="Shape 2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3" name="Google Shape;2103;p12"/>
          <p:cNvSpPr txBox="1"/>
          <p:nvPr>
            <p:ph idx="1" type="body"/>
          </p:nvPr>
        </p:nvSpPr>
        <p:spPr>
          <a:xfrm>
            <a:off x="417525" y="182918"/>
            <a:ext cx="5335912" cy="2605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/>
              <a:t>TITLE</a:t>
            </a:r>
            <a:endParaRPr/>
          </a:p>
        </p:txBody>
      </p:sp>
      <p:sp>
        <p:nvSpPr>
          <p:cNvPr id="2104" name="Google Shape;2104;p12"/>
          <p:cNvSpPr/>
          <p:nvPr>
            <p:ph idx="2" type="body"/>
          </p:nvPr>
        </p:nvSpPr>
        <p:spPr>
          <a:xfrm>
            <a:off x="2808051" y="929840"/>
            <a:ext cx="536761" cy="369643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rPr lang="ko-KR"/>
              <a:t>01</a:t>
            </a:r>
            <a:endParaRPr/>
          </a:p>
        </p:txBody>
      </p:sp>
      <p:sp>
        <p:nvSpPr>
          <p:cNvPr id="2105" name="Google Shape;2105;p12"/>
          <p:cNvSpPr/>
          <p:nvPr>
            <p:ph idx="3" type="body"/>
          </p:nvPr>
        </p:nvSpPr>
        <p:spPr>
          <a:xfrm>
            <a:off x="5099839" y="929840"/>
            <a:ext cx="536761" cy="369643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rPr lang="ko-KR"/>
              <a:t>02</a:t>
            </a:r>
            <a:endParaRPr/>
          </a:p>
        </p:txBody>
      </p:sp>
      <p:sp>
        <p:nvSpPr>
          <p:cNvPr id="2106" name="Google Shape;2106;p12"/>
          <p:cNvSpPr/>
          <p:nvPr>
            <p:ph idx="4" type="body"/>
          </p:nvPr>
        </p:nvSpPr>
        <p:spPr>
          <a:xfrm>
            <a:off x="7391627" y="929840"/>
            <a:ext cx="536761" cy="369643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rPr lang="ko-KR"/>
              <a:t>03</a:t>
            </a:r>
            <a:endParaRPr/>
          </a:p>
        </p:txBody>
      </p:sp>
      <p:sp>
        <p:nvSpPr>
          <p:cNvPr id="2107" name="Google Shape;2107;p12"/>
          <p:cNvSpPr/>
          <p:nvPr>
            <p:ph idx="5" type="body"/>
          </p:nvPr>
        </p:nvSpPr>
        <p:spPr>
          <a:xfrm>
            <a:off x="9683415" y="929840"/>
            <a:ext cx="536761" cy="369643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rPr lang="ko-KR"/>
              <a:t>04</a:t>
            </a:r>
            <a:endParaRPr/>
          </a:p>
        </p:txBody>
      </p:sp>
      <p:sp>
        <p:nvSpPr>
          <p:cNvPr id="2108" name="Google Shape;2108;p12"/>
          <p:cNvSpPr/>
          <p:nvPr>
            <p:ph idx="6" type="body"/>
          </p:nvPr>
        </p:nvSpPr>
        <p:spPr>
          <a:xfrm>
            <a:off x="2808051" y="3568050"/>
            <a:ext cx="536761" cy="369643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rPr lang="ko-KR"/>
              <a:t>05</a:t>
            </a:r>
            <a:endParaRPr/>
          </a:p>
        </p:txBody>
      </p:sp>
      <p:sp>
        <p:nvSpPr>
          <p:cNvPr id="2109" name="Google Shape;2109;p12"/>
          <p:cNvSpPr/>
          <p:nvPr>
            <p:ph idx="7" type="body"/>
          </p:nvPr>
        </p:nvSpPr>
        <p:spPr>
          <a:xfrm>
            <a:off x="5099839" y="3568050"/>
            <a:ext cx="536761" cy="369643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rPr lang="ko-KR"/>
              <a:t>06</a:t>
            </a:r>
            <a:endParaRPr/>
          </a:p>
        </p:txBody>
      </p:sp>
      <p:sp>
        <p:nvSpPr>
          <p:cNvPr id="2110" name="Google Shape;2110;p12"/>
          <p:cNvSpPr/>
          <p:nvPr>
            <p:ph idx="8" type="body"/>
          </p:nvPr>
        </p:nvSpPr>
        <p:spPr>
          <a:xfrm>
            <a:off x="7391627" y="3568050"/>
            <a:ext cx="536761" cy="369643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rPr lang="ko-KR"/>
              <a:t>07</a:t>
            </a:r>
            <a:endParaRPr/>
          </a:p>
        </p:txBody>
      </p:sp>
      <p:sp>
        <p:nvSpPr>
          <p:cNvPr id="2111" name="Google Shape;2111;p12"/>
          <p:cNvSpPr/>
          <p:nvPr>
            <p:ph idx="9" type="body"/>
          </p:nvPr>
        </p:nvSpPr>
        <p:spPr>
          <a:xfrm>
            <a:off x="9683415" y="3568050"/>
            <a:ext cx="536761" cy="369643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rPr lang="ko-KR"/>
              <a:t>08</a:t>
            </a:r>
            <a:endParaRPr/>
          </a:p>
        </p:txBody>
      </p:sp>
      <p:sp>
        <p:nvSpPr>
          <p:cNvPr id="2112" name="Google Shape;2112;p12"/>
          <p:cNvSpPr txBox="1"/>
          <p:nvPr>
            <p:ph idx="13" type="body"/>
          </p:nvPr>
        </p:nvSpPr>
        <p:spPr>
          <a:xfrm>
            <a:off x="2692431" y="2381973"/>
            <a:ext cx="2261534" cy="819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4857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ko-KR"/>
              <a:t>내용을 입력해주세요</a:t>
            </a:r>
            <a:br>
              <a:rPr lang="ko-KR"/>
            </a:br>
            <a:r>
              <a:rPr lang="ko-KR"/>
              <a:t>내용을 입력해주세요</a:t>
            </a:r>
            <a:endParaRPr/>
          </a:p>
        </p:txBody>
      </p:sp>
      <p:sp>
        <p:nvSpPr>
          <p:cNvPr id="2113" name="Google Shape;2113;p12"/>
          <p:cNvSpPr txBox="1"/>
          <p:nvPr>
            <p:ph idx="14" type="body"/>
          </p:nvPr>
        </p:nvSpPr>
        <p:spPr>
          <a:xfrm>
            <a:off x="4984219" y="2381973"/>
            <a:ext cx="2261534" cy="819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4857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ko-KR"/>
              <a:t>내용을 입력해주세요</a:t>
            </a:r>
            <a:br>
              <a:rPr lang="ko-KR"/>
            </a:br>
            <a:r>
              <a:rPr lang="ko-KR"/>
              <a:t>내용을 입력해주세요</a:t>
            </a:r>
            <a:endParaRPr/>
          </a:p>
        </p:txBody>
      </p:sp>
      <p:sp>
        <p:nvSpPr>
          <p:cNvPr id="2114" name="Google Shape;2114;p12"/>
          <p:cNvSpPr txBox="1"/>
          <p:nvPr>
            <p:ph idx="15" type="body"/>
          </p:nvPr>
        </p:nvSpPr>
        <p:spPr>
          <a:xfrm>
            <a:off x="2692431" y="1540536"/>
            <a:ext cx="2261533" cy="8414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noAutofit/>
          </a:bodyPr>
          <a:lstStyle/>
          <a:p>
            <a:pPr indent="0" lvl="0" marL="0" rtl="0" algn="l">
              <a:lnSpc>
                <a:spcPct val="12833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ko-KR"/>
              <a:t>주제를</a:t>
            </a:r>
            <a:br>
              <a:rPr lang="ko-KR"/>
            </a:br>
            <a:r>
              <a:rPr lang="ko-KR"/>
              <a:t>입력해주세요</a:t>
            </a:r>
            <a:endParaRPr/>
          </a:p>
        </p:txBody>
      </p:sp>
      <p:sp>
        <p:nvSpPr>
          <p:cNvPr id="2115" name="Google Shape;2115;p12"/>
          <p:cNvSpPr txBox="1"/>
          <p:nvPr>
            <p:ph idx="16" type="body"/>
          </p:nvPr>
        </p:nvSpPr>
        <p:spPr>
          <a:xfrm>
            <a:off x="4984219" y="1540536"/>
            <a:ext cx="2261533" cy="8414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noAutofit/>
          </a:bodyPr>
          <a:lstStyle/>
          <a:p>
            <a:pPr indent="0" lvl="0" marL="0" rtl="0" algn="l">
              <a:lnSpc>
                <a:spcPct val="12833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ko-KR"/>
              <a:t>주제를</a:t>
            </a:r>
            <a:br>
              <a:rPr lang="ko-KR"/>
            </a:br>
            <a:r>
              <a:rPr lang="ko-KR"/>
              <a:t>입력해주세요</a:t>
            </a:r>
            <a:endParaRPr/>
          </a:p>
        </p:txBody>
      </p:sp>
      <p:sp>
        <p:nvSpPr>
          <p:cNvPr id="2116" name="Google Shape;2116;p12"/>
          <p:cNvSpPr txBox="1"/>
          <p:nvPr>
            <p:ph idx="17" type="body"/>
          </p:nvPr>
        </p:nvSpPr>
        <p:spPr>
          <a:xfrm>
            <a:off x="7276007" y="2381973"/>
            <a:ext cx="2261534" cy="819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4857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ko-KR"/>
              <a:t>내용을 입력해주세요</a:t>
            </a:r>
            <a:br>
              <a:rPr lang="ko-KR"/>
            </a:br>
            <a:r>
              <a:rPr lang="ko-KR"/>
              <a:t>내용을 입력해주세요</a:t>
            </a:r>
            <a:endParaRPr/>
          </a:p>
        </p:txBody>
      </p:sp>
      <p:sp>
        <p:nvSpPr>
          <p:cNvPr id="2117" name="Google Shape;2117;p12"/>
          <p:cNvSpPr txBox="1"/>
          <p:nvPr>
            <p:ph idx="18" type="body"/>
          </p:nvPr>
        </p:nvSpPr>
        <p:spPr>
          <a:xfrm>
            <a:off x="7276007" y="1540536"/>
            <a:ext cx="2261533" cy="8414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noAutofit/>
          </a:bodyPr>
          <a:lstStyle/>
          <a:p>
            <a:pPr indent="0" lvl="0" marL="0" rtl="0" algn="l">
              <a:lnSpc>
                <a:spcPct val="12833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ko-KR"/>
              <a:t>주제를</a:t>
            </a:r>
            <a:br>
              <a:rPr lang="ko-KR"/>
            </a:br>
            <a:r>
              <a:rPr lang="ko-KR"/>
              <a:t>입력해주세요</a:t>
            </a:r>
            <a:endParaRPr/>
          </a:p>
        </p:txBody>
      </p:sp>
      <p:sp>
        <p:nvSpPr>
          <p:cNvPr id="2118" name="Google Shape;2118;p12"/>
          <p:cNvSpPr txBox="1"/>
          <p:nvPr>
            <p:ph idx="19" type="body"/>
          </p:nvPr>
        </p:nvSpPr>
        <p:spPr>
          <a:xfrm>
            <a:off x="9567795" y="2381973"/>
            <a:ext cx="2261534" cy="819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4857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ko-KR"/>
              <a:t>내용을 입력해주세요</a:t>
            </a:r>
            <a:br>
              <a:rPr lang="ko-KR"/>
            </a:br>
            <a:r>
              <a:rPr lang="ko-KR"/>
              <a:t>내용을 입력해주세요</a:t>
            </a:r>
            <a:endParaRPr/>
          </a:p>
        </p:txBody>
      </p:sp>
      <p:sp>
        <p:nvSpPr>
          <p:cNvPr id="2119" name="Google Shape;2119;p12"/>
          <p:cNvSpPr txBox="1"/>
          <p:nvPr>
            <p:ph idx="20" type="body"/>
          </p:nvPr>
        </p:nvSpPr>
        <p:spPr>
          <a:xfrm>
            <a:off x="9567795" y="1540536"/>
            <a:ext cx="2261533" cy="8414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noAutofit/>
          </a:bodyPr>
          <a:lstStyle/>
          <a:p>
            <a:pPr indent="0" lvl="0" marL="0" rtl="0" algn="l">
              <a:lnSpc>
                <a:spcPct val="12833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ko-KR"/>
              <a:t>주제를</a:t>
            </a:r>
            <a:br>
              <a:rPr lang="ko-KR"/>
            </a:br>
            <a:r>
              <a:rPr lang="ko-KR"/>
              <a:t>입력해주세요</a:t>
            </a:r>
            <a:endParaRPr/>
          </a:p>
        </p:txBody>
      </p:sp>
      <p:sp>
        <p:nvSpPr>
          <p:cNvPr id="2120" name="Google Shape;2120;p12"/>
          <p:cNvSpPr txBox="1"/>
          <p:nvPr>
            <p:ph idx="21" type="body"/>
          </p:nvPr>
        </p:nvSpPr>
        <p:spPr>
          <a:xfrm>
            <a:off x="2692431" y="5031040"/>
            <a:ext cx="2261534" cy="819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4857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ko-KR"/>
              <a:t>내용을 입력해주세요</a:t>
            </a:r>
            <a:br>
              <a:rPr lang="ko-KR"/>
            </a:br>
            <a:r>
              <a:rPr lang="ko-KR"/>
              <a:t>내용을 입력해주세요</a:t>
            </a:r>
            <a:endParaRPr/>
          </a:p>
        </p:txBody>
      </p:sp>
      <p:sp>
        <p:nvSpPr>
          <p:cNvPr id="2121" name="Google Shape;2121;p12"/>
          <p:cNvSpPr txBox="1"/>
          <p:nvPr>
            <p:ph idx="22" type="body"/>
          </p:nvPr>
        </p:nvSpPr>
        <p:spPr>
          <a:xfrm>
            <a:off x="4984219" y="5031040"/>
            <a:ext cx="2261534" cy="819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4857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ko-KR"/>
              <a:t>내용을 입력해주세요</a:t>
            </a:r>
            <a:br>
              <a:rPr lang="ko-KR"/>
            </a:br>
            <a:r>
              <a:rPr lang="ko-KR"/>
              <a:t>내용을 입력해주세요</a:t>
            </a:r>
            <a:endParaRPr/>
          </a:p>
        </p:txBody>
      </p:sp>
      <p:sp>
        <p:nvSpPr>
          <p:cNvPr id="2122" name="Google Shape;2122;p12"/>
          <p:cNvSpPr txBox="1"/>
          <p:nvPr>
            <p:ph idx="23" type="body"/>
          </p:nvPr>
        </p:nvSpPr>
        <p:spPr>
          <a:xfrm>
            <a:off x="2692431" y="4189603"/>
            <a:ext cx="2261533" cy="8414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noAutofit/>
          </a:bodyPr>
          <a:lstStyle/>
          <a:p>
            <a:pPr indent="0" lvl="0" marL="0" rtl="0" algn="l">
              <a:lnSpc>
                <a:spcPct val="12833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ko-KR"/>
              <a:t>주제를</a:t>
            </a:r>
            <a:br>
              <a:rPr lang="ko-KR"/>
            </a:br>
            <a:r>
              <a:rPr lang="ko-KR"/>
              <a:t>입력해주세요</a:t>
            </a:r>
            <a:endParaRPr/>
          </a:p>
        </p:txBody>
      </p:sp>
      <p:sp>
        <p:nvSpPr>
          <p:cNvPr id="2123" name="Google Shape;2123;p12"/>
          <p:cNvSpPr txBox="1"/>
          <p:nvPr>
            <p:ph idx="24" type="body"/>
          </p:nvPr>
        </p:nvSpPr>
        <p:spPr>
          <a:xfrm>
            <a:off x="4984219" y="4189603"/>
            <a:ext cx="2261533" cy="8414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noAutofit/>
          </a:bodyPr>
          <a:lstStyle/>
          <a:p>
            <a:pPr indent="0" lvl="0" marL="0" rtl="0" algn="l">
              <a:lnSpc>
                <a:spcPct val="12833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ko-KR"/>
              <a:t>주제를</a:t>
            </a:r>
            <a:br>
              <a:rPr lang="ko-KR"/>
            </a:br>
            <a:r>
              <a:rPr lang="ko-KR"/>
              <a:t>입력해주세요</a:t>
            </a:r>
            <a:endParaRPr/>
          </a:p>
        </p:txBody>
      </p:sp>
      <p:sp>
        <p:nvSpPr>
          <p:cNvPr id="2124" name="Google Shape;2124;p12"/>
          <p:cNvSpPr txBox="1"/>
          <p:nvPr>
            <p:ph idx="25" type="body"/>
          </p:nvPr>
        </p:nvSpPr>
        <p:spPr>
          <a:xfrm>
            <a:off x="7276007" y="5031040"/>
            <a:ext cx="2261534" cy="819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4857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ko-KR"/>
              <a:t>내용을 입력해주세요</a:t>
            </a:r>
            <a:br>
              <a:rPr lang="ko-KR"/>
            </a:br>
            <a:r>
              <a:rPr lang="ko-KR"/>
              <a:t>내용을 입력해주세요</a:t>
            </a:r>
            <a:endParaRPr/>
          </a:p>
        </p:txBody>
      </p:sp>
      <p:sp>
        <p:nvSpPr>
          <p:cNvPr id="2125" name="Google Shape;2125;p12"/>
          <p:cNvSpPr txBox="1"/>
          <p:nvPr>
            <p:ph idx="26" type="body"/>
          </p:nvPr>
        </p:nvSpPr>
        <p:spPr>
          <a:xfrm>
            <a:off x="7276007" y="4189603"/>
            <a:ext cx="2261533" cy="8414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noAutofit/>
          </a:bodyPr>
          <a:lstStyle/>
          <a:p>
            <a:pPr indent="0" lvl="0" marL="0" rtl="0" algn="l">
              <a:lnSpc>
                <a:spcPct val="12833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ko-KR"/>
              <a:t>주제를</a:t>
            </a:r>
            <a:br>
              <a:rPr lang="ko-KR"/>
            </a:br>
            <a:r>
              <a:rPr lang="ko-KR"/>
              <a:t>입력해주세요</a:t>
            </a:r>
            <a:endParaRPr/>
          </a:p>
        </p:txBody>
      </p:sp>
      <p:sp>
        <p:nvSpPr>
          <p:cNvPr id="2126" name="Google Shape;2126;p12"/>
          <p:cNvSpPr txBox="1"/>
          <p:nvPr>
            <p:ph idx="27" type="body"/>
          </p:nvPr>
        </p:nvSpPr>
        <p:spPr>
          <a:xfrm>
            <a:off x="9567795" y="5031040"/>
            <a:ext cx="2261534" cy="819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4857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ko-KR"/>
              <a:t>내용을 입력해주세요</a:t>
            </a:r>
            <a:br>
              <a:rPr lang="ko-KR"/>
            </a:br>
            <a:r>
              <a:rPr lang="ko-KR"/>
              <a:t>내용을 입력해주세요</a:t>
            </a:r>
            <a:endParaRPr/>
          </a:p>
        </p:txBody>
      </p:sp>
      <p:sp>
        <p:nvSpPr>
          <p:cNvPr id="2127" name="Google Shape;2127;p12"/>
          <p:cNvSpPr txBox="1"/>
          <p:nvPr>
            <p:ph idx="28" type="body"/>
          </p:nvPr>
        </p:nvSpPr>
        <p:spPr>
          <a:xfrm>
            <a:off x="9567795" y="4189603"/>
            <a:ext cx="2261533" cy="8414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noAutofit/>
          </a:bodyPr>
          <a:lstStyle/>
          <a:p>
            <a:pPr indent="0" lvl="0" marL="0" rtl="0" algn="l">
              <a:lnSpc>
                <a:spcPct val="12833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ko-KR"/>
              <a:t>주제를</a:t>
            </a:r>
            <a:br>
              <a:rPr lang="ko-KR"/>
            </a:br>
            <a:r>
              <a:rPr lang="ko-KR"/>
              <a:t>입력해주세요</a:t>
            </a:r>
            <a:endParaRPr/>
          </a:p>
        </p:txBody>
      </p:sp>
      <p:sp>
        <p:nvSpPr>
          <p:cNvPr id="2128" name="Google Shape;2128;p12"/>
          <p:cNvSpPr txBox="1"/>
          <p:nvPr>
            <p:ph idx="29" type="body"/>
          </p:nvPr>
        </p:nvSpPr>
        <p:spPr>
          <a:xfrm>
            <a:off x="417526" y="835144"/>
            <a:ext cx="2274906" cy="5003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None/>
            </a:pPr>
            <a:r>
              <a:rPr lang="ko-KR"/>
              <a:t>CONTENT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2" name="Shape 2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3" name="Google Shape;2133;p13"/>
          <p:cNvSpPr txBox="1"/>
          <p:nvPr>
            <p:ph idx="1" type="body"/>
          </p:nvPr>
        </p:nvSpPr>
        <p:spPr>
          <a:xfrm>
            <a:off x="417525" y="182918"/>
            <a:ext cx="5335912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/>
              <a:t>TITLE</a:t>
            </a:r>
            <a:endParaRPr/>
          </a:p>
        </p:txBody>
      </p:sp>
      <p:sp>
        <p:nvSpPr>
          <p:cNvPr id="2134" name="Google Shape;2134;p13"/>
          <p:cNvSpPr/>
          <p:nvPr>
            <p:ph idx="2" type="body"/>
          </p:nvPr>
        </p:nvSpPr>
        <p:spPr>
          <a:xfrm>
            <a:off x="512633" y="950309"/>
            <a:ext cx="536761" cy="369643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rPr lang="ko-KR"/>
              <a:t>01</a:t>
            </a:r>
            <a:endParaRPr/>
          </a:p>
        </p:txBody>
      </p:sp>
      <p:sp>
        <p:nvSpPr>
          <p:cNvPr id="2135" name="Google Shape;2135;p13"/>
          <p:cNvSpPr txBox="1"/>
          <p:nvPr>
            <p:ph idx="3" type="body"/>
          </p:nvPr>
        </p:nvSpPr>
        <p:spPr>
          <a:xfrm>
            <a:off x="1544812" y="950312"/>
            <a:ext cx="5365273" cy="3696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ko-KR"/>
              <a:t>주제를 입력해주세요</a:t>
            </a:r>
            <a:endParaRPr/>
          </a:p>
        </p:txBody>
      </p:sp>
      <p:sp>
        <p:nvSpPr>
          <p:cNvPr id="2136" name="Google Shape;2136;p13"/>
          <p:cNvSpPr txBox="1"/>
          <p:nvPr>
            <p:ph idx="4" type="body"/>
          </p:nvPr>
        </p:nvSpPr>
        <p:spPr>
          <a:xfrm>
            <a:off x="7195493" y="950310"/>
            <a:ext cx="4483874" cy="3696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ko-KR"/>
              <a:t>내용을 입력해주세요</a:t>
            </a:r>
            <a:endParaRPr/>
          </a:p>
        </p:txBody>
      </p:sp>
      <p:sp>
        <p:nvSpPr>
          <p:cNvPr id="2137" name="Google Shape;2137;p13"/>
          <p:cNvSpPr/>
          <p:nvPr>
            <p:ph idx="5" type="body"/>
          </p:nvPr>
        </p:nvSpPr>
        <p:spPr>
          <a:xfrm>
            <a:off x="512633" y="1460057"/>
            <a:ext cx="536761" cy="369643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rPr lang="ko-KR"/>
              <a:t>02</a:t>
            </a:r>
            <a:endParaRPr/>
          </a:p>
        </p:txBody>
      </p:sp>
      <p:sp>
        <p:nvSpPr>
          <p:cNvPr id="2138" name="Google Shape;2138;p13"/>
          <p:cNvSpPr txBox="1"/>
          <p:nvPr>
            <p:ph idx="6" type="body"/>
          </p:nvPr>
        </p:nvSpPr>
        <p:spPr>
          <a:xfrm>
            <a:off x="1544812" y="1460060"/>
            <a:ext cx="5365273" cy="3696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ko-KR"/>
              <a:t>주제를 입력해주세요</a:t>
            </a:r>
            <a:endParaRPr/>
          </a:p>
        </p:txBody>
      </p:sp>
      <p:sp>
        <p:nvSpPr>
          <p:cNvPr id="2139" name="Google Shape;2139;p13"/>
          <p:cNvSpPr txBox="1"/>
          <p:nvPr>
            <p:ph idx="7" type="body"/>
          </p:nvPr>
        </p:nvSpPr>
        <p:spPr>
          <a:xfrm>
            <a:off x="7195493" y="1460058"/>
            <a:ext cx="4483874" cy="3696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ko-KR"/>
              <a:t>내용을 입력해주세요</a:t>
            </a:r>
            <a:endParaRPr/>
          </a:p>
        </p:txBody>
      </p:sp>
      <p:sp>
        <p:nvSpPr>
          <p:cNvPr id="2140" name="Google Shape;2140;p13"/>
          <p:cNvSpPr/>
          <p:nvPr>
            <p:ph idx="8" type="body"/>
          </p:nvPr>
        </p:nvSpPr>
        <p:spPr>
          <a:xfrm>
            <a:off x="512633" y="1969805"/>
            <a:ext cx="536761" cy="369643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rPr lang="ko-KR"/>
              <a:t>03</a:t>
            </a:r>
            <a:endParaRPr/>
          </a:p>
        </p:txBody>
      </p:sp>
      <p:sp>
        <p:nvSpPr>
          <p:cNvPr id="2141" name="Google Shape;2141;p13"/>
          <p:cNvSpPr txBox="1"/>
          <p:nvPr>
            <p:ph idx="9" type="body"/>
          </p:nvPr>
        </p:nvSpPr>
        <p:spPr>
          <a:xfrm>
            <a:off x="1544812" y="1969808"/>
            <a:ext cx="5365273" cy="3696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ko-KR"/>
              <a:t>주제를 입력해주세요</a:t>
            </a:r>
            <a:endParaRPr/>
          </a:p>
        </p:txBody>
      </p:sp>
      <p:sp>
        <p:nvSpPr>
          <p:cNvPr id="2142" name="Google Shape;2142;p13"/>
          <p:cNvSpPr txBox="1"/>
          <p:nvPr>
            <p:ph idx="13" type="body"/>
          </p:nvPr>
        </p:nvSpPr>
        <p:spPr>
          <a:xfrm>
            <a:off x="7195493" y="1969806"/>
            <a:ext cx="4483874" cy="3696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ko-KR"/>
              <a:t>내용을 입력해주세요</a:t>
            </a:r>
            <a:endParaRPr/>
          </a:p>
        </p:txBody>
      </p:sp>
      <p:sp>
        <p:nvSpPr>
          <p:cNvPr id="2143" name="Google Shape;2143;p13"/>
          <p:cNvSpPr/>
          <p:nvPr>
            <p:ph idx="14" type="body"/>
          </p:nvPr>
        </p:nvSpPr>
        <p:spPr>
          <a:xfrm>
            <a:off x="512633" y="2479553"/>
            <a:ext cx="536761" cy="369643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rPr lang="ko-KR"/>
              <a:t>04</a:t>
            </a:r>
            <a:endParaRPr/>
          </a:p>
        </p:txBody>
      </p:sp>
      <p:sp>
        <p:nvSpPr>
          <p:cNvPr id="2144" name="Google Shape;2144;p13"/>
          <p:cNvSpPr txBox="1"/>
          <p:nvPr>
            <p:ph idx="15" type="body"/>
          </p:nvPr>
        </p:nvSpPr>
        <p:spPr>
          <a:xfrm>
            <a:off x="1544812" y="2479556"/>
            <a:ext cx="5365273" cy="3696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ko-KR"/>
              <a:t>주제를 입력해주세요</a:t>
            </a:r>
            <a:endParaRPr/>
          </a:p>
        </p:txBody>
      </p:sp>
      <p:sp>
        <p:nvSpPr>
          <p:cNvPr id="2145" name="Google Shape;2145;p13"/>
          <p:cNvSpPr txBox="1"/>
          <p:nvPr>
            <p:ph idx="16" type="body"/>
          </p:nvPr>
        </p:nvSpPr>
        <p:spPr>
          <a:xfrm>
            <a:off x="7195493" y="2479554"/>
            <a:ext cx="4483874" cy="3696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ko-KR"/>
              <a:t>내용을 입력해주세요</a:t>
            </a:r>
            <a:endParaRPr/>
          </a:p>
        </p:txBody>
      </p:sp>
      <p:sp>
        <p:nvSpPr>
          <p:cNvPr id="2146" name="Google Shape;2146;p13"/>
          <p:cNvSpPr/>
          <p:nvPr>
            <p:ph idx="17" type="body"/>
          </p:nvPr>
        </p:nvSpPr>
        <p:spPr>
          <a:xfrm>
            <a:off x="512633" y="2989301"/>
            <a:ext cx="536761" cy="369643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rPr lang="ko-KR"/>
              <a:t>05</a:t>
            </a:r>
            <a:endParaRPr/>
          </a:p>
        </p:txBody>
      </p:sp>
      <p:sp>
        <p:nvSpPr>
          <p:cNvPr id="2147" name="Google Shape;2147;p13"/>
          <p:cNvSpPr txBox="1"/>
          <p:nvPr>
            <p:ph idx="18" type="body"/>
          </p:nvPr>
        </p:nvSpPr>
        <p:spPr>
          <a:xfrm>
            <a:off x="1544812" y="2989304"/>
            <a:ext cx="5365273" cy="3696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ko-KR"/>
              <a:t>주제를 입력해주세요</a:t>
            </a:r>
            <a:endParaRPr/>
          </a:p>
        </p:txBody>
      </p:sp>
      <p:sp>
        <p:nvSpPr>
          <p:cNvPr id="2148" name="Google Shape;2148;p13"/>
          <p:cNvSpPr txBox="1"/>
          <p:nvPr>
            <p:ph idx="19" type="body"/>
          </p:nvPr>
        </p:nvSpPr>
        <p:spPr>
          <a:xfrm>
            <a:off x="7195493" y="2989302"/>
            <a:ext cx="4483874" cy="3696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ko-KR"/>
              <a:t>내용을 입력해주세요</a:t>
            </a:r>
            <a:endParaRPr/>
          </a:p>
        </p:txBody>
      </p:sp>
      <p:sp>
        <p:nvSpPr>
          <p:cNvPr id="2149" name="Google Shape;2149;p13"/>
          <p:cNvSpPr/>
          <p:nvPr>
            <p:ph idx="20" type="body"/>
          </p:nvPr>
        </p:nvSpPr>
        <p:spPr>
          <a:xfrm>
            <a:off x="512633" y="3499049"/>
            <a:ext cx="536761" cy="369643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rPr lang="ko-KR"/>
              <a:t>06</a:t>
            </a:r>
            <a:endParaRPr/>
          </a:p>
        </p:txBody>
      </p:sp>
      <p:sp>
        <p:nvSpPr>
          <p:cNvPr id="2150" name="Google Shape;2150;p13"/>
          <p:cNvSpPr txBox="1"/>
          <p:nvPr>
            <p:ph idx="21" type="body"/>
          </p:nvPr>
        </p:nvSpPr>
        <p:spPr>
          <a:xfrm>
            <a:off x="1544812" y="3499052"/>
            <a:ext cx="5365273" cy="3696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ko-KR"/>
              <a:t>주제를 입력해주세요</a:t>
            </a:r>
            <a:endParaRPr/>
          </a:p>
        </p:txBody>
      </p:sp>
      <p:sp>
        <p:nvSpPr>
          <p:cNvPr id="2151" name="Google Shape;2151;p13"/>
          <p:cNvSpPr txBox="1"/>
          <p:nvPr>
            <p:ph idx="22" type="body"/>
          </p:nvPr>
        </p:nvSpPr>
        <p:spPr>
          <a:xfrm>
            <a:off x="7195493" y="3499050"/>
            <a:ext cx="4483874" cy="3696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ko-KR"/>
              <a:t>내용을 입력해주세요</a:t>
            </a:r>
            <a:endParaRPr/>
          </a:p>
        </p:txBody>
      </p:sp>
      <p:sp>
        <p:nvSpPr>
          <p:cNvPr id="2152" name="Google Shape;2152;p13"/>
          <p:cNvSpPr/>
          <p:nvPr>
            <p:ph idx="23" type="body"/>
          </p:nvPr>
        </p:nvSpPr>
        <p:spPr>
          <a:xfrm>
            <a:off x="512633" y="4008797"/>
            <a:ext cx="536761" cy="369643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rPr lang="ko-KR"/>
              <a:t>07</a:t>
            </a:r>
            <a:endParaRPr/>
          </a:p>
        </p:txBody>
      </p:sp>
      <p:sp>
        <p:nvSpPr>
          <p:cNvPr id="2153" name="Google Shape;2153;p13"/>
          <p:cNvSpPr txBox="1"/>
          <p:nvPr>
            <p:ph idx="24" type="body"/>
          </p:nvPr>
        </p:nvSpPr>
        <p:spPr>
          <a:xfrm>
            <a:off x="1544812" y="4008800"/>
            <a:ext cx="5365273" cy="3696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ko-KR"/>
              <a:t>주제를 입력해주세요</a:t>
            </a:r>
            <a:endParaRPr/>
          </a:p>
        </p:txBody>
      </p:sp>
      <p:sp>
        <p:nvSpPr>
          <p:cNvPr id="2154" name="Google Shape;2154;p13"/>
          <p:cNvSpPr txBox="1"/>
          <p:nvPr>
            <p:ph idx="25" type="body"/>
          </p:nvPr>
        </p:nvSpPr>
        <p:spPr>
          <a:xfrm>
            <a:off x="7195493" y="4008798"/>
            <a:ext cx="4483874" cy="3696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ko-KR"/>
              <a:t>내용을 입력해주세요</a:t>
            </a:r>
            <a:endParaRPr/>
          </a:p>
        </p:txBody>
      </p:sp>
      <p:sp>
        <p:nvSpPr>
          <p:cNvPr id="2155" name="Google Shape;2155;p13"/>
          <p:cNvSpPr/>
          <p:nvPr>
            <p:ph idx="26" type="body"/>
          </p:nvPr>
        </p:nvSpPr>
        <p:spPr>
          <a:xfrm>
            <a:off x="512633" y="4518545"/>
            <a:ext cx="536761" cy="369643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rPr lang="ko-KR"/>
              <a:t>08</a:t>
            </a:r>
            <a:endParaRPr/>
          </a:p>
        </p:txBody>
      </p:sp>
      <p:sp>
        <p:nvSpPr>
          <p:cNvPr id="2156" name="Google Shape;2156;p13"/>
          <p:cNvSpPr txBox="1"/>
          <p:nvPr>
            <p:ph idx="27" type="body"/>
          </p:nvPr>
        </p:nvSpPr>
        <p:spPr>
          <a:xfrm>
            <a:off x="1544812" y="4518548"/>
            <a:ext cx="5365273" cy="3696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ko-KR"/>
              <a:t>주제를 입력해주세요</a:t>
            </a:r>
            <a:endParaRPr/>
          </a:p>
        </p:txBody>
      </p:sp>
      <p:sp>
        <p:nvSpPr>
          <p:cNvPr id="2157" name="Google Shape;2157;p13"/>
          <p:cNvSpPr txBox="1"/>
          <p:nvPr>
            <p:ph idx="28" type="body"/>
          </p:nvPr>
        </p:nvSpPr>
        <p:spPr>
          <a:xfrm>
            <a:off x="7195493" y="4518546"/>
            <a:ext cx="4483874" cy="3696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ko-KR"/>
              <a:t>내용을 입력해주세요</a:t>
            </a:r>
            <a:endParaRPr/>
          </a:p>
        </p:txBody>
      </p:sp>
      <p:sp>
        <p:nvSpPr>
          <p:cNvPr id="2158" name="Google Shape;2158;p13"/>
          <p:cNvSpPr/>
          <p:nvPr>
            <p:ph idx="29" type="body"/>
          </p:nvPr>
        </p:nvSpPr>
        <p:spPr>
          <a:xfrm>
            <a:off x="512633" y="5028293"/>
            <a:ext cx="536761" cy="369643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rPr lang="ko-KR"/>
              <a:t>09</a:t>
            </a:r>
            <a:endParaRPr/>
          </a:p>
        </p:txBody>
      </p:sp>
      <p:sp>
        <p:nvSpPr>
          <p:cNvPr id="2159" name="Google Shape;2159;p13"/>
          <p:cNvSpPr txBox="1"/>
          <p:nvPr>
            <p:ph idx="30" type="body"/>
          </p:nvPr>
        </p:nvSpPr>
        <p:spPr>
          <a:xfrm>
            <a:off x="1544812" y="5028296"/>
            <a:ext cx="5365273" cy="3696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ko-KR"/>
              <a:t>주제를 입력해주세요</a:t>
            </a:r>
            <a:endParaRPr/>
          </a:p>
        </p:txBody>
      </p:sp>
      <p:sp>
        <p:nvSpPr>
          <p:cNvPr id="2160" name="Google Shape;2160;p13"/>
          <p:cNvSpPr txBox="1"/>
          <p:nvPr>
            <p:ph idx="31" type="body"/>
          </p:nvPr>
        </p:nvSpPr>
        <p:spPr>
          <a:xfrm>
            <a:off x="7195493" y="5028294"/>
            <a:ext cx="4483874" cy="3696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ko-KR"/>
              <a:t>내용을 입력해주세요</a:t>
            </a:r>
            <a:endParaRPr/>
          </a:p>
        </p:txBody>
      </p:sp>
      <p:sp>
        <p:nvSpPr>
          <p:cNvPr id="2161" name="Google Shape;2161;p13"/>
          <p:cNvSpPr/>
          <p:nvPr>
            <p:ph idx="32" type="body"/>
          </p:nvPr>
        </p:nvSpPr>
        <p:spPr>
          <a:xfrm>
            <a:off x="512633" y="5538045"/>
            <a:ext cx="536761" cy="369643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rPr lang="ko-KR"/>
              <a:t>10</a:t>
            </a:r>
            <a:endParaRPr/>
          </a:p>
        </p:txBody>
      </p:sp>
      <p:sp>
        <p:nvSpPr>
          <p:cNvPr id="2162" name="Google Shape;2162;p13"/>
          <p:cNvSpPr txBox="1"/>
          <p:nvPr>
            <p:ph idx="33" type="body"/>
          </p:nvPr>
        </p:nvSpPr>
        <p:spPr>
          <a:xfrm>
            <a:off x="1544812" y="5538048"/>
            <a:ext cx="5365273" cy="3696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ko-KR"/>
              <a:t>주제를 입력해주세요</a:t>
            </a:r>
            <a:endParaRPr/>
          </a:p>
        </p:txBody>
      </p:sp>
      <p:sp>
        <p:nvSpPr>
          <p:cNvPr id="2163" name="Google Shape;2163;p13"/>
          <p:cNvSpPr txBox="1"/>
          <p:nvPr>
            <p:ph idx="34" type="body"/>
          </p:nvPr>
        </p:nvSpPr>
        <p:spPr>
          <a:xfrm>
            <a:off x="7195493" y="5538046"/>
            <a:ext cx="4483874" cy="3696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ko-KR"/>
              <a:t>내용을 입력해주세요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7" name="Shape 2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8" name="Google Shape;2168;p14"/>
          <p:cNvSpPr txBox="1"/>
          <p:nvPr>
            <p:ph idx="1" type="body"/>
          </p:nvPr>
        </p:nvSpPr>
        <p:spPr>
          <a:xfrm>
            <a:off x="417525" y="3892034"/>
            <a:ext cx="2545594" cy="10931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4857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ko-KR"/>
              <a:t>내용을 입력해주세요</a:t>
            </a:r>
            <a:br>
              <a:rPr lang="ko-KR"/>
            </a:br>
            <a:r>
              <a:rPr lang="ko-KR"/>
              <a:t>내용을 입력해주세요</a:t>
            </a:r>
            <a:endParaRPr/>
          </a:p>
        </p:txBody>
      </p:sp>
      <p:sp>
        <p:nvSpPr>
          <p:cNvPr id="2169" name="Google Shape;2169;p14"/>
          <p:cNvSpPr txBox="1"/>
          <p:nvPr>
            <p:ph idx="2" type="body"/>
          </p:nvPr>
        </p:nvSpPr>
        <p:spPr>
          <a:xfrm>
            <a:off x="417525" y="2965031"/>
            <a:ext cx="2545594" cy="8106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3363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ko-KR"/>
              <a:t>주제를</a:t>
            </a:r>
            <a:br>
              <a:rPr lang="ko-KR"/>
            </a:br>
            <a:r>
              <a:rPr lang="ko-KR"/>
              <a:t>입력해주세요</a:t>
            </a:r>
            <a:endParaRPr/>
          </a:p>
        </p:txBody>
      </p:sp>
      <p:sp>
        <p:nvSpPr>
          <p:cNvPr id="2170" name="Google Shape;2170;p14"/>
          <p:cNvSpPr txBox="1"/>
          <p:nvPr>
            <p:ph idx="3" type="body"/>
          </p:nvPr>
        </p:nvSpPr>
        <p:spPr>
          <a:xfrm>
            <a:off x="417525" y="2648936"/>
            <a:ext cx="2545594" cy="2864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Arial"/>
              <a:buNone/>
            </a:pPr>
            <a:r>
              <a:rPr lang="ko-KR">
                <a:latin typeface="Arial"/>
                <a:ea typeface="Arial"/>
                <a:cs typeface="Arial"/>
                <a:sym typeface="Arial"/>
              </a:rPr>
              <a:t>01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1" name="Google Shape;2171;p14"/>
          <p:cNvSpPr txBox="1"/>
          <p:nvPr>
            <p:ph idx="4" type="body"/>
          </p:nvPr>
        </p:nvSpPr>
        <p:spPr>
          <a:xfrm>
            <a:off x="2990750" y="2648936"/>
            <a:ext cx="2545594" cy="2864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Arial"/>
              <a:buNone/>
            </a:pPr>
            <a:r>
              <a:rPr lang="ko-KR">
                <a:latin typeface="Arial"/>
                <a:ea typeface="Arial"/>
                <a:cs typeface="Arial"/>
                <a:sym typeface="Arial"/>
              </a:rPr>
              <a:t>02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2" name="Google Shape;2172;p14"/>
          <p:cNvSpPr txBox="1"/>
          <p:nvPr>
            <p:ph idx="5" type="body"/>
          </p:nvPr>
        </p:nvSpPr>
        <p:spPr>
          <a:xfrm>
            <a:off x="5556282" y="2648936"/>
            <a:ext cx="2545594" cy="2864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Arial"/>
              <a:buNone/>
            </a:pPr>
            <a:r>
              <a:rPr lang="ko-KR">
                <a:latin typeface="Arial"/>
                <a:ea typeface="Arial"/>
                <a:cs typeface="Arial"/>
                <a:sym typeface="Arial"/>
              </a:rPr>
              <a:t>03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3" name="Google Shape;2173;p14"/>
          <p:cNvSpPr txBox="1"/>
          <p:nvPr>
            <p:ph idx="6" type="body"/>
          </p:nvPr>
        </p:nvSpPr>
        <p:spPr>
          <a:xfrm>
            <a:off x="8119982" y="2648936"/>
            <a:ext cx="2545594" cy="2864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Arial"/>
              <a:buNone/>
            </a:pPr>
            <a:r>
              <a:rPr lang="ko-KR">
                <a:latin typeface="Arial"/>
                <a:ea typeface="Arial"/>
                <a:cs typeface="Arial"/>
                <a:sym typeface="Arial"/>
              </a:rPr>
              <a:t>04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4" name="Google Shape;2174;p14"/>
          <p:cNvSpPr txBox="1"/>
          <p:nvPr>
            <p:ph idx="7" type="body"/>
          </p:nvPr>
        </p:nvSpPr>
        <p:spPr>
          <a:xfrm>
            <a:off x="417525" y="835144"/>
            <a:ext cx="11261842" cy="5003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ko-KR"/>
              <a:t>주제를 입력해주세요</a:t>
            </a:r>
            <a:endParaRPr/>
          </a:p>
        </p:txBody>
      </p:sp>
      <p:sp>
        <p:nvSpPr>
          <p:cNvPr id="2175" name="Google Shape;2175;p14"/>
          <p:cNvSpPr txBox="1"/>
          <p:nvPr>
            <p:ph idx="8" type="body"/>
          </p:nvPr>
        </p:nvSpPr>
        <p:spPr>
          <a:xfrm>
            <a:off x="2990750" y="3892034"/>
            <a:ext cx="2545594" cy="10931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4857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ko-KR"/>
              <a:t>내용을 입력해주세요</a:t>
            </a:r>
            <a:br>
              <a:rPr lang="ko-KR"/>
            </a:br>
            <a:r>
              <a:rPr lang="ko-KR"/>
              <a:t>내용을 입력해주세요</a:t>
            </a:r>
            <a:endParaRPr/>
          </a:p>
        </p:txBody>
      </p:sp>
      <p:sp>
        <p:nvSpPr>
          <p:cNvPr id="2176" name="Google Shape;2176;p14"/>
          <p:cNvSpPr txBox="1"/>
          <p:nvPr>
            <p:ph idx="9" type="body"/>
          </p:nvPr>
        </p:nvSpPr>
        <p:spPr>
          <a:xfrm>
            <a:off x="2990750" y="2965031"/>
            <a:ext cx="2545594" cy="8106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3363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ko-KR"/>
              <a:t>주제를</a:t>
            </a:r>
            <a:br>
              <a:rPr lang="ko-KR"/>
            </a:br>
            <a:r>
              <a:rPr lang="ko-KR"/>
              <a:t>입력해주세요</a:t>
            </a:r>
            <a:endParaRPr/>
          </a:p>
        </p:txBody>
      </p:sp>
      <p:sp>
        <p:nvSpPr>
          <p:cNvPr id="2177" name="Google Shape;2177;p14"/>
          <p:cNvSpPr txBox="1"/>
          <p:nvPr>
            <p:ph idx="13" type="body"/>
          </p:nvPr>
        </p:nvSpPr>
        <p:spPr>
          <a:xfrm>
            <a:off x="5556282" y="3892034"/>
            <a:ext cx="2545594" cy="10931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4857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ko-KR"/>
              <a:t>내용을 입력해주세요</a:t>
            </a:r>
            <a:br>
              <a:rPr lang="ko-KR"/>
            </a:br>
            <a:r>
              <a:rPr lang="ko-KR"/>
              <a:t>내용을 입력해주세요</a:t>
            </a:r>
            <a:endParaRPr/>
          </a:p>
        </p:txBody>
      </p:sp>
      <p:sp>
        <p:nvSpPr>
          <p:cNvPr id="2178" name="Google Shape;2178;p14"/>
          <p:cNvSpPr txBox="1"/>
          <p:nvPr>
            <p:ph idx="14" type="body"/>
          </p:nvPr>
        </p:nvSpPr>
        <p:spPr>
          <a:xfrm>
            <a:off x="5556282" y="2965031"/>
            <a:ext cx="2545594" cy="8106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3363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ko-KR"/>
              <a:t>주제를</a:t>
            </a:r>
            <a:br>
              <a:rPr lang="ko-KR"/>
            </a:br>
            <a:r>
              <a:rPr lang="ko-KR"/>
              <a:t>입력해주세요</a:t>
            </a:r>
            <a:endParaRPr/>
          </a:p>
        </p:txBody>
      </p:sp>
      <p:sp>
        <p:nvSpPr>
          <p:cNvPr id="2179" name="Google Shape;2179;p14"/>
          <p:cNvSpPr txBox="1"/>
          <p:nvPr>
            <p:ph idx="15" type="body"/>
          </p:nvPr>
        </p:nvSpPr>
        <p:spPr>
          <a:xfrm>
            <a:off x="8119982" y="3892034"/>
            <a:ext cx="2545594" cy="10931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4857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ko-KR"/>
              <a:t>내용을 입력해주세요</a:t>
            </a:r>
            <a:br>
              <a:rPr lang="ko-KR"/>
            </a:br>
            <a:r>
              <a:rPr lang="ko-KR"/>
              <a:t>내용을 입력해주세요</a:t>
            </a:r>
            <a:endParaRPr/>
          </a:p>
        </p:txBody>
      </p:sp>
      <p:sp>
        <p:nvSpPr>
          <p:cNvPr id="2180" name="Google Shape;2180;p14"/>
          <p:cNvSpPr txBox="1"/>
          <p:nvPr>
            <p:ph idx="16" type="body"/>
          </p:nvPr>
        </p:nvSpPr>
        <p:spPr>
          <a:xfrm>
            <a:off x="8119982" y="2965031"/>
            <a:ext cx="2545594" cy="8106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3363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ko-KR"/>
              <a:t>주제를</a:t>
            </a:r>
            <a:br>
              <a:rPr lang="ko-KR"/>
            </a:br>
            <a:r>
              <a:rPr lang="ko-KR"/>
              <a:t>입력해주세요</a:t>
            </a:r>
            <a:endParaRPr/>
          </a:p>
        </p:txBody>
      </p:sp>
      <p:sp>
        <p:nvSpPr>
          <p:cNvPr id="2181" name="Google Shape;2181;p14"/>
          <p:cNvSpPr txBox="1"/>
          <p:nvPr>
            <p:ph idx="17" type="body"/>
          </p:nvPr>
        </p:nvSpPr>
        <p:spPr>
          <a:xfrm>
            <a:off x="417524" y="5058403"/>
            <a:ext cx="2545593" cy="608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34545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Arial"/>
              <a:buNone/>
            </a:pPr>
            <a:r>
              <a:rPr lang="ko-KR"/>
              <a:t>내용을 입력해주세요 ‣</a:t>
            </a:r>
            <a:endParaRPr/>
          </a:p>
        </p:txBody>
      </p:sp>
      <p:sp>
        <p:nvSpPr>
          <p:cNvPr id="2182" name="Google Shape;2182;p14"/>
          <p:cNvSpPr txBox="1"/>
          <p:nvPr>
            <p:ph idx="18" type="body"/>
          </p:nvPr>
        </p:nvSpPr>
        <p:spPr>
          <a:xfrm>
            <a:off x="2990750" y="5058403"/>
            <a:ext cx="2545593" cy="608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34545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Arial"/>
              <a:buNone/>
            </a:pPr>
            <a:r>
              <a:rPr lang="ko-KR"/>
              <a:t>내용을 입력해주세요 ‣</a:t>
            </a:r>
            <a:endParaRPr/>
          </a:p>
        </p:txBody>
      </p:sp>
      <p:sp>
        <p:nvSpPr>
          <p:cNvPr id="2183" name="Google Shape;2183;p14"/>
          <p:cNvSpPr txBox="1"/>
          <p:nvPr>
            <p:ph idx="19" type="body"/>
          </p:nvPr>
        </p:nvSpPr>
        <p:spPr>
          <a:xfrm>
            <a:off x="5556283" y="5058403"/>
            <a:ext cx="2545593" cy="608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34545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Arial"/>
              <a:buNone/>
            </a:pPr>
            <a:r>
              <a:rPr lang="ko-KR"/>
              <a:t>내용을 입력해주세요 ‣</a:t>
            </a:r>
            <a:endParaRPr/>
          </a:p>
        </p:txBody>
      </p:sp>
      <p:sp>
        <p:nvSpPr>
          <p:cNvPr id="2184" name="Google Shape;2184;p14"/>
          <p:cNvSpPr txBox="1"/>
          <p:nvPr>
            <p:ph idx="20" type="body"/>
          </p:nvPr>
        </p:nvSpPr>
        <p:spPr>
          <a:xfrm>
            <a:off x="8119985" y="5058403"/>
            <a:ext cx="2545593" cy="608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34545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Arial"/>
              <a:buNone/>
            </a:pPr>
            <a:r>
              <a:rPr lang="ko-KR"/>
              <a:t>내용을 입력해주세요 ‣</a:t>
            </a:r>
            <a:endParaRPr/>
          </a:p>
        </p:txBody>
      </p:sp>
      <p:sp>
        <p:nvSpPr>
          <p:cNvPr id="2185" name="Google Shape;2185;p14"/>
          <p:cNvSpPr txBox="1"/>
          <p:nvPr>
            <p:ph idx="21" type="body"/>
          </p:nvPr>
        </p:nvSpPr>
        <p:spPr>
          <a:xfrm>
            <a:off x="417525" y="182918"/>
            <a:ext cx="5335912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/>
              <a:t>TITLE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9" name="Shape 2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0" name="Google Shape;2190;p15"/>
          <p:cNvSpPr txBox="1"/>
          <p:nvPr>
            <p:ph idx="1" type="body"/>
          </p:nvPr>
        </p:nvSpPr>
        <p:spPr>
          <a:xfrm>
            <a:off x="5742421" y="901327"/>
            <a:ext cx="4580378" cy="3734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Arial"/>
              <a:buNone/>
            </a:pPr>
            <a:r>
              <a:rPr lang="ko-KR"/>
              <a:t>주제를 입력해주세요</a:t>
            </a:r>
            <a:endParaRPr/>
          </a:p>
        </p:txBody>
      </p:sp>
      <p:sp>
        <p:nvSpPr>
          <p:cNvPr id="2191" name="Google Shape;2191;p15"/>
          <p:cNvSpPr txBox="1"/>
          <p:nvPr>
            <p:ph idx="2" type="body"/>
          </p:nvPr>
        </p:nvSpPr>
        <p:spPr>
          <a:xfrm>
            <a:off x="718730" y="2421713"/>
            <a:ext cx="4580377" cy="6358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4857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ko-KR"/>
              <a:t>내용을 입력해주세요</a:t>
            </a:r>
            <a:br>
              <a:rPr lang="ko-KR"/>
            </a:br>
            <a:r>
              <a:rPr lang="ko-KR"/>
              <a:t>내용을 입력해주세요</a:t>
            </a:r>
            <a:endParaRPr/>
          </a:p>
        </p:txBody>
      </p:sp>
      <p:sp>
        <p:nvSpPr>
          <p:cNvPr id="2192" name="Google Shape;2192;p15"/>
          <p:cNvSpPr txBox="1"/>
          <p:nvPr>
            <p:ph idx="3" type="body"/>
          </p:nvPr>
        </p:nvSpPr>
        <p:spPr>
          <a:xfrm>
            <a:off x="718731" y="1958010"/>
            <a:ext cx="4580378" cy="3734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Arial"/>
              <a:buNone/>
            </a:pPr>
            <a:r>
              <a:rPr lang="ko-KR"/>
              <a:t>주제를 입력해주세요</a:t>
            </a:r>
            <a:endParaRPr/>
          </a:p>
        </p:txBody>
      </p:sp>
      <p:sp>
        <p:nvSpPr>
          <p:cNvPr id="2193" name="Google Shape;2193;p15"/>
          <p:cNvSpPr txBox="1"/>
          <p:nvPr>
            <p:ph idx="4" type="body"/>
          </p:nvPr>
        </p:nvSpPr>
        <p:spPr>
          <a:xfrm>
            <a:off x="5742419" y="1365030"/>
            <a:ext cx="4580377" cy="6358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4857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ko-KR"/>
              <a:t>내용을 입력해주세요</a:t>
            </a:r>
            <a:br>
              <a:rPr lang="ko-KR"/>
            </a:br>
            <a:r>
              <a:rPr lang="ko-KR"/>
              <a:t>내용을 입력해주세요</a:t>
            </a:r>
            <a:endParaRPr/>
          </a:p>
        </p:txBody>
      </p:sp>
      <p:sp>
        <p:nvSpPr>
          <p:cNvPr id="2194" name="Google Shape;2194;p15"/>
          <p:cNvSpPr txBox="1"/>
          <p:nvPr>
            <p:ph idx="5" type="body"/>
          </p:nvPr>
        </p:nvSpPr>
        <p:spPr>
          <a:xfrm>
            <a:off x="718730" y="4596742"/>
            <a:ext cx="4580377" cy="6358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4857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ko-KR"/>
              <a:t>내용을 입력해주세요</a:t>
            </a:r>
            <a:br>
              <a:rPr lang="ko-KR"/>
            </a:br>
            <a:r>
              <a:rPr lang="ko-KR"/>
              <a:t>내용을 입력해주세요</a:t>
            </a:r>
            <a:endParaRPr/>
          </a:p>
        </p:txBody>
      </p:sp>
      <p:sp>
        <p:nvSpPr>
          <p:cNvPr id="2195" name="Google Shape;2195;p15"/>
          <p:cNvSpPr txBox="1"/>
          <p:nvPr>
            <p:ph idx="6" type="body"/>
          </p:nvPr>
        </p:nvSpPr>
        <p:spPr>
          <a:xfrm>
            <a:off x="718731" y="4133039"/>
            <a:ext cx="4580378" cy="3734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Arial"/>
              <a:buNone/>
            </a:pPr>
            <a:r>
              <a:rPr lang="ko-KR"/>
              <a:t>주제를 입력해주세요</a:t>
            </a:r>
            <a:endParaRPr/>
          </a:p>
        </p:txBody>
      </p:sp>
      <p:sp>
        <p:nvSpPr>
          <p:cNvPr id="2196" name="Google Shape;2196;p15"/>
          <p:cNvSpPr txBox="1"/>
          <p:nvPr>
            <p:ph idx="7" type="body"/>
          </p:nvPr>
        </p:nvSpPr>
        <p:spPr>
          <a:xfrm>
            <a:off x="5742421" y="3055561"/>
            <a:ext cx="4580378" cy="3734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Arial"/>
              <a:buNone/>
            </a:pPr>
            <a:r>
              <a:rPr lang="ko-KR"/>
              <a:t>주제를 입력해주세요</a:t>
            </a:r>
            <a:endParaRPr/>
          </a:p>
        </p:txBody>
      </p:sp>
      <p:sp>
        <p:nvSpPr>
          <p:cNvPr id="2197" name="Google Shape;2197;p15"/>
          <p:cNvSpPr txBox="1"/>
          <p:nvPr>
            <p:ph idx="8" type="body"/>
          </p:nvPr>
        </p:nvSpPr>
        <p:spPr>
          <a:xfrm>
            <a:off x="5742419" y="3519264"/>
            <a:ext cx="4580377" cy="6358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4857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ko-KR"/>
              <a:t>내용을 입력해주세요</a:t>
            </a:r>
            <a:br>
              <a:rPr lang="ko-KR"/>
            </a:br>
            <a:r>
              <a:rPr lang="ko-KR"/>
              <a:t>내용을 입력해주세요</a:t>
            </a:r>
            <a:endParaRPr/>
          </a:p>
        </p:txBody>
      </p:sp>
      <p:sp>
        <p:nvSpPr>
          <p:cNvPr id="2198" name="Google Shape;2198;p15"/>
          <p:cNvSpPr txBox="1"/>
          <p:nvPr>
            <p:ph idx="9" type="body"/>
          </p:nvPr>
        </p:nvSpPr>
        <p:spPr>
          <a:xfrm>
            <a:off x="5742421" y="5236334"/>
            <a:ext cx="4580378" cy="3734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Arial"/>
              <a:buNone/>
            </a:pPr>
            <a:r>
              <a:rPr lang="ko-KR"/>
              <a:t>주제를 입력해주세요</a:t>
            </a:r>
            <a:endParaRPr/>
          </a:p>
        </p:txBody>
      </p:sp>
      <p:sp>
        <p:nvSpPr>
          <p:cNvPr id="2199" name="Google Shape;2199;p15"/>
          <p:cNvSpPr txBox="1"/>
          <p:nvPr>
            <p:ph idx="13" type="body"/>
          </p:nvPr>
        </p:nvSpPr>
        <p:spPr>
          <a:xfrm>
            <a:off x="5742419" y="5700037"/>
            <a:ext cx="4580377" cy="6358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4857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ko-KR"/>
              <a:t>내용을 입력해주세요</a:t>
            </a:r>
            <a:br>
              <a:rPr lang="ko-KR"/>
            </a:br>
            <a:r>
              <a:rPr lang="ko-KR"/>
              <a:t>내용을 입력해주세요</a:t>
            </a:r>
            <a:endParaRPr/>
          </a:p>
        </p:txBody>
      </p:sp>
      <p:sp>
        <p:nvSpPr>
          <p:cNvPr id="2200" name="Google Shape;2200;p15"/>
          <p:cNvSpPr txBox="1"/>
          <p:nvPr>
            <p:ph idx="14" type="body"/>
          </p:nvPr>
        </p:nvSpPr>
        <p:spPr>
          <a:xfrm>
            <a:off x="417525" y="835144"/>
            <a:ext cx="4836539" cy="5003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ko-KR"/>
              <a:t>주제를 입력해주세요</a:t>
            </a:r>
            <a:endParaRPr/>
          </a:p>
        </p:txBody>
      </p:sp>
      <p:sp>
        <p:nvSpPr>
          <p:cNvPr id="2201" name="Google Shape;2201;p15"/>
          <p:cNvSpPr txBox="1"/>
          <p:nvPr>
            <p:ph idx="15" type="body"/>
          </p:nvPr>
        </p:nvSpPr>
        <p:spPr>
          <a:xfrm>
            <a:off x="417525" y="182918"/>
            <a:ext cx="5335912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/>
              <a:t>TITLE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5" name="Shape 2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6" name="Google Shape;2206;p16"/>
          <p:cNvSpPr txBox="1"/>
          <p:nvPr>
            <p:ph idx="1" type="body"/>
          </p:nvPr>
        </p:nvSpPr>
        <p:spPr>
          <a:xfrm>
            <a:off x="3428044" y="182918"/>
            <a:ext cx="5335912" cy="2605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Arial"/>
              <a:buNone/>
            </a:pPr>
            <a:r>
              <a:rPr lang="ko-KR"/>
              <a:t>PART</a:t>
            </a:r>
            <a:endParaRPr/>
          </a:p>
        </p:txBody>
      </p:sp>
      <p:sp>
        <p:nvSpPr>
          <p:cNvPr id="2207" name="Google Shape;2207;p16"/>
          <p:cNvSpPr txBox="1"/>
          <p:nvPr>
            <p:ph idx="2" type="body"/>
          </p:nvPr>
        </p:nvSpPr>
        <p:spPr>
          <a:xfrm>
            <a:off x="1631273" y="2612820"/>
            <a:ext cx="8929454" cy="16289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30869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600"/>
              <a:buFont typeface="Arial"/>
              <a:buNone/>
            </a:pPr>
            <a:r>
              <a:rPr lang="ko-KR"/>
              <a:t>주제를</a:t>
            </a:r>
            <a:br>
              <a:rPr lang="ko-KR"/>
            </a:br>
            <a:r>
              <a:rPr lang="ko-KR"/>
              <a:t>입력해주세요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1" name="Shape 2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2" name="Google Shape;2212;p17"/>
          <p:cNvSpPr txBox="1"/>
          <p:nvPr>
            <p:ph idx="1" type="body"/>
          </p:nvPr>
        </p:nvSpPr>
        <p:spPr>
          <a:xfrm>
            <a:off x="3428044" y="182918"/>
            <a:ext cx="5335912" cy="2605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/>
              <a:t>CLIP</a:t>
            </a:r>
            <a:endParaRPr/>
          </a:p>
        </p:txBody>
      </p:sp>
      <p:sp>
        <p:nvSpPr>
          <p:cNvPr id="2213" name="Google Shape;2213;p17"/>
          <p:cNvSpPr txBox="1"/>
          <p:nvPr>
            <p:ph idx="2" type="body"/>
          </p:nvPr>
        </p:nvSpPr>
        <p:spPr>
          <a:xfrm>
            <a:off x="1631273" y="2612820"/>
            <a:ext cx="8929454" cy="16289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3086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600"/>
              <a:buFont typeface="Arial"/>
              <a:buNone/>
            </a:pPr>
            <a:r>
              <a:rPr lang="ko-KR"/>
              <a:t>주제를</a:t>
            </a:r>
            <a:br>
              <a:rPr lang="ko-KR"/>
            </a:br>
            <a:r>
              <a:rPr lang="ko-KR"/>
              <a:t>입력해주세요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7" name="Shape 2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8" name="Google Shape;2218;p18"/>
          <p:cNvSpPr txBox="1"/>
          <p:nvPr>
            <p:ph idx="1" type="body"/>
          </p:nvPr>
        </p:nvSpPr>
        <p:spPr>
          <a:xfrm>
            <a:off x="417525" y="182918"/>
            <a:ext cx="5335912" cy="2605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3B3B3"/>
              </a:buClr>
              <a:buSzPts val="1100"/>
              <a:buFont typeface="Arial"/>
              <a:buNone/>
            </a:pPr>
            <a:r>
              <a:rPr lang="ko-KR"/>
              <a:t>TITLE</a:t>
            </a:r>
            <a:endParaRPr/>
          </a:p>
        </p:txBody>
      </p:sp>
      <p:sp>
        <p:nvSpPr>
          <p:cNvPr id="2219" name="Google Shape;2219;p18"/>
          <p:cNvSpPr txBox="1"/>
          <p:nvPr>
            <p:ph idx="2" type="body"/>
          </p:nvPr>
        </p:nvSpPr>
        <p:spPr>
          <a:xfrm>
            <a:off x="801123" y="1732953"/>
            <a:ext cx="9351543" cy="15305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21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rPr lang="ko-KR"/>
              <a:t>주제를</a:t>
            </a:r>
            <a:br>
              <a:rPr lang="ko-KR"/>
            </a:br>
            <a:r>
              <a:rPr lang="ko-KR"/>
              <a:t>입력해주세요</a:t>
            </a:r>
            <a:endParaRPr/>
          </a:p>
        </p:txBody>
      </p:sp>
      <p:sp>
        <p:nvSpPr>
          <p:cNvPr id="2220" name="Google Shape;2220;p18"/>
          <p:cNvSpPr txBox="1"/>
          <p:nvPr>
            <p:ph idx="3" type="body"/>
          </p:nvPr>
        </p:nvSpPr>
        <p:spPr>
          <a:xfrm>
            <a:off x="795292" y="3491285"/>
            <a:ext cx="9351543" cy="11372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4857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ko-KR"/>
              <a:t>내용을 입력해주세요</a:t>
            </a:r>
            <a:br>
              <a:rPr lang="ko-KR"/>
            </a:br>
            <a:r>
              <a:rPr lang="ko-KR"/>
              <a:t>내용을 입력해주세요</a:t>
            </a:r>
            <a:br>
              <a:rPr lang="ko-KR"/>
            </a:br>
            <a:r>
              <a:rPr lang="ko-KR"/>
              <a:t>내용을 입력해주세요</a:t>
            </a:r>
            <a:endParaRPr/>
          </a:p>
        </p:txBody>
      </p:sp>
      <p:sp>
        <p:nvSpPr>
          <p:cNvPr id="2221" name="Google Shape;2221;p18"/>
          <p:cNvSpPr txBox="1"/>
          <p:nvPr>
            <p:ph idx="4" type="body"/>
          </p:nvPr>
        </p:nvSpPr>
        <p:spPr>
          <a:xfrm>
            <a:off x="795292" y="4895879"/>
            <a:ext cx="9351543" cy="3023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48333"/>
              </a:lnSpc>
              <a:spcBef>
                <a:spcPts val="0"/>
              </a:spcBef>
              <a:spcAft>
                <a:spcPts val="0"/>
              </a:spcAft>
              <a:buClr>
                <a:srgbClr val="BDBDBD"/>
              </a:buClr>
              <a:buSzPts val="1200"/>
              <a:buFont typeface="Arial"/>
              <a:buNone/>
            </a:pPr>
            <a:r>
              <a:rPr lang="ko-KR"/>
              <a:t>내용을 입력해주세요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5" name="Shape 2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6" name="Google Shape;2226;p19"/>
          <p:cNvSpPr txBox="1"/>
          <p:nvPr>
            <p:ph idx="1" type="body"/>
          </p:nvPr>
        </p:nvSpPr>
        <p:spPr>
          <a:xfrm>
            <a:off x="417525" y="182918"/>
            <a:ext cx="5335912" cy="2605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3B3B3"/>
              </a:buClr>
              <a:buSzPts val="1100"/>
              <a:buFont typeface="Arial"/>
              <a:buNone/>
            </a:pPr>
            <a:r>
              <a:rPr lang="ko-KR"/>
              <a:t>TITLE</a:t>
            </a:r>
            <a:endParaRPr/>
          </a:p>
        </p:txBody>
      </p:sp>
      <p:sp>
        <p:nvSpPr>
          <p:cNvPr id="2227" name="Google Shape;2227;p19"/>
          <p:cNvSpPr/>
          <p:nvPr>
            <p:ph idx="2" type="body"/>
          </p:nvPr>
        </p:nvSpPr>
        <p:spPr>
          <a:xfrm>
            <a:off x="512633" y="1627224"/>
            <a:ext cx="10029600" cy="88973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ko-KR"/>
              <a:t>내용을 입력해주세요</a:t>
            </a:r>
            <a:endParaRPr/>
          </a:p>
        </p:txBody>
      </p:sp>
      <p:sp>
        <p:nvSpPr>
          <p:cNvPr id="2228" name="Google Shape;2228;p19"/>
          <p:cNvSpPr/>
          <p:nvPr>
            <p:ph idx="3" type="body"/>
          </p:nvPr>
        </p:nvSpPr>
        <p:spPr>
          <a:xfrm>
            <a:off x="512633" y="2756496"/>
            <a:ext cx="10029600" cy="88973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ko-KR"/>
              <a:t>내용을 입력해주세요</a:t>
            </a:r>
            <a:endParaRPr/>
          </a:p>
        </p:txBody>
      </p:sp>
      <p:sp>
        <p:nvSpPr>
          <p:cNvPr id="2229" name="Google Shape;2229;p19"/>
          <p:cNvSpPr/>
          <p:nvPr>
            <p:ph idx="4" type="body"/>
          </p:nvPr>
        </p:nvSpPr>
        <p:spPr>
          <a:xfrm>
            <a:off x="512633" y="3885768"/>
            <a:ext cx="10029600" cy="88973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ko-KR"/>
              <a:t>내용을 입력해주세요</a:t>
            </a:r>
            <a:endParaRPr/>
          </a:p>
        </p:txBody>
      </p:sp>
      <p:sp>
        <p:nvSpPr>
          <p:cNvPr id="2230" name="Google Shape;2230;p19"/>
          <p:cNvSpPr/>
          <p:nvPr>
            <p:ph idx="5" type="body"/>
          </p:nvPr>
        </p:nvSpPr>
        <p:spPr>
          <a:xfrm>
            <a:off x="512633" y="5015038"/>
            <a:ext cx="10029600" cy="88973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ko-KR"/>
              <a:t>내용을 입력해주세요</a:t>
            </a:r>
            <a:endParaRPr/>
          </a:p>
        </p:txBody>
      </p:sp>
      <p:sp>
        <p:nvSpPr>
          <p:cNvPr id="2231" name="Google Shape;2231;p19"/>
          <p:cNvSpPr txBox="1"/>
          <p:nvPr>
            <p:ph idx="6" type="body"/>
          </p:nvPr>
        </p:nvSpPr>
        <p:spPr>
          <a:xfrm>
            <a:off x="417525" y="835144"/>
            <a:ext cx="5335912" cy="5003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ko-KR"/>
              <a:t>주제를 입력해주세요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5" name="Shape 2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6" name="Google Shape;2236;p20"/>
          <p:cNvSpPr txBox="1"/>
          <p:nvPr>
            <p:ph idx="1" type="body"/>
          </p:nvPr>
        </p:nvSpPr>
        <p:spPr>
          <a:xfrm>
            <a:off x="417525" y="182918"/>
            <a:ext cx="5335912" cy="2605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3B3B3"/>
              </a:buClr>
              <a:buSzPts val="1100"/>
              <a:buFont typeface="Arial"/>
              <a:buNone/>
            </a:pPr>
            <a:r>
              <a:rPr lang="ko-KR"/>
              <a:t>TITLE</a:t>
            </a:r>
            <a:endParaRPr/>
          </a:p>
        </p:txBody>
      </p:sp>
      <p:sp>
        <p:nvSpPr>
          <p:cNvPr id="2237" name="Google Shape;2237;p20"/>
          <p:cNvSpPr/>
          <p:nvPr>
            <p:ph idx="2" type="body"/>
          </p:nvPr>
        </p:nvSpPr>
        <p:spPr>
          <a:xfrm>
            <a:off x="512633" y="1639598"/>
            <a:ext cx="10029600" cy="6480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9334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ko-KR"/>
              <a:t>내용을 입력해주세요</a:t>
            </a:r>
            <a:endParaRPr/>
          </a:p>
        </p:txBody>
      </p:sp>
      <p:sp>
        <p:nvSpPr>
          <p:cNvPr id="2238" name="Google Shape;2238;p20"/>
          <p:cNvSpPr/>
          <p:nvPr>
            <p:ph idx="3" type="body"/>
          </p:nvPr>
        </p:nvSpPr>
        <p:spPr>
          <a:xfrm rot="-5400000">
            <a:off x="627171" y="1525060"/>
            <a:ext cx="648000" cy="877076"/>
          </a:xfrm>
          <a:prstGeom prst="round2SameRect">
            <a:avLst>
              <a:gd fmla="val 50000" name="adj1"/>
              <a:gd fmla="val 0" name="adj2"/>
            </a:avLst>
          </a:prstGeom>
          <a:solidFill>
            <a:srgbClr val="FFE6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39" name="Google Shape;2239;p20"/>
          <p:cNvSpPr txBox="1"/>
          <p:nvPr/>
        </p:nvSpPr>
        <p:spPr>
          <a:xfrm>
            <a:off x="607508" y="1734484"/>
            <a:ext cx="782180" cy="45820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9048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None/>
            </a:pPr>
            <a:r>
              <a:rPr b="1" i="0" lang="ko-KR" sz="2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1" i="0" sz="2800" u="none" cap="none" strike="noStrike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0" name="Google Shape;2240;p20"/>
          <p:cNvSpPr/>
          <p:nvPr>
            <p:ph idx="4" type="body"/>
          </p:nvPr>
        </p:nvSpPr>
        <p:spPr>
          <a:xfrm>
            <a:off x="512633" y="2541035"/>
            <a:ext cx="10029600" cy="6480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9334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ko-KR"/>
              <a:t>내용을 입력해주세요</a:t>
            </a:r>
            <a:endParaRPr/>
          </a:p>
        </p:txBody>
      </p:sp>
      <p:sp>
        <p:nvSpPr>
          <p:cNvPr id="2241" name="Google Shape;2241;p20"/>
          <p:cNvSpPr/>
          <p:nvPr>
            <p:ph idx="5" type="body"/>
          </p:nvPr>
        </p:nvSpPr>
        <p:spPr>
          <a:xfrm rot="-5400000">
            <a:off x="627172" y="2426497"/>
            <a:ext cx="648000" cy="877076"/>
          </a:xfrm>
          <a:prstGeom prst="round2SameRect">
            <a:avLst>
              <a:gd fmla="val 50000" name="adj1"/>
              <a:gd fmla="val 0" name="adj2"/>
            </a:avLst>
          </a:prstGeom>
          <a:solidFill>
            <a:srgbClr val="FFE6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42" name="Google Shape;2242;p20"/>
          <p:cNvSpPr txBox="1"/>
          <p:nvPr/>
        </p:nvSpPr>
        <p:spPr>
          <a:xfrm>
            <a:off x="607508" y="2635909"/>
            <a:ext cx="782180" cy="45820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9048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None/>
            </a:pPr>
            <a:r>
              <a:rPr b="1" i="0" lang="ko-KR" sz="2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1" i="0" sz="2800" u="none" cap="none" strike="noStrike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3" name="Google Shape;2243;p20"/>
          <p:cNvSpPr/>
          <p:nvPr>
            <p:ph idx="6" type="body"/>
          </p:nvPr>
        </p:nvSpPr>
        <p:spPr>
          <a:xfrm>
            <a:off x="512633" y="3442472"/>
            <a:ext cx="10029600" cy="6480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9334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ko-KR"/>
              <a:t>내용을 입력해주세요</a:t>
            </a:r>
            <a:endParaRPr/>
          </a:p>
        </p:txBody>
      </p:sp>
      <p:sp>
        <p:nvSpPr>
          <p:cNvPr id="2244" name="Google Shape;2244;p20"/>
          <p:cNvSpPr/>
          <p:nvPr>
            <p:ph idx="7" type="body"/>
          </p:nvPr>
        </p:nvSpPr>
        <p:spPr>
          <a:xfrm rot="-5400000">
            <a:off x="627172" y="3327934"/>
            <a:ext cx="648000" cy="877076"/>
          </a:xfrm>
          <a:prstGeom prst="round2SameRect">
            <a:avLst>
              <a:gd fmla="val 50000" name="adj1"/>
              <a:gd fmla="val 0" name="adj2"/>
            </a:avLst>
          </a:prstGeom>
          <a:solidFill>
            <a:srgbClr val="FFE6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45" name="Google Shape;2245;p20"/>
          <p:cNvSpPr txBox="1"/>
          <p:nvPr/>
        </p:nvSpPr>
        <p:spPr>
          <a:xfrm>
            <a:off x="607508" y="3537359"/>
            <a:ext cx="782180" cy="45820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9048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None/>
            </a:pPr>
            <a:r>
              <a:rPr b="1" i="0" lang="ko-KR" sz="2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1" i="0" sz="2800" u="none" cap="none" strike="noStrike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6" name="Google Shape;2246;p20"/>
          <p:cNvSpPr/>
          <p:nvPr>
            <p:ph idx="8" type="body"/>
          </p:nvPr>
        </p:nvSpPr>
        <p:spPr>
          <a:xfrm>
            <a:off x="512633" y="4343909"/>
            <a:ext cx="10029600" cy="6480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9334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ko-KR"/>
              <a:t>내용을 입력해주세요</a:t>
            </a:r>
            <a:endParaRPr/>
          </a:p>
        </p:txBody>
      </p:sp>
      <p:sp>
        <p:nvSpPr>
          <p:cNvPr id="2247" name="Google Shape;2247;p20"/>
          <p:cNvSpPr/>
          <p:nvPr>
            <p:ph idx="9" type="body"/>
          </p:nvPr>
        </p:nvSpPr>
        <p:spPr>
          <a:xfrm rot="-5400000">
            <a:off x="627171" y="4229371"/>
            <a:ext cx="648000" cy="877076"/>
          </a:xfrm>
          <a:prstGeom prst="round2SameRect">
            <a:avLst>
              <a:gd fmla="val 50000" name="adj1"/>
              <a:gd fmla="val 0" name="adj2"/>
            </a:avLst>
          </a:prstGeom>
          <a:solidFill>
            <a:srgbClr val="FFE6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48" name="Google Shape;2248;p20"/>
          <p:cNvSpPr txBox="1"/>
          <p:nvPr/>
        </p:nvSpPr>
        <p:spPr>
          <a:xfrm>
            <a:off x="607508" y="4438784"/>
            <a:ext cx="782180" cy="45820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9048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None/>
            </a:pPr>
            <a:r>
              <a:rPr b="1" i="0" lang="ko-KR" sz="2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1" i="0" sz="2800" u="none" cap="none" strike="noStrike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9" name="Google Shape;2249;p20"/>
          <p:cNvSpPr/>
          <p:nvPr>
            <p:ph idx="13" type="body"/>
          </p:nvPr>
        </p:nvSpPr>
        <p:spPr>
          <a:xfrm>
            <a:off x="512633" y="5245347"/>
            <a:ext cx="10029600" cy="6480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9334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ko-KR"/>
              <a:t>내용을 입력해주세요</a:t>
            </a:r>
            <a:endParaRPr/>
          </a:p>
        </p:txBody>
      </p:sp>
      <p:sp>
        <p:nvSpPr>
          <p:cNvPr id="2250" name="Google Shape;2250;p20"/>
          <p:cNvSpPr/>
          <p:nvPr>
            <p:ph idx="14" type="body"/>
          </p:nvPr>
        </p:nvSpPr>
        <p:spPr>
          <a:xfrm rot="-5400000">
            <a:off x="627171" y="5130809"/>
            <a:ext cx="648000" cy="877076"/>
          </a:xfrm>
          <a:prstGeom prst="round2SameRect">
            <a:avLst>
              <a:gd fmla="val 50000" name="adj1"/>
              <a:gd fmla="val 0" name="adj2"/>
            </a:avLst>
          </a:prstGeom>
          <a:solidFill>
            <a:srgbClr val="FFE6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51" name="Google Shape;2251;p20"/>
          <p:cNvSpPr txBox="1"/>
          <p:nvPr/>
        </p:nvSpPr>
        <p:spPr>
          <a:xfrm>
            <a:off x="607508" y="5340234"/>
            <a:ext cx="782180" cy="45820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9048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None/>
            </a:pPr>
            <a:r>
              <a:rPr b="1" i="0" lang="ko-KR" sz="2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 b="1" i="0" sz="2800" u="none" cap="none" strike="noStrike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2" name="Google Shape;2252;p20"/>
          <p:cNvSpPr txBox="1"/>
          <p:nvPr>
            <p:ph idx="15" type="body"/>
          </p:nvPr>
        </p:nvSpPr>
        <p:spPr>
          <a:xfrm>
            <a:off x="417525" y="835144"/>
            <a:ext cx="5335912" cy="5003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ko-KR"/>
              <a:t>주제를 입력해주세요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6" name="Shape 2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7" name="Google Shape;2257;p21"/>
          <p:cNvSpPr txBox="1"/>
          <p:nvPr>
            <p:ph idx="1" type="body"/>
          </p:nvPr>
        </p:nvSpPr>
        <p:spPr>
          <a:xfrm>
            <a:off x="417525" y="182918"/>
            <a:ext cx="5335912" cy="2605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3B3B3"/>
              </a:buClr>
              <a:buSzPts val="1100"/>
              <a:buFont typeface="Arial"/>
              <a:buNone/>
            </a:pPr>
            <a:r>
              <a:rPr lang="ko-KR"/>
              <a:t>TITLE</a:t>
            </a:r>
            <a:endParaRPr/>
          </a:p>
        </p:txBody>
      </p:sp>
      <p:sp>
        <p:nvSpPr>
          <p:cNvPr id="2258" name="Google Shape;2258;p21"/>
          <p:cNvSpPr/>
          <p:nvPr>
            <p:ph idx="2" type="body"/>
          </p:nvPr>
        </p:nvSpPr>
        <p:spPr>
          <a:xfrm>
            <a:off x="1664316" y="1639598"/>
            <a:ext cx="8881476" cy="6480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1333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</a:pPr>
            <a:r>
              <a:rPr lang="ko-KR"/>
              <a:t>내용을 입력해주세요</a:t>
            </a:r>
            <a:endParaRPr/>
          </a:p>
        </p:txBody>
      </p:sp>
      <p:sp>
        <p:nvSpPr>
          <p:cNvPr id="2259" name="Google Shape;2259;p21"/>
          <p:cNvSpPr/>
          <p:nvPr>
            <p:ph idx="3" type="body"/>
          </p:nvPr>
        </p:nvSpPr>
        <p:spPr>
          <a:xfrm>
            <a:off x="1664316" y="2541035"/>
            <a:ext cx="8881476" cy="6480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1333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</a:pPr>
            <a:r>
              <a:rPr lang="ko-KR"/>
              <a:t>내용을 입력해주세요</a:t>
            </a:r>
            <a:endParaRPr/>
          </a:p>
        </p:txBody>
      </p:sp>
      <p:sp>
        <p:nvSpPr>
          <p:cNvPr id="2260" name="Google Shape;2260;p21"/>
          <p:cNvSpPr/>
          <p:nvPr>
            <p:ph idx="4" type="body"/>
          </p:nvPr>
        </p:nvSpPr>
        <p:spPr>
          <a:xfrm>
            <a:off x="1664316" y="3442472"/>
            <a:ext cx="8881476" cy="6480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1333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</a:pPr>
            <a:r>
              <a:rPr lang="ko-KR"/>
              <a:t>내용을 입력해주세요</a:t>
            </a:r>
            <a:endParaRPr/>
          </a:p>
        </p:txBody>
      </p:sp>
      <p:sp>
        <p:nvSpPr>
          <p:cNvPr id="2261" name="Google Shape;2261;p21"/>
          <p:cNvSpPr/>
          <p:nvPr>
            <p:ph idx="5" type="body"/>
          </p:nvPr>
        </p:nvSpPr>
        <p:spPr>
          <a:xfrm>
            <a:off x="1664316" y="4343909"/>
            <a:ext cx="8881476" cy="6480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1333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</a:pPr>
            <a:r>
              <a:rPr lang="ko-KR"/>
              <a:t>내용을 입력해주세요</a:t>
            </a:r>
            <a:endParaRPr/>
          </a:p>
        </p:txBody>
      </p:sp>
      <p:sp>
        <p:nvSpPr>
          <p:cNvPr id="2262" name="Google Shape;2262;p21"/>
          <p:cNvSpPr/>
          <p:nvPr>
            <p:ph idx="6" type="body"/>
          </p:nvPr>
        </p:nvSpPr>
        <p:spPr>
          <a:xfrm>
            <a:off x="1664316" y="5245347"/>
            <a:ext cx="8881476" cy="6480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1333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</a:pPr>
            <a:r>
              <a:rPr lang="ko-KR"/>
              <a:t>내용을 입력해주세요</a:t>
            </a:r>
            <a:endParaRPr/>
          </a:p>
        </p:txBody>
      </p:sp>
      <p:sp>
        <p:nvSpPr>
          <p:cNvPr id="2263" name="Google Shape;2263;p21"/>
          <p:cNvSpPr txBox="1"/>
          <p:nvPr>
            <p:ph idx="7" type="body"/>
          </p:nvPr>
        </p:nvSpPr>
        <p:spPr>
          <a:xfrm>
            <a:off x="417525" y="835144"/>
            <a:ext cx="5335912" cy="5003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ko-KR"/>
              <a:t>주제를 입력해주세요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7" name="Shape 2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8" name="Google Shape;2268;p22"/>
          <p:cNvSpPr txBox="1"/>
          <p:nvPr>
            <p:ph idx="1" type="body"/>
          </p:nvPr>
        </p:nvSpPr>
        <p:spPr>
          <a:xfrm>
            <a:off x="417525" y="182918"/>
            <a:ext cx="5335912" cy="2605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3B3B3"/>
              </a:buClr>
              <a:buSzPts val="1100"/>
              <a:buFont typeface="Arial"/>
              <a:buNone/>
            </a:pPr>
            <a:r>
              <a:rPr lang="ko-KR"/>
              <a:t>TITLE</a:t>
            </a:r>
            <a:endParaRPr/>
          </a:p>
        </p:txBody>
      </p:sp>
      <p:sp>
        <p:nvSpPr>
          <p:cNvPr id="2269" name="Google Shape;2269;p22"/>
          <p:cNvSpPr txBox="1"/>
          <p:nvPr>
            <p:ph idx="2" type="body"/>
          </p:nvPr>
        </p:nvSpPr>
        <p:spPr>
          <a:xfrm>
            <a:off x="417525" y="1339477"/>
            <a:ext cx="8929454" cy="59928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421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Arial"/>
              <a:buNone/>
            </a:pPr>
            <a:r>
              <a:rPr lang="ko-KR"/>
              <a:t>주제를 입력해주세요</a:t>
            </a:r>
            <a:endParaRPr/>
          </a:p>
        </p:txBody>
      </p:sp>
      <p:sp>
        <p:nvSpPr>
          <p:cNvPr id="2270" name="Google Shape;2270;p22"/>
          <p:cNvSpPr txBox="1"/>
          <p:nvPr>
            <p:ph idx="3" type="body"/>
          </p:nvPr>
        </p:nvSpPr>
        <p:spPr>
          <a:xfrm>
            <a:off x="417525" y="1942150"/>
            <a:ext cx="8929454" cy="59928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421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800"/>
              <a:buFont typeface="Arial"/>
              <a:buNone/>
            </a:pPr>
            <a:r>
              <a:rPr lang="ko-KR"/>
              <a:t>주제를 입력해주세요</a:t>
            </a:r>
            <a:endParaRPr/>
          </a:p>
        </p:txBody>
      </p:sp>
      <p:sp>
        <p:nvSpPr>
          <p:cNvPr id="2271" name="Google Shape;2271;p22"/>
          <p:cNvSpPr txBox="1"/>
          <p:nvPr>
            <p:ph idx="4" type="body"/>
          </p:nvPr>
        </p:nvSpPr>
        <p:spPr>
          <a:xfrm>
            <a:off x="615190" y="3263122"/>
            <a:ext cx="4617637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21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rPr lang="ko-KR"/>
              <a:t>주제를 입력해주세요</a:t>
            </a:r>
            <a:endParaRPr/>
          </a:p>
        </p:txBody>
      </p:sp>
      <p:sp>
        <p:nvSpPr>
          <p:cNvPr id="2272" name="Google Shape;2272;p22"/>
          <p:cNvSpPr txBox="1"/>
          <p:nvPr>
            <p:ph idx="5" type="body"/>
          </p:nvPr>
        </p:nvSpPr>
        <p:spPr>
          <a:xfrm>
            <a:off x="615190" y="3962516"/>
            <a:ext cx="4617637" cy="11372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76213" lvl="0" marL="266700" rtl="0" algn="l">
              <a:lnSpc>
                <a:spcPct val="13428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ko-KR"/>
              <a:t>내용을 입력해주세요</a:t>
            </a:r>
            <a:br>
              <a:rPr lang="ko-KR"/>
            </a:br>
            <a:r>
              <a:rPr lang="ko-KR"/>
              <a:t>내용을 입력해주세요</a:t>
            </a:r>
            <a:endParaRPr/>
          </a:p>
          <a:p>
            <a:pPr indent="-176213" lvl="0" marL="266700" rtl="0" algn="l">
              <a:lnSpc>
                <a:spcPct val="134285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ko-KR"/>
              <a:t>내용을 입력해주세요</a:t>
            </a:r>
            <a:endParaRPr/>
          </a:p>
        </p:txBody>
      </p:sp>
      <p:sp>
        <p:nvSpPr>
          <p:cNvPr id="2273" name="Google Shape;2273;p22"/>
          <p:cNvSpPr txBox="1"/>
          <p:nvPr>
            <p:ph idx="6" type="body"/>
          </p:nvPr>
        </p:nvSpPr>
        <p:spPr>
          <a:xfrm>
            <a:off x="5755809" y="3263122"/>
            <a:ext cx="4617637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21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rPr lang="ko-KR"/>
              <a:t>주제를 입력해주세요</a:t>
            </a:r>
            <a:endParaRPr/>
          </a:p>
        </p:txBody>
      </p:sp>
      <p:sp>
        <p:nvSpPr>
          <p:cNvPr id="2274" name="Google Shape;2274;p22"/>
          <p:cNvSpPr txBox="1"/>
          <p:nvPr>
            <p:ph idx="7" type="body"/>
          </p:nvPr>
        </p:nvSpPr>
        <p:spPr>
          <a:xfrm>
            <a:off x="5755809" y="3962516"/>
            <a:ext cx="4617637" cy="11372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76213" lvl="0" marL="266700" rtl="0" algn="l">
              <a:lnSpc>
                <a:spcPct val="13428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ko-KR"/>
              <a:t>내용을 입력해주세요</a:t>
            </a:r>
            <a:br>
              <a:rPr lang="ko-KR"/>
            </a:br>
            <a:r>
              <a:rPr lang="ko-KR"/>
              <a:t>내용을 입력해주세요</a:t>
            </a:r>
            <a:endParaRPr/>
          </a:p>
          <a:p>
            <a:pPr indent="-176213" lvl="0" marL="266700" rtl="0" algn="l">
              <a:lnSpc>
                <a:spcPct val="134285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ko-KR"/>
              <a:t>내용을 입력해주세요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8" name="Shape 2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9" name="Google Shape;2279;p23"/>
          <p:cNvSpPr txBox="1"/>
          <p:nvPr>
            <p:ph idx="1" type="body"/>
          </p:nvPr>
        </p:nvSpPr>
        <p:spPr>
          <a:xfrm>
            <a:off x="417525" y="182918"/>
            <a:ext cx="5335912" cy="2605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3B3B3"/>
              </a:buClr>
              <a:buSzPts val="1100"/>
              <a:buFont typeface="Arial"/>
              <a:buNone/>
            </a:pPr>
            <a:r>
              <a:rPr lang="ko-KR"/>
              <a:t>TITLE</a:t>
            </a:r>
            <a:endParaRPr/>
          </a:p>
        </p:txBody>
      </p:sp>
      <p:sp>
        <p:nvSpPr>
          <p:cNvPr id="2280" name="Google Shape;2280;p23"/>
          <p:cNvSpPr txBox="1"/>
          <p:nvPr>
            <p:ph idx="2" type="body"/>
          </p:nvPr>
        </p:nvSpPr>
        <p:spPr>
          <a:xfrm>
            <a:off x="794475" y="1897013"/>
            <a:ext cx="723608" cy="4757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ko-KR"/>
              <a:t>주제</a:t>
            </a:r>
            <a:endParaRPr/>
          </a:p>
        </p:txBody>
      </p:sp>
      <p:sp>
        <p:nvSpPr>
          <p:cNvPr id="2281" name="Google Shape;2281;p23"/>
          <p:cNvSpPr txBox="1"/>
          <p:nvPr>
            <p:ph idx="3" type="body"/>
          </p:nvPr>
        </p:nvSpPr>
        <p:spPr>
          <a:xfrm>
            <a:off x="1546821" y="1974827"/>
            <a:ext cx="3614920" cy="3167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ko-KR"/>
              <a:t>내용을 입력해주세요</a:t>
            </a:r>
            <a:endParaRPr/>
          </a:p>
        </p:txBody>
      </p:sp>
      <p:sp>
        <p:nvSpPr>
          <p:cNvPr id="2282" name="Google Shape;2282;p23"/>
          <p:cNvSpPr txBox="1"/>
          <p:nvPr>
            <p:ph idx="4" type="body"/>
          </p:nvPr>
        </p:nvSpPr>
        <p:spPr>
          <a:xfrm>
            <a:off x="794475" y="2734411"/>
            <a:ext cx="723608" cy="4757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Arial"/>
              <a:buNone/>
            </a:pPr>
            <a:r>
              <a:rPr lang="ko-KR"/>
              <a:t>주제</a:t>
            </a:r>
            <a:endParaRPr/>
          </a:p>
        </p:txBody>
      </p:sp>
      <p:sp>
        <p:nvSpPr>
          <p:cNvPr id="2283" name="Google Shape;2283;p23"/>
          <p:cNvSpPr txBox="1"/>
          <p:nvPr>
            <p:ph idx="5" type="body"/>
          </p:nvPr>
        </p:nvSpPr>
        <p:spPr>
          <a:xfrm>
            <a:off x="1546821" y="2818817"/>
            <a:ext cx="3614920" cy="3167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ko-KR"/>
              <a:t>내용을 입력해주세요</a:t>
            </a:r>
            <a:endParaRPr/>
          </a:p>
        </p:txBody>
      </p:sp>
      <p:sp>
        <p:nvSpPr>
          <p:cNvPr id="2284" name="Google Shape;2284;p23"/>
          <p:cNvSpPr txBox="1"/>
          <p:nvPr>
            <p:ph idx="6" type="body"/>
          </p:nvPr>
        </p:nvSpPr>
        <p:spPr>
          <a:xfrm>
            <a:off x="794473" y="3198546"/>
            <a:ext cx="4367268" cy="3276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41428"/>
              </a:lnSpc>
              <a:spcBef>
                <a:spcPts val="0"/>
              </a:spcBef>
              <a:spcAft>
                <a:spcPts val="0"/>
              </a:spcAft>
              <a:buClr>
                <a:srgbClr val="5B5B5B"/>
              </a:buClr>
              <a:buSzPts val="1400"/>
              <a:buFont typeface="Arial"/>
              <a:buNone/>
            </a:pPr>
            <a:r>
              <a:rPr lang="ko-KR"/>
              <a:t>내용을 입력해주세요</a:t>
            </a:r>
            <a:endParaRPr/>
          </a:p>
        </p:txBody>
      </p:sp>
      <p:sp>
        <p:nvSpPr>
          <p:cNvPr id="2285" name="Google Shape;2285;p23"/>
          <p:cNvSpPr txBox="1"/>
          <p:nvPr>
            <p:ph idx="7" type="body"/>
          </p:nvPr>
        </p:nvSpPr>
        <p:spPr>
          <a:xfrm>
            <a:off x="794475" y="3758488"/>
            <a:ext cx="723608" cy="4757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Arial"/>
              <a:buNone/>
            </a:pPr>
            <a:r>
              <a:rPr lang="ko-KR"/>
              <a:t>주제</a:t>
            </a:r>
            <a:endParaRPr/>
          </a:p>
        </p:txBody>
      </p:sp>
      <p:sp>
        <p:nvSpPr>
          <p:cNvPr id="2286" name="Google Shape;2286;p23"/>
          <p:cNvSpPr txBox="1"/>
          <p:nvPr>
            <p:ph idx="8" type="body"/>
          </p:nvPr>
        </p:nvSpPr>
        <p:spPr>
          <a:xfrm>
            <a:off x="1546821" y="3842894"/>
            <a:ext cx="3614920" cy="3167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ko-KR"/>
              <a:t>내용을 입력해주세요</a:t>
            </a:r>
            <a:endParaRPr/>
          </a:p>
        </p:txBody>
      </p:sp>
      <p:sp>
        <p:nvSpPr>
          <p:cNvPr id="2287" name="Google Shape;2287;p23"/>
          <p:cNvSpPr txBox="1"/>
          <p:nvPr>
            <p:ph idx="9" type="body"/>
          </p:nvPr>
        </p:nvSpPr>
        <p:spPr>
          <a:xfrm>
            <a:off x="794473" y="4222623"/>
            <a:ext cx="4367268" cy="3276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41428"/>
              </a:lnSpc>
              <a:spcBef>
                <a:spcPts val="0"/>
              </a:spcBef>
              <a:spcAft>
                <a:spcPts val="0"/>
              </a:spcAft>
              <a:buClr>
                <a:srgbClr val="5B5B5B"/>
              </a:buClr>
              <a:buSzPts val="1400"/>
              <a:buFont typeface="Arial"/>
              <a:buNone/>
            </a:pPr>
            <a:r>
              <a:rPr lang="ko-KR"/>
              <a:t>내용을 입력해주세요</a:t>
            </a:r>
            <a:endParaRPr/>
          </a:p>
        </p:txBody>
      </p:sp>
      <p:sp>
        <p:nvSpPr>
          <p:cNvPr id="2288" name="Google Shape;2288;p23"/>
          <p:cNvSpPr txBox="1"/>
          <p:nvPr>
            <p:ph idx="13" type="body"/>
          </p:nvPr>
        </p:nvSpPr>
        <p:spPr>
          <a:xfrm>
            <a:off x="794475" y="4792983"/>
            <a:ext cx="723608" cy="4757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Arial"/>
              <a:buNone/>
            </a:pPr>
            <a:r>
              <a:rPr lang="ko-KR"/>
              <a:t>주제</a:t>
            </a:r>
            <a:endParaRPr/>
          </a:p>
        </p:txBody>
      </p:sp>
      <p:sp>
        <p:nvSpPr>
          <p:cNvPr id="2289" name="Google Shape;2289;p23"/>
          <p:cNvSpPr txBox="1"/>
          <p:nvPr>
            <p:ph idx="14" type="body"/>
          </p:nvPr>
        </p:nvSpPr>
        <p:spPr>
          <a:xfrm>
            <a:off x="1546821" y="4877389"/>
            <a:ext cx="3614920" cy="3167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ko-KR"/>
              <a:t>내용을 입력해주세요</a:t>
            </a:r>
            <a:endParaRPr/>
          </a:p>
        </p:txBody>
      </p:sp>
      <p:sp>
        <p:nvSpPr>
          <p:cNvPr id="2290" name="Google Shape;2290;p23"/>
          <p:cNvSpPr txBox="1"/>
          <p:nvPr>
            <p:ph idx="15" type="body"/>
          </p:nvPr>
        </p:nvSpPr>
        <p:spPr>
          <a:xfrm>
            <a:off x="794473" y="5389193"/>
            <a:ext cx="4367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41428"/>
              </a:lnSpc>
              <a:spcBef>
                <a:spcPts val="0"/>
              </a:spcBef>
              <a:spcAft>
                <a:spcPts val="0"/>
              </a:spcAft>
              <a:buClr>
                <a:srgbClr val="5B5B5B"/>
              </a:buClr>
              <a:buSzPts val="1400"/>
              <a:buFont typeface="Arial"/>
              <a:buNone/>
            </a:pPr>
            <a:r>
              <a:rPr lang="ko-KR"/>
              <a:t>내용을 입력해주세요</a:t>
            </a:r>
            <a:endParaRPr/>
          </a:p>
        </p:txBody>
      </p:sp>
      <p:sp>
        <p:nvSpPr>
          <p:cNvPr id="2291" name="Google Shape;2291;p23"/>
          <p:cNvSpPr txBox="1"/>
          <p:nvPr>
            <p:ph idx="16" type="body"/>
          </p:nvPr>
        </p:nvSpPr>
        <p:spPr>
          <a:xfrm>
            <a:off x="5934646" y="1897013"/>
            <a:ext cx="723608" cy="4757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ko-KR"/>
              <a:t>주제</a:t>
            </a:r>
            <a:endParaRPr/>
          </a:p>
        </p:txBody>
      </p:sp>
      <p:sp>
        <p:nvSpPr>
          <p:cNvPr id="2292" name="Google Shape;2292;p23"/>
          <p:cNvSpPr txBox="1"/>
          <p:nvPr>
            <p:ph idx="17" type="body"/>
          </p:nvPr>
        </p:nvSpPr>
        <p:spPr>
          <a:xfrm>
            <a:off x="6686992" y="1974827"/>
            <a:ext cx="3614920" cy="3167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ko-KR"/>
              <a:t>내용을 입력해주세요</a:t>
            </a:r>
            <a:endParaRPr/>
          </a:p>
        </p:txBody>
      </p:sp>
      <p:sp>
        <p:nvSpPr>
          <p:cNvPr id="2293" name="Google Shape;2293;p23"/>
          <p:cNvSpPr txBox="1"/>
          <p:nvPr>
            <p:ph idx="18" type="body"/>
          </p:nvPr>
        </p:nvSpPr>
        <p:spPr>
          <a:xfrm>
            <a:off x="5934646" y="2734411"/>
            <a:ext cx="723608" cy="4757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Arial"/>
              <a:buNone/>
            </a:pPr>
            <a:r>
              <a:rPr lang="ko-KR"/>
              <a:t>주제</a:t>
            </a:r>
            <a:endParaRPr/>
          </a:p>
        </p:txBody>
      </p:sp>
      <p:sp>
        <p:nvSpPr>
          <p:cNvPr id="2294" name="Google Shape;2294;p23"/>
          <p:cNvSpPr txBox="1"/>
          <p:nvPr>
            <p:ph idx="19" type="body"/>
          </p:nvPr>
        </p:nvSpPr>
        <p:spPr>
          <a:xfrm>
            <a:off x="6686992" y="2818817"/>
            <a:ext cx="3614920" cy="3167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ko-KR"/>
              <a:t>내용을 입력해주세요</a:t>
            </a:r>
            <a:endParaRPr/>
          </a:p>
        </p:txBody>
      </p:sp>
      <p:sp>
        <p:nvSpPr>
          <p:cNvPr id="2295" name="Google Shape;2295;p23"/>
          <p:cNvSpPr txBox="1"/>
          <p:nvPr>
            <p:ph idx="20" type="body"/>
          </p:nvPr>
        </p:nvSpPr>
        <p:spPr>
          <a:xfrm>
            <a:off x="5934644" y="3198546"/>
            <a:ext cx="4367268" cy="3276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41428"/>
              </a:lnSpc>
              <a:spcBef>
                <a:spcPts val="0"/>
              </a:spcBef>
              <a:spcAft>
                <a:spcPts val="0"/>
              </a:spcAft>
              <a:buClr>
                <a:srgbClr val="5B5B5B"/>
              </a:buClr>
              <a:buSzPts val="1400"/>
              <a:buFont typeface="Arial"/>
              <a:buNone/>
            </a:pPr>
            <a:r>
              <a:rPr lang="ko-KR"/>
              <a:t>내용을 입력해주세요</a:t>
            </a:r>
            <a:endParaRPr/>
          </a:p>
        </p:txBody>
      </p:sp>
      <p:sp>
        <p:nvSpPr>
          <p:cNvPr id="2296" name="Google Shape;2296;p23"/>
          <p:cNvSpPr txBox="1"/>
          <p:nvPr>
            <p:ph idx="21" type="body"/>
          </p:nvPr>
        </p:nvSpPr>
        <p:spPr>
          <a:xfrm>
            <a:off x="5934646" y="3758488"/>
            <a:ext cx="723608" cy="4757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Arial"/>
              <a:buNone/>
            </a:pPr>
            <a:r>
              <a:rPr lang="ko-KR"/>
              <a:t>주제</a:t>
            </a:r>
            <a:endParaRPr/>
          </a:p>
        </p:txBody>
      </p:sp>
      <p:sp>
        <p:nvSpPr>
          <p:cNvPr id="2297" name="Google Shape;2297;p23"/>
          <p:cNvSpPr txBox="1"/>
          <p:nvPr>
            <p:ph idx="22" type="body"/>
          </p:nvPr>
        </p:nvSpPr>
        <p:spPr>
          <a:xfrm>
            <a:off x="6686992" y="3842894"/>
            <a:ext cx="3614920" cy="3167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ko-KR"/>
              <a:t>내용을 입력해주세요</a:t>
            </a:r>
            <a:endParaRPr/>
          </a:p>
        </p:txBody>
      </p:sp>
      <p:sp>
        <p:nvSpPr>
          <p:cNvPr id="2298" name="Google Shape;2298;p23"/>
          <p:cNvSpPr txBox="1"/>
          <p:nvPr>
            <p:ph idx="23" type="body"/>
          </p:nvPr>
        </p:nvSpPr>
        <p:spPr>
          <a:xfrm>
            <a:off x="5934644" y="4222623"/>
            <a:ext cx="4367268" cy="3276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41428"/>
              </a:lnSpc>
              <a:spcBef>
                <a:spcPts val="0"/>
              </a:spcBef>
              <a:spcAft>
                <a:spcPts val="0"/>
              </a:spcAft>
              <a:buClr>
                <a:srgbClr val="5B5B5B"/>
              </a:buClr>
              <a:buSzPts val="1400"/>
              <a:buFont typeface="Arial"/>
              <a:buNone/>
            </a:pPr>
            <a:r>
              <a:rPr lang="ko-KR"/>
              <a:t>내용을 입력해주세요</a:t>
            </a:r>
            <a:endParaRPr/>
          </a:p>
        </p:txBody>
      </p:sp>
      <p:sp>
        <p:nvSpPr>
          <p:cNvPr id="2299" name="Google Shape;2299;p23"/>
          <p:cNvSpPr txBox="1"/>
          <p:nvPr>
            <p:ph idx="24" type="body"/>
          </p:nvPr>
        </p:nvSpPr>
        <p:spPr>
          <a:xfrm>
            <a:off x="5934646" y="4792983"/>
            <a:ext cx="723608" cy="4757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Arial"/>
              <a:buNone/>
            </a:pPr>
            <a:r>
              <a:rPr lang="ko-KR"/>
              <a:t>주제</a:t>
            </a:r>
            <a:endParaRPr/>
          </a:p>
        </p:txBody>
      </p:sp>
      <p:sp>
        <p:nvSpPr>
          <p:cNvPr id="2300" name="Google Shape;2300;p23"/>
          <p:cNvSpPr txBox="1"/>
          <p:nvPr>
            <p:ph idx="25" type="body"/>
          </p:nvPr>
        </p:nvSpPr>
        <p:spPr>
          <a:xfrm>
            <a:off x="6686992" y="4877389"/>
            <a:ext cx="3614920" cy="3167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ko-KR"/>
              <a:t>내용을 입력해주세요</a:t>
            </a:r>
            <a:endParaRPr/>
          </a:p>
        </p:txBody>
      </p:sp>
      <p:sp>
        <p:nvSpPr>
          <p:cNvPr id="2301" name="Google Shape;2301;p23"/>
          <p:cNvSpPr txBox="1"/>
          <p:nvPr>
            <p:ph idx="26" type="body"/>
          </p:nvPr>
        </p:nvSpPr>
        <p:spPr>
          <a:xfrm>
            <a:off x="5934644" y="5257118"/>
            <a:ext cx="4367268" cy="3276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41428"/>
              </a:lnSpc>
              <a:spcBef>
                <a:spcPts val="0"/>
              </a:spcBef>
              <a:spcAft>
                <a:spcPts val="0"/>
              </a:spcAft>
              <a:buClr>
                <a:srgbClr val="5B5B5B"/>
              </a:buClr>
              <a:buSzPts val="1400"/>
              <a:buFont typeface="Arial"/>
              <a:buNone/>
            </a:pPr>
            <a:r>
              <a:rPr lang="ko-KR"/>
              <a:t>내용을 입력해주세요</a:t>
            </a:r>
            <a:endParaRPr/>
          </a:p>
        </p:txBody>
      </p:sp>
      <p:sp>
        <p:nvSpPr>
          <p:cNvPr id="2302" name="Google Shape;2302;p23"/>
          <p:cNvSpPr txBox="1"/>
          <p:nvPr>
            <p:ph idx="27" type="body"/>
          </p:nvPr>
        </p:nvSpPr>
        <p:spPr>
          <a:xfrm>
            <a:off x="417525" y="835144"/>
            <a:ext cx="5335912" cy="5003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ko-KR"/>
              <a:t>주제를 입력해주세요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6" name="Shape 2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7" name="Google Shape;2307;p24"/>
          <p:cNvSpPr txBox="1"/>
          <p:nvPr>
            <p:ph idx="1" type="body"/>
          </p:nvPr>
        </p:nvSpPr>
        <p:spPr>
          <a:xfrm>
            <a:off x="417525" y="182918"/>
            <a:ext cx="5335912" cy="2605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3B3B3"/>
              </a:buClr>
              <a:buSzPts val="1100"/>
              <a:buFont typeface="Arial"/>
              <a:buNone/>
            </a:pPr>
            <a:r>
              <a:rPr lang="ko-KR"/>
              <a:t>TITLE</a:t>
            </a:r>
            <a:endParaRPr/>
          </a:p>
        </p:txBody>
      </p:sp>
      <p:sp>
        <p:nvSpPr>
          <p:cNvPr id="2308" name="Google Shape;2308;p24"/>
          <p:cNvSpPr txBox="1"/>
          <p:nvPr>
            <p:ph idx="2" type="body"/>
          </p:nvPr>
        </p:nvSpPr>
        <p:spPr>
          <a:xfrm>
            <a:off x="740684" y="3145110"/>
            <a:ext cx="3499620" cy="4757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42727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Arial"/>
              <a:buNone/>
            </a:pPr>
            <a:r>
              <a:rPr lang="ko-KR"/>
              <a:t>주제를 입력해주세요</a:t>
            </a:r>
            <a:endParaRPr/>
          </a:p>
        </p:txBody>
      </p:sp>
      <p:sp>
        <p:nvSpPr>
          <p:cNvPr id="2309" name="Google Shape;2309;p24"/>
          <p:cNvSpPr txBox="1"/>
          <p:nvPr>
            <p:ph idx="3" type="body"/>
          </p:nvPr>
        </p:nvSpPr>
        <p:spPr>
          <a:xfrm>
            <a:off x="740684" y="3656704"/>
            <a:ext cx="3499620" cy="10676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3363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ko-KR"/>
              <a:t>내용을 입력해주세요</a:t>
            </a:r>
            <a:br>
              <a:rPr lang="ko-KR"/>
            </a:br>
            <a:r>
              <a:rPr lang="ko-KR"/>
              <a:t>내용을 입력해주세요</a:t>
            </a:r>
            <a:endParaRPr/>
          </a:p>
        </p:txBody>
      </p:sp>
      <p:sp>
        <p:nvSpPr>
          <p:cNvPr id="2310" name="Google Shape;2310;p24"/>
          <p:cNvSpPr txBox="1"/>
          <p:nvPr>
            <p:ph idx="4" type="body"/>
          </p:nvPr>
        </p:nvSpPr>
        <p:spPr>
          <a:xfrm>
            <a:off x="6820809" y="3145110"/>
            <a:ext cx="3499620" cy="4757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42727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Arial"/>
              <a:buNone/>
            </a:pPr>
            <a:r>
              <a:rPr lang="ko-KR"/>
              <a:t>주제를 입력해주세요</a:t>
            </a:r>
            <a:endParaRPr/>
          </a:p>
        </p:txBody>
      </p:sp>
      <p:sp>
        <p:nvSpPr>
          <p:cNvPr id="2311" name="Google Shape;2311;p24"/>
          <p:cNvSpPr txBox="1"/>
          <p:nvPr>
            <p:ph idx="5" type="body"/>
          </p:nvPr>
        </p:nvSpPr>
        <p:spPr>
          <a:xfrm>
            <a:off x="6820809" y="3656704"/>
            <a:ext cx="3499620" cy="10676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3363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ko-KR"/>
              <a:t>내용을 입력해주세요</a:t>
            </a:r>
            <a:br>
              <a:rPr lang="ko-KR"/>
            </a:br>
            <a:r>
              <a:rPr lang="ko-KR"/>
              <a:t>내용을 입력해주세요</a:t>
            </a:r>
            <a:endParaRPr/>
          </a:p>
        </p:txBody>
      </p:sp>
      <p:sp>
        <p:nvSpPr>
          <p:cNvPr id="2312" name="Google Shape;2312;p24"/>
          <p:cNvSpPr txBox="1"/>
          <p:nvPr>
            <p:ph idx="6" type="body"/>
          </p:nvPr>
        </p:nvSpPr>
        <p:spPr>
          <a:xfrm>
            <a:off x="4630794" y="3843479"/>
            <a:ext cx="1795858" cy="4757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42727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Arial"/>
              <a:buNone/>
            </a:pPr>
            <a:r>
              <a:rPr lang="ko-KR"/>
              <a:t>주제</a:t>
            </a:r>
            <a:endParaRPr/>
          </a:p>
        </p:txBody>
      </p:sp>
      <p:sp>
        <p:nvSpPr>
          <p:cNvPr id="2313" name="Google Shape;2313;p24"/>
          <p:cNvSpPr txBox="1"/>
          <p:nvPr>
            <p:ph idx="7" type="body"/>
          </p:nvPr>
        </p:nvSpPr>
        <p:spPr>
          <a:xfrm>
            <a:off x="417525" y="835144"/>
            <a:ext cx="5335912" cy="5003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ko-KR"/>
              <a:t>주제를 입력해주세요</a:t>
            </a:r>
            <a:endParaRPr/>
          </a:p>
        </p:txBody>
      </p:sp>
      <p:grpSp>
        <p:nvGrpSpPr>
          <p:cNvPr id="2314" name="Google Shape;2314;p24"/>
          <p:cNvGrpSpPr/>
          <p:nvPr/>
        </p:nvGrpSpPr>
        <p:grpSpPr>
          <a:xfrm>
            <a:off x="5187013" y="3248319"/>
            <a:ext cx="640046" cy="526382"/>
            <a:chOff x="8666228" y="1699960"/>
            <a:chExt cx="566424" cy="465834"/>
          </a:xfrm>
        </p:grpSpPr>
        <p:sp>
          <p:nvSpPr>
            <p:cNvPr id="2315" name="Google Shape;2315;p24"/>
            <p:cNvSpPr/>
            <p:nvPr/>
          </p:nvSpPr>
          <p:spPr>
            <a:xfrm>
              <a:off x="8666228" y="1812985"/>
              <a:ext cx="64097" cy="157041"/>
            </a:xfrm>
            <a:custGeom>
              <a:rect b="b" l="l" r="r" t="t"/>
              <a:pathLst>
                <a:path extrusionOk="0" h="157041" w="64097">
                  <a:moveTo>
                    <a:pt x="62378" y="6520"/>
                  </a:moveTo>
                  <a:cubicBezTo>
                    <a:pt x="58832" y="292"/>
                    <a:pt x="50966" y="-1848"/>
                    <a:pt x="44809" y="1739"/>
                  </a:cubicBezTo>
                  <a:cubicBezTo>
                    <a:pt x="18177" y="17252"/>
                    <a:pt x="0" y="45687"/>
                    <a:pt x="0" y="78521"/>
                  </a:cubicBezTo>
                  <a:cubicBezTo>
                    <a:pt x="0" y="111354"/>
                    <a:pt x="18177" y="139789"/>
                    <a:pt x="44809" y="155303"/>
                  </a:cubicBezTo>
                  <a:cubicBezTo>
                    <a:pt x="50966" y="158889"/>
                    <a:pt x="58832" y="156749"/>
                    <a:pt x="62378" y="150522"/>
                  </a:cubicBezTo>
                  <a:cubicBezTo>
                    <a:pt x="65924" y="144295"/>
                    <a:pt x="63808" y="136340"/>
                    <a:pt x="57651" y="132753"/>
                  </a:cubicBezTo>
                  <a:cubicBezTo>
                    <a:pt x="38296" y="121478"/>
                    <a:pt x="25730" y="101261"/>
                    <a:pt x="25730" y="78521"/>
                  </a:cubicBezTo>
                  <a:cubicBezTo>
                    <a:pt x="25730" y="55780"/>
                    <a:pt x="38296" y="35563"/>
                    <a:pt x="57651" y="24289"/>
                  </a:cubicBezTo>
                  <a:cubicBezTo>
                    <a:pt x="63808" y="20702"/>
                    <a:pt x="65924" y="12746"/>
                    <a:pt x="62378" y="6520"/>
                  </a:cubicBezTo>
                  <a:close/>
                </a:path>
              </a:pathLst>
            </a:custGeom>
            <a:solidFill>
              <a:srgbClr val="FC1C4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16" name="Google Shape;2316;p24"/>
            <p:cNvSpPr/>
            <p:nvPr/>
          </p:nvSpPr>
          <p:spPr>
            <a:xfrm>
              <a:off x="9032973" y="1922262"/>
              <a:ext cx="115510" cy="243532"/>
            </a:xfrm>
            <a:custGeom>
              <a:rect b="b" l="l" r="r" t="t"/>
              <a:pathLst>
                <a:path extrusionOk="0" h="243532" w="115510">
                  <a:moveTo>
                    <a:pt x="115510" y="4683"/>
                  </a:moveTo>
                  <a:cubicBezTo>
                    <a:pt x="115510" y="2097"/>
                    <a:pt x="113437" y="0"/>
                    <a:pt x="110880" y="0"/>
                  </a:cubicBezTo>
                  <a:lnTo>
                    <a:pt x="4630" y="0"/>
                  </a:lnTo>
                  <a:cubicBezTo>
                    <a:pt x="2073" y="0"/>
                    <a:pt x="0" y="2097"/>
                    <a:pt x="0" y="4683"/>
                  </a:cubicBezTo>
                  <a:lnTo>
                    <a:pt x="0" y="185121"/>
                  </a:lnTo>
                  <a:cubicBezTo>
                    <a:pt x="0" y="217381"/>
                    <a:pt x="25858" y="243533"/>
                    <a:pt x="57755" y="243533"/>
                  </a:cubicBezTo>
                </a:path>
              </a:pathLst>
            </a:custGeom>
            <a:solidFill>
              <a:srgbClr val="FC1C4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17" name="Google Shape;2317;p24"/>
            <p:cNvSpPr/>
            <p:nvPr/>
          </p:nvSpPr>
          <p:spPr>
            <a:xfrm>
              <a:off x="9032973" y="1922262"/>
              <a:ext cx="115510" cy="243532"/>
            </a:xfrm>
            <a:custGeom>
              <a:rect b="b" l="l" r="r" t="t"/>
              <a:pathLst>
                <a:path extrusionOk="0" h="243532" w="115510">
                  <a:moveTo>
                    <a:pt x="89780" y="26023"/>
                  </a:moveTo>
                  <a:lnTo>
                    <a:pt x="89780" y="185121"/>
                  </a:lnTo>
                  <a:cubicBezTo>
                    <a:pt x="89780" y="203009"/>
                    <a:pt x="75442" y="217510"/>
                    <a:pt x="57755" y="217510"/>
                  </a:cubicBezTo>
                  <a:cubicBezTo>
                    <a:pt x="40068" y="217510"/>
                    <a:pt x="25730" y="203009"/>
                    <a:pt x="25730" y="185121"/>
                  </a:cubicBezTo>
                  <a:lnTo>
                    <a:pt x="25730" y="26023"/>
                  </a:lnTo>
                  <a:lnTo>
                    <a:pt x="89780" y="26023"/>
                  </a:lnTo>
                  <a:close/>
                  <a:moveTo>
                    <a:pt x="110880" y="0"/>
                  </a:moveTo>
                  <a:cubicBezTo>
                    <a:pt x="113437" y="0"/>
                    <a:pt x="115510" y="2097"/>
                    <a:pt x="115510" y="4683"/>
                  </a:cubicBezTo>
                  <a:lnTo>
                    <a:pt x="115510" y="185121"/>
                  </a:lnTo>
                  <a:cubicBezTo>
                    <a:pt x="115510" y="217381"/>
                    <a:pt x="89652" y="243533"/>
                    <a:pt x="57755" y="243533"/>
                  </a:cubicBezTo>
                  <a:cubicBezTo>
                    <a:pt x="25858" y="243533"/>
                    <a:pt x="0" y="217381"/>
                    <a:pt x="0" y="185121"/>
                  </a:cubicBezTo>
                  <a:lnTo>
                    <a:pt x="0" y="4683"/>
                  </a:lnTo>
                  <a:cubicBezTo>
                    <a:pt x="0" y="2097"/>
                    <a:pt x="2073" y="0"/>
                    <a:pt x="4630" y="0"/>
                  </a:cubicBezTo>
                  <a:lnTo>
                    <a:pt x="110880" y="0"/>
                  </a:lnTo>
                  <a:close/>
                </a:path>
              </a:pathLst>
            </a:custGeom>
            <a:solidFill>
              <a:srgbClr val="FC1C4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18" name="Google Shape;2318;p24"/>
            <p:cNvSpPr/>
            <p:nvPr/>
          </p:nvSpPr>
          <p:spPr>
            <a:xfrm>
              <a:off x="8746023" y="1699960"/>
              <a:ext cx="317058" cy="383377"/>
            </a:xfrm>
            <a:custGeom>
              <a:rect b="b" l="l" r="r" t="t"/>
              <a:pathLst>
                <a:path extrusionOk="0" h="383377" w="317058">
                  <a:moveTo>
                    <a:pt x="317058" y="92494"/>
                  </a:moveTo>
                  <a:cubicBezTo>
                    <a:pt x="317058" y="77390"/>
                    <a:pt x="306779" y="64273"/>
                    <a:pt x="292239" y="60824"/>
                  </a:cubicBezTo>
                  <a:lnTo>
                    <a:pt x="39507" y="874"/>
                  </a:lnTo>
                  <a:cubicBezTo>
                    <a:pt x="19324" y="-3914"/>
                    <a:pt x="0" y="11576"/>
                    <a:pt x="0" y="32543"/>
                  </a:cubicBezTo>
                  <a:lnTo>
                    <a:pt x="0" y="350835"/>
                  </a:lnTo>
                  <a:cubicBezTo>
                    <a:pt x="0" y="371801"/>
                    <a:pt x="19324" y="387292"/>
                    <a:pt x="39507" y="382504"/>
                  </a:cubicBezTo>
                  <a:lnTo>
                    <a:pt x="292239" y="322554"/>
                  </a:lnTo>
                  <a:cubicBezTo>
                    <a:pt x="306779" y="319104"/>
                    <a:pt x="317058" y="305988"/>
                    <a:pt x="317058" y="290885"/>
                  </a:cubicBezTo>
                  <a:lnTo>
                    <a:pt x="317058" y="9249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19" name="Google Shape;2319;p24"/>
            <p:cNvSpPr/>
            <p:nvPr/>
          </p:nvSpPr>
          <p:spPr>
            <a:xfrm>
              <a:off x="8746023" y="1699960"/>
              <a:ext cx="317058" cy="383377"/>
            </a:xfrm>
            <a:custGeom>
              <a:rect b="b" l="l" r="r" t="t"/>
              <a:pathLst>
                <a:path extrusionOk="0" h="383377" w="317058">
                  <a:moveTo>
                    <a:pt x="33632" y="26209"/>
                  </a:moveTo>
                  <a:lnTo>
                    <a:pt x="286364" y="86160"/>
                  </a:lnTo>
                  <a:cubicBezTo>
                    <a:pt x="289272" y="86849"/>
                    <a:pt x="291328" y="89473"/>
                    <a:pt x="291328" y="92494"/>
                  </a:cubicBezTo>
                  <a:lnTo>
                    <a:pt x="291328" y="290885"/>
                  </a:lnTo>
                  <a:cubicBezTo>
                    <a:pt x="291328" y="293905"/>
                    <a:pt x="289272" y="296528"/>
                    <a:pt x="286364" y="297219"/>
                  </a:cubicBezTo>
                  <a:lnTo>
                    <a:pt x="33632" y="357169"/>
                  </a:lnTo>
                  <a:cubicBezTo>
                    <a:pt x="29595" y="358126"/>
                    <a:pt x="25730" y="355028"/>
                    <a:pt x="25730" y="350835"/>
                  </a:cubicBezTo>
                  <a:lnTo>
                    <a:pt x="25730" y="32543"/>
                  </a:lnTo>
                  <a:cubicBezTo>
                    <a:pt x="25730" y="28350"/>
                    <a:pt x="29595" y="25252"/>
                    <a:pt x="33632" y="26209"/>
                  </a:cubicBezTo>
                  <a:close/>
                  <a:moveTo>
                    <a:pt x="292239" y="60824"/>
                  </a:moveTo>
                  <a:cubicBezTo>
                    <a:pt x="306779" y="64273"/>
                    <a:pt x="317058" y="77390"/>
                    <a:pt x="317058" y="92494"/>
                  </a:cubicBezTo>
                  <a:lnTo>
                    <a:pt x="317058" y="290885"/>
                  </a:lnTo>
                  <a:cubicBezTo>
                    <a:pt x="317058" y="305988"/>
                    <a:pt x="306779" y="319104"/>
                    <a:pt x="292239" y="322554"/>
                  </a:cubicBezTo>
                  <a:lnTo>
                    <a:pt x="39507" y="382504"/>
                  </a:lnTo>
                  <a:cubicBezTo>
                    <a:pt x="19324" y="387292"/>
                    <a:pt x="0" y="371801"/>
                    <a:pt x="0" y="350835"/>
                  </a:cubicBezTo>
                  <a:lnTo>
                    <a:pt x="0" y="32543"/>
                  </a:lnTo>
                  <a:cubicBezTo>
                    <a:pt x="0" y="11576"/>
                    <a:pt x="19324" y="-3914"/>
                    <a:pt x="39507" y="874"/>
                  </a:cubicBezTo>
                  <a:lnTo>
                    <a:pt x="292239" y="60824"/>
                  </a:lnTo>
                  <a:close/>
                </a:path>
              </a:pathLst>
            </a:custGeom>
            <a:solidFill>
              <a:srgbClr val="FC1C4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20" name="Google Shape;2320;p24"/>
            <p:cNvSpPr/>
            <p:nvPr/>
          </p:nvSpPr>
          <p:spPr>
            <a:xfrm>
              <a:off x="9032972" y="1759697"/>
              <a:ext cx="199680" cy="263609"/>
            </a:xfrm>
            <a:custGeom>
              <a:rect b="b" l="l" r="r" t="t"/>
              <a:pathLst>
                <a:path extrusionOk="0" h="263609" w="199680">
                  <a:moveTo>
                    <a:pt x="72667" y="263568"/>
                  </a:moveTo>
                  <a:cubicBezTo>
                    <a:pt x="71569" y="263596"/>
                    <a:pt x="70465" y="263610"/>
                    <a:pt x="69357" y="263610"/>
                  </a:cubicBezTo>
                  <a:lnTo>
                    <a:pt x="0" y="263610"/>
                  </a:lnTo>
                  <a:lnTo>
                    <a:pt x="0" y="0"/>
                  </a:lnTo>
                  <a:lnTo>
                    <a:pt x="69357" y="0"/>
                  </a:lnTo>
                  <a:cubicBezTo>
                    <a:pt x="140280" y="0"/>
                    <a:pt x="197970" y="57296"/>
                    <a:pt x="199644" y="128618"/>
                  </a:cubicBezTo>
                  <a:cubicBezTo>
                    <a:pt x="199668" y="129678"/>
                    <a:pt x="199681" y="130740"/>
                    <a:pt x="199681" y="131805"/>
                  </a:cubicBezTo>
                  <a:cubicBezTo>
                    <a:pt x="199681" y="203480"/>
                    <a:pt x="143113" y="261792"/>
                    <a:pt x="72667" y="263568"/>
                  </a:cubicBezTo>
                  <a:close/>
                </a:path>
              </a:pathLst>
            </a:custGeom>
            <a:solidFill>
              <a:srgbClr val="FC1C4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4" name="Shape 2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5" name="Google Shape;2325;p25"/>
          <p:cNvSpPr txBox="1"/>
          <p:nvPr>
            <p:ph idx="1" type="body"/>
          </p:nvPr>
        </p:nvSpPr>
        <p:spPr>
          <a:xfrm>
            <a:off x="417525" y="182918"/>
            <a:ext cx="5335912" cy="2605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3B3B3"/>
              </a:buClr>
              <a:buSzPts val="1100"/>
              <a:buFont typeface="Arial"/>
              <a:buNone/>
            </a:pPr>
            <a:r>
              <a:rPr lang="ko-KR"/>
              <a:t>TITLE</a:t>
            </a:r>
            <a:endParaRPr/>
          </a:p>
        </p:txBody>
      </p:sp>
      <p:sp>
        <p:nvSpPr>
          <p:cNvPr id="2326" name="Google Shape;2326;p25"/>
          <p:cNvSpPr txBox="1"/>
          <p:nvPr>
            <p:ph idx="2" type="body"/>
          </p:nvPr>
        </p:nvSpPr>
        <p:spPr>
          <a:xfrm>
            <a:off x="610890" y="3430483"/>
            <a:ext cx="2957064" cy="6065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4857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ko-KR"/>
              <a:t>내용을 입력해주세요</a:t>
            </a:r>
            <a:br>
              <a:rPr lang="ko-KR"/>
            </a:br>
            <a:r>
              <a:rPr lang="ko-KR"/>
              <a:t>내용을 입력해주세요</a:t>
            </a:r>
            <a:endParaRPr/>
          </a:p>
        </p:txBody>
      </p:sp>
      <p:sp>
        <p:nvSpPr>
          <p:cNvPr id="2327" name="Google Shape;2327;p25"/>
          <p:cNvSpPr txBox="1"/>
          <p:nvPr>
            <p:ph idx="3" type="body"/>
          </p:nvPr>
        </p:nvSpPr>
        <p:spPr>
          <a:xfrm>
            <a:off x="610890" y="2611940"/>
            <a:ext cx="2957064" cy="69277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rPr lang="ko-KR"/>
              <a:t>주제</a:t>
            </a:r>
            <a:endParaRPr/>
          </a:p>
        </p:txBody>
      </p:sp>
      <p:sp>
        <p:nvSpPr>
          <p:cNvPr id="2328" name="Google Shape;2328;p25"/>
          <p:cNvSpPr txBox="1"/>
          <p:nvPr>
            <p:ph idx="4" type="body"/>
          </p:nvPr>
        </p:nvSpPr>
        <p:spPr>
          <a:xfrm>
            <a:off x="610890" y="2205315"/>
            <a:ext cx="2957064" cy="2864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Arial"/>
              <a:buNone/>
            </a:pPr>
            <a:r>
              <a:rPr lang="ko-KR"/>
              <a:t>01</a:t>
            </a:r>
            <a:endParaRPr/>
          </a:p>
        </p:txBody>
      </p:sp>
      <p:sp>
        <p:nvSpPr>
          <p:cNvPr id="2329" name="Google Shape;2329;p25"/>
          <p:cNvSpPr txBox="1"/>
          <p:nvPr>
            <p:ph idx="5" type="body"/>
          </p:nvPr>
        </p:nvSpPr>
        <p:spPr>
          <a:xfrm>
            <a:off x="610890" y="4506245"/>
            <a:ext cx="2957064" cy="104905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6769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</a:pPr>
            <a:r>
              <a:rPr lang="ko-KR"/>
              <a:t>내용을 입력해주세요</a:t>
            </a:r>
            <a:br>
              <a:rPr lang="ko-KR"/>
            </a:br>
            <a:r>
              <a:rPr lang="ko-KR"/>
              <a:t>내용을 입력해주세요</a:t>
            </a:r>
            <a:endParaRPr/>
          </a:p>
        </p:txBody>
      </p:sp>
      <p:sp>
        <p:nvSpPr>
          <p:cNvPr id="2330" name="Google Shape;2330;p25"/>
          <p:cNvSpPr txBox="1"/>
          <p:nvPr>
            <p:ph idx="6" type="body"/>
          </p:nvPr>
        </p:nvSpPr>
        <p:spPr>
          <a:xfrm>
            <a:off x="4035406" y="2611940"/>
            <a:ext cx="2957063" cy="69277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rPr lang="ko-KR"/>
              <a:t>주제</a:t>
            </a:r>
            <a:endParaRPr/>
          </a:p>
        </p:txBody>
      </p:sp>
      <p:sp>
        <p:nvSpPr>
          <p:cNvPr id="2331" name="Google Shape;2331;p25"/>
          <p:cNvSpPr txBox="1"/>
          <p:nvPr>
            <p:ph idx="7" type="body"/>
          </p:nvPr>
        </p:nvSpPr>
        <p:spPr>
          <a:xfrm>
            <a:off x="4035406" y="2205315"/>
            <a:ext cx="2957063" cy="2864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Arial"/>
              <a:buNone/>
            </a:pPr>
            <a:r>
              <a:rPr lang="ko-KR"/>
              <a:t>02</a:t>
            </a:r>
            <a:endParaRPr/>
          </a:p>
        </p:txBody>
      </p:sp>
      <p:sp>
        <p:nvSpPr>
          <p:cNvPr id="2332" name="Google Shape;2332;p25"/>
          <p:cNvSpPr txBox="1"/>
          <p:nvPr>
            <p:ph idx="8" type="body"/>
          </p:nvPr>
        </p:nvSpPr>
        <p:spPr>
          <a:xfrm>
            <a:off x="7459923" y="2611940"/>
            <a:ext cx="2957063" cy="69277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rPr lang="ko-KR"/>
              <a:t>주제</a:t>
            </a:r>
            <a:endParaRPr/>
          </a:p>
        </p:txBody>
      </p:sp>
      <p:sp>
        <p:nvSpPr>
          <p:cNvPr id="2333" name="Google Shape;2333;p25"/>
          <p:cNvSpPr txBox="1"/>
          <p:nvPr>
            <p:ph idx="9" type="body"/>
          </p:nvPr>
        </p:nvSpPr>
        <p:spPr>
          <a:xfrm>
            <a:off x="7459923" y="2205315"/>
            <a:ext cx="2957063" cy="2864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Arial"/>
              <a:buNone/>
            </a:pPr>
            <a:r>
              <a:rPr lang="ko-KR"/>
              <a:t>03</a:t>
            </a:r>
            <a:endParaRPr/>
          </a:p>
        </p:txBody>
      </p:sp>
      <p:sp>
        <p:nvSpPr>
          <p:cNvPr id="2334" name="Google Shape;2334;p25"/>
          <p:cNvSpPr txBox="1"/>
          <p:nvPr>
            <p:ph idx="13" type="body"/>
          </p:nvPr>
        </p:nvSpPr>
        <p:spPr>
          <a:xfrm>
            <a:off x="4035405" y="3430483"/>
            <a:ext cx="2957064" cy="6065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4857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ko-KR"/>
              <a:t>내용을 입력해주세요</a:t>
            </a:r>
            <a:br>
              <a:rPr lang="ko-KR"/>
            </a:br>
            <a:r>
              <a:rPr lang="ko-KR"/>
              <a:t>내용을 입력해주세요</a:t>
            </a:r>
            <a:endParaRPr/>
          </a:p>
        </p:txBody>
      </p:sp>
      <p:sp>
        <p:nvSpPr>
          <p:cNvPr id="2335" name="Google Shape;2335;p25"/>
          <p:cNvSpPr txBox="1"/>
          <p:nvPr>
            <p:ph idx="14" type="body"/>
          </p:nvPr>
        </p:nvSpPr>
        <p:spPr>
          <a:xfrm>
            <a:off x="4035405" y="4506245"/>
            <a:ext cx="2957064" cy="104905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6769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</a:pPr>
            <a:r>
              <a:rPr lang="ko-KR"/>
              <a:t>내용을 입력해주세요</a:t>
            </a:r>
            <a:br>
              <a:rPr lang="ko-KR"/>
            </a:br>
            <a:r>
              <a:rPr lang="ko-KR"/>
              <a:t>내용을 입력해주세요</a:t>
            </a:r>
            <a:endParaRPr/>
          </a:p>
        </p:txBody>
      </p:sp>
      <p:sp>
        <p:nvSpPr>
          <p:cNvPr id="2336" name="Google Shape;2336;p25"/>
          <p:cNvSpPr txBox="1"/>
          <p:nvPr>
            <p:ph idx="15" type="body"/>
          </p:nvPr>
        </p:nvSpPr>
        <p:spPr>
          <a:xfrm>
            <a:off x="7459922" y="3430483"/>
            <a:ext cx="2957064" cy="6065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4857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ko-KR"/>
              <a:t>내용을 입력해주세요</a:t>
            </a:r>
            <a:br>
              <a:rPr lang="ko-KR"/>
            </a:br>
            <a:r>
              <a:rPr lang="ko-KR"/>
              <a:t>내용을 입력해주세요</a:t>
            </a:r>
            <a:endParaRPr/>
          </a:p>
        </p:txBody>
      </p:sp>
      <p:sp>
        <p:nvSpPr>
          <p:cNvPr id="2337" name="Google Shape;2337;p25"/>
          <p:cNvSpPr txBox="1"/>
          <p:nvPr>
            <p:ph idx="16" type="body"/>
          </p:nvPr>
        </p:nvSpPr>
        <p:spPr>
          <a:xfrm>
            <a:off x="7459922" y="4506245"/>
            <a:ext cx="2957064" cy="104905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6769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</a:pPr>
            <a:r>
              <a:rPr lang="ko-KR"/>
              <a:t>내용을 입력해주세요</a:t>
            </a:r>
            <a:br>
              <a:rPr lang="ko-KR"/>
            </a:br>
            <a:r>
              <a:rPr lang="ko-KR"/>
              <a:t>내용을 입력해주세요</a:t>
            </a:r>
            <a:endParaRPr/>
          </a:p>
        </p:txBody>
      </p:sp>
      <p:sp>
        <p:nvSpPr>
          <p:cNvPr id="2338" name="Google Shape;2338;p25"/>
          <p:cNvSpPr txBox="1"/>
          <p:nvPr>
            <p:ph idx="17" type="body"/>
          </p:nvPr>
        </p:nvSpPr>
        <p:spPr>
          <a:xfrm>
            <a:off x="417525" y="835144"/>
            <a:ext cx="5335912" cy="5003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ko-KR"/>
              <a:t>주제를 입력해주세요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2" name="Shape 2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3" name="Google Shape;2343;p26"/>
          <p:cNvSpPr txBox="1"/>
          <p:nvPr>
            <p:ph idx="1" type="body"/>
          </p:nvPr>
        </p:nvSpPr>
        <p:spPr>
          <a:xfrm>
            <a:off x="417525" y="182918"/>
            <a:ext cx="5335912" cy="2605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3B3B3"/>
              </a:buClr>
              <a:buSzPts val="1100"/>
              <a:buFont typeface="Arial"/>
              <a:buNone/>
            </a:pPr>
            <a:r>
              <a:rPr lang="ko-KR"/>
              <a:t>TITLE</a:t>
            </a:r>
            <a:endParaRPr/>
          </a:p>
        </p:txBody>
      </p:sp>
      <p:sp>
        <p:nvSpPr>
          <p:cNvPr id="2344" name="Google Shape;2344;p26"/>
          <p:cNvSpPr txBox="1"/>
          <p:nvPr>
            <p:ph idx="2" type="body"/>
          </p:nvPr>
        </p:nvSpPr>
        <p:spPr>
          <a:xfrm>
            <a:off x="610890" y="2792804"/>
            <a:ext cx="2957064" cy="69277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rPr lang="ko-KR"/>
              <a:t>주제</a:t>
            </a:r>
            <a:endParaRPr/>
          </a:p>
        </p:txBody>
      </p:sp>
      <p:sp>
        <p:nvSpPr>
          <p:cNvPr id="2345" name="Google Shape;2345;p26"/>
          <p:cNvSpPr/>
          <p:nvPr>
            <p:ph idx="3" type="body"/>
          </p:nvPr>
        </p:nvSpPr>
        <p:spPr>
          <a:xfrm>
            <a:off x="3952863" y="2067953"/>
            <a:ext cx="3151321" cy="541195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 cap="flat" cmpd="sng" w="222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88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300"/>
              <a:buFont typeface="Arial"/>
              <a:buNone/>
            </a:pPr>
            <a:r>
              <a:rPr lang="ko-KR"/>
              <a:t>02</a:t>
            </a:r>
            <a:endParaRPr/>
          </a:p>
        </p:txBody>
      </p:sp>
      <p:sp>
        <p:nvSpPr>
          <p:cNvPr id="2346" name="Google Shape;2346;p26"/>
          <p:cNvSpPr txBox="1"/>
          <p:nvPr>
            <p:ph idx="4" type="body"/>
          </p:nvPr>
        </p:nvSpPr>
        <p:spPr>
          <a:xfrm>
            <a:off x="4047426" y="2792804"/>
            <a:ext cx="2957064" cy="69277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rPr lang="ko-KR"/>
              <a:t>주제</a:t>
            </a:r>
            <a:endParaRPr/>
          </a:p>
        </p:txBody>
      </p:sp>
      <p:sp>
        <p:nvSpPr>
          <p:cNvPr id="2347" name="Google Shape;2347;p26"/>
          <p:cNvSpPr/>
          <p:nvPr>
            <p:ph idx="5" type="body"/>
          </p:nvPr>
        </p:nvSpPr>
        <p:spPr>
          <a:xfrm>
            <a:off x="7389399" y="2067953"/>
            <a:ext cx="3151321" cy="541195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 cap="flat" cmpd="sng" w="222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88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300"/>
              <a:buFont typeface="Arial"/>
              <a:buNone/>
            </a:pPr>
            <a:r>
              <a:rPr lang="ko-KR"/>
              <a:t>03</a:t>
            </a:r>
            <a:endParaRPr/>
          </a:p>
        </p:txBody>
      </p:sp>
      <p:sp>
        <p:nvSpPr>
          <p:cNvPr id="2348" name="Google Shape;2348;p26"/>
          <p:cNvSpPr txBox="1"/>
          <p:nvPr>
            <p:ph idx="6" type="body"/>
          </p:nvPr>
        </p:nvSpPr>
        <p:spPr>
          <a:xfrm>
            <a:off x="7483962" y="2792804"/>
            <a:ext cx="2957064" cy="69277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rPr lang="ko-KR"/>
              <a:t>주제</a:t>
            </a:r>
            <a:endParaRPr/>
          </a:p>
        </p:txBody>
      </p:sp>
      <p:sp>
        <p:nvSpPr>
          <p:cNvPr id="2349" name="Google Shape;2349;p26"/>
          <p:cNvSpPr/>
          <p:nvPr>
            <p:ph idx="7" type="body"/>
          </p:nvPr>
        </p:nvSpPr>
        <p:spPr>
          <a:xfrm>
            <a:off x="513761" y="2067953"/>
            <a:ext cx="3151321" cy="541195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 cap="flat" cmpd="sng" w="222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88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300"/>
              <a:buFont typeface="Arial"/>
              <a:buNone/>
            </a:pPr>
            <a:r>
              <a:rPr lang="ko-KR"/>
              <a:t>01</a:t>
            </a:r>
            <a:endParaRPr/>
          </a:p>
        </p:txBody>
      </p:sp>
      <p:sp>
        <p:nvSpPr>
          <p:cNvPr id="2350" name="Google Shape;2350;p26"/>
          <p:cNvSpPr txBox="1"/>
          <p:nvPr>
            <p:ph idx="8" type="body"/>
          </p:nvPr>
        </p:nvSpPr>
        <p:spPr>
          <a:xfrm>
            <a:off x="610890" y="3554771"/>
            <a:ext cx="2957064" cy="6065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4857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ko-KR"/>
              <a:t>내용을 입력해주세요</a:t>
            </a:r>
            <a:br>
              <a:rPr lang="ko-KR"/>
            </a:br>
            <a:r>
              <a:rPr lang="ko-KR"/>
              <a:t>내용을 입력해주세요</a:t>
            </a:r>
            <a:endParaRPr/>
          </a:p>
        </p:txBody>
      </p:sp>
      <p:sp>
        <p:nvSpPr>
          <p:cNvPr id="2351" name="Google Shape;2351;p26"/>
          <p:cNvSpPr txBox="1"/>
          <p:nvPr>
            <p:ph idx="9" type="body"/>
          </p:nvPr>
        </p:nvSpPr>
        <p:spPr>
          <a:xfrm>
            <a:off x="610890" y="4630533"/>
            <a:ext cx="2957064" cy="104905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6769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</a:pPr>
            <a:r>
              <a:rPr lang="ko-KR"/>
              <a:t>내용을 입력해주세요</a:t>
            </a:r>
            <a:br>
              <a:rPr lang="ko-KR"/>
            </a:br>
            <a:r>
              <a:rPr lang="ko-KR"/>
              <a:t>내용을 입력해주세요</a:t>
            </a:r>
            <a:endParaRPr/>
          </a:p>
        </p:txBody>
      </p:sp>
      <p:sp>
        <p:nvSpPr>
          <p:cNvPr id="2352" name="Google Shape;2352;p26"/>
          <p:cNvSpPr txBox="1"/>
          <p:nvPr>
            <p:ph idx="13" type="body"/>
          </p:nvPr>
        </p:nvSpPr>
        <p:spPr>
          <a:xfrm>
            <a:off x="4047426" y="3554771"/>
            <a:ext cx="2957064" cy="6065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4857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ko-KR"/>
              <a:t>내용을 입력해주세요</a:t>
            </a:r>
            <a:br>
              <a:rPr lang="ko-KR"/>
            </a:br>
            <a:r>
              <a:rPr lang="ko-KR"/>
              <a:t>내용을 입력해주세요</a:t>
            </a:r>
            <a:endParaRPr/>
          </a:p>
        </p:txBody>
      </p:sp>
      <p:sp>
        <p:nvSpPr>
          <p:cNvPr id="2353" name="Google Shape;2353;p26"/>
          <p:cNvSpPr txBox="1"/>
          <p:nvPr>
            <p:ph idx="14" type="body"/>
          </p:nvPr>
        </p:nvSpPr>
        <p:spPr>
          <a:xfrm>
            <a:off x="4047426" y="4630533"/>
            <a:ext cx="2957064" cy="104905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6769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</a:pPr>
            <a:r>
              <a:rPr lang="ko-KR"/>
              <a:t>내용을 입력해주세요</a:t>
            </a:r>
            <a:br>
              <a:rPr lang="ko-KR"/>
            </a:br>
            <a:r>
              <a:rPr lang="ko-KR"/>
              <a:t>내용을 입력해주세요</a:t>
            </a:r>
            <a:endParaRPr/>
          </a:p>
        </p:txBody>
      </p:sp>
      <p:sp>
        <p:nvSpPr>
          <p:cNvPr id="2354" name="Google Shape;2354;p26"/>
          <p:cNvSpPr txBox="1"/>
          <p:nvPr>
            <p:ph idx="15" type="body"/>
          </p:nvPr>
        </p:nvSpPr>
        <p:spPr>
          <a:xfrm>
            <a:off x="7483962" y="3554771"/>
            <a:ext cx="2957064" cy="6065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4857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ko-KR"/>
              <a:t>내용을 입력해주세요</a:t>
            </a:r>
            <a:br>
              <a:rPr lang="ko-KR"/>
            </a:br>
            <a:r>
              <a:rPr lang="ko-KR"/>
              <a:t>내용을 입력해주세요</a:t>
            </a:r>
            <a:endParaRPr/>
          </a:p>
        </p:txBody>
      </p:sp>
      <p:sp>
        <p:nvSpPr>
          <p:cNvPr id="2355" name="Google Shape;2355;p26"/>
          <p:cNvSpPr txBox="1"/>
          <p:nvPr>
            <p:ph idx="16" type="body"/>
          </p:nvPr>
        </p:nvSpPr>
        <p:spPr>
          <a:xfrm>
            <a:off x="7483962" y="4630533"/>
            <a:ext cx="2957064" cy="104905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6769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</a:pPr>
            <a:r>
              <a:rPr lang="ko-KR"/>
              <a:t>내용을 입력해주세요</a:t>
            </a:r>
            <a:br>
              <a:rPr lang="ko-KR"/>
            </a:br>
            <a:r>
              <a:rPr lang="ko-KR"/>
              <a:t>내용을 입력해주세요</a:t>
            </a:r>
            <a:endParaRPr/>
          </a:p>
        </p:txBody>
      </p:sp>
      <p:sp>
        <p:nvSpPr>
          <p:cNvPr id="2356" name="Google Shape;2356;p26"/>
          <p:cNvSpPr txBox="1"/>
          <p:nvPr>
            <p:ph idx="17" type="body"/>
          </p:nvPr>
        </p:nvSpPr>
        <p:spPr>
          <a:xfrm>
            <a:off x="417525" y="835144"/>
            <a:ext cx="5335912" cy="5003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ko-KR"/>
              <a:t>주제를 입력해주세요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0" name="Shape 2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1" name="Google Shape;2361;p27"/>
          <p:cNvSpPr txBox="1"/>
          <p:nvPr>
            <p:ph idx="1" type="body"/>
          </p:nvPr>
        </p:nvSpPr>
        <p:spPr>
          <a:xfrm>
            <a:off x="417525" y="182918"/>
            <a:ext cx="5335912" cy="2605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3B3B3"/>
              </a:buClr>
              <a:buSzPts val="1100"/>
              <a:buFont typeface="Arial"/>
              <a:buNone/>
            </a:pPr>
            <a:r>
              <a:rPr lang="ko-KR"/>
              <a:t>TITLE</a:t>
            </a:r>
            <a:endParaRPr/>
          </a:p>
        </p:txBody>
      </p:sp>
      <p:sp>
        <p:nvSpPr>
          <p:cNvPr id="2362" name="Google Shape;2362;p27"/>
          <p:cNvSpPr txBox="1"/>
          <p:nvPr>
            <p:ph idx="2" type="body"/>
          </p:nvPr>
        </p:nvSpPr>
        <p:spPr>
          <a:xfrm>
            <a:off x="419562" y="3896805"/>
            <a:ext cx="3067492" cy="49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rPr lang="ko-KR"/>
              <a:t>주제</a:t>
            </a:r>
            <a:endParaRPr/>
          </a:p>
        </p:txBody>
      </p:sp>
      <p:sp>
        <p:nvSpPr>
          <p:cNvPr id="2363" name="Google Shape;2363;p27"/>
          <p:cNvSpPr txBox="1"/>
          <p:nvPr>
            <p:ph idx="3" type="body"/>
          </p:nvPr>
        </p:nvSpPr>
        <p:spPr>
          <a:xfrm>
            <a:off x="3854954" y="3896805"/>
            <a:ext cx="3067492" cy="49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rPr lang="ko-KR"/>
              <a:t>주제</a:t>
            </a:r>
            <a:endParaRPr/>
          </a:p>
        </p:txBody>
      </p:sp>
      <p:sp>
        <p:nvSpPr>
          <p:cNvPr id="2364" name="Google Shape;2364;p27"/>
          <p:cNvSpPr txBox="1"/>
          <p:nvPr>
            <p:ph idx="4" type="body"/>
          </p:nvPr>
        </p:nvSpPr>
        <p:spPr>
          <a:xfrm>
            <a:off x="7290346" y="3896805"/>
            <a:ext cx="3067492" cy="49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rPr lang="ko-KR"/>
              <a:t>주제</a:t>
            </a:r>
            <a:endParaRPr/>
          </a:p>
        </p:txBody>
      </p:sp>
      <p:sp>
        <p:nvSpPr>
          <p:cNvPr id="2365" name="Google Shape;2365;p27"/>
          <p:cNvSpPr txBox="1"/>
          <p:nvPr>
            <p:ph idx="5" type="body"/>
          </p:nvPr>
        </p:nvSpPr>
        <p:spPr>
          <a:xfrm>
            <a:off x="7284515" y="4579659"/>
            <a:ext cx="3073323" cy="11372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4857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ko-KR"/>
              <a:t>내용을 입력해주세요</a:t>
            </a:r>
            <a:br>
              <a:rPr lang="ko-KR"/>
            </a:br>
            <a:r>
              <a:rPr lang="ko-KR"/>
              <a:t>내용을 입력해주세요</a:t>
            </a:r>
            <a:endParaRPr/>
          </a:p>
        </p:txBody>
      </p:sp>
      <p:sp>
        <p:nvSpPr>
          <p:cNvPr id="2366" name="Google Shape;2366;p27"/>
          <p:cNvSpPr txBox="1"/>
          <p:nvPr>
            <p:ph idx="6" type="body"/>
          </p:nvPr>
        </p:nvSpPr>
        <p:spPr>
          <a:xfrm>
            <a:off x="3849123" y="4579659"/>
            <a:ext cx="3073323" cy="11372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4857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ko-KR"/>
              <a:t>내용을 입력해주세요</a:t>
            </a:r>
            <a:br>
              <a:rPr lang="ko-KR"/>
            </a:br>
            <a:r>
              <a:rPr lang="ko-KR"/>
              <a:t>내용을 입력해주세요</a:t>
            </a:r>
            <a:endParaRPr/>
          </a:p>
        </p:txBody>
      </p:sp>
      <p:sp>
        <p:nvSpPr>
          <p:cNvPr id="2367" name="Google Shape;2367;p27"/>
          <p:cNvSpPr txBox="1"/>
          <p:nvPr>
            <p:ph idx="7" type="body"/>
          </p:nvPr>
        </p:nvSpPr>
        <p:spPr>
          <a:xfrm>
            <a:off x="423256" y="4579659"/>
            <a:ext cx="3073323" cy="11372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4857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ko-KR"/>
              <a:t>내용을 입력해주세요</a:t>
            </a:r>
            <a:br>
              <a:rPr lang="ko-KR"/>
            </a:br>
            <a:r>
              <a:rPr lang="ko-KR"/>
              <a:t>내용을 입력해주세요</a:t>
            </a:r>
            <a:endParaRPr/>
          </a:p>
        </p:txBody>
      </p:sp>
      <p:sp>
        <p:nvSpPr>
          <p:cNvPr id="2368" name="Google Shape;2368;p27"/>
          <p:cNvSpPr txBox="1"/>
          <p:nvPr>
            <p:ph idx="8" type="body"/>
          </p:nvPr>
        </p:nvSpPr>
        <p:spPr>
          <a:xfrm>
            <a:off x="417525" y="835144"/>
            <a:ext cx="5335912" cy="5003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ko-KR"/>
              <a:t>주제를 입력해주세요</a:t>
            </a:r>
            <a:endParaRPr/>
          </a:p>
        </p:txBody>
      </p:sp>
      <p:grpSp>
        <p:nvGrpSpPr>
          <p:cNvPr id="2369" name="Google Shape;2369;p27"/>
          <p:cNvGrpSpPr/>
          <p:nvPr/>
        </p:nvGrpSpPr>
        <p:grpSpPr>
          <a:xfrm>
            <a:off x="764859" y="2468501"/>
            <a:ext cx="1000544" cy="657922"/>
            <a:chOff x="10861387" y="3061776"/>
            <a:chExt cx="751723" cy="494306"/>
          </a:xfrm>
        </p:grpSpPr>
        <p:sp>
          <p:nvSpPr>
            <p:cNvPr id="2370" name="Google Shape;2370;p27"/>
            <p:cNvSpPr/>
            <p:nvPr/>
          </p:nvSpPr>
          <p:spPr>
            <a:xfrm>
              <a:off x="11133159" y="3061776"/>
              <a:ext cx="210937" cy="209134"/>
            </a:xfrm>
            <a:custGeom>
              <a:rect b="b" l="l" r="r" t="t"/>
              <a:pathLst>
                <a:path extrusionOk="0" h="209134" w="210937">
                  <a:moveTo>
                    <a:pt x="210937" y="104567"/>
                  </a:moveTo>
                  <a:cubicBezTo>
                    <a:pt x="210937" y="162318"/>
                    <a:pt x="163717" y="209134"/>
                    <a:pt x="105469" y="209134"/>
                  </a:cubicBezTo>
                  <a:cubicBezTo>
                    <a:pt x="47220" y="209134"/>
                    <a:pt x="0" y="162318"/>
                    <a:pt x="0" y="104567"/>
                  </a:cubicBezTo>
                  <a:cubicBezTo>
                    <a:pt x="0" y="46816"/>
                    <a:pt x="47220" y="0"/>
                    <a:pt x="105469" y="0"/>
                  </a:cubicBezTo>
                  <a:cubicBezTo>
                    <a:pt x="163717" y="0"/>
                    <a:pt x="210937" y="46816"/>
                    <a:pt x="210937" y="104567"/>
                  </a:cubicBezTo>
                  <a:close/>
                </a:path>
              </a:pathLst>
            </a:custGeom>
            <a:solidFill>
              <a:srgbClr val="FC1C4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71" name="Google Shape;2371;p27"/>
            <p:cNvSpPr/>
            <p:nvPr/>
          </p:nvSpPr>
          <p:spPr>
            <a:xfrm>
              <a:off x="11133159" y="3061776"/>
              <a:ext cx="210937" cy="209134"/>
            </a:xfrm>
            <a:custGeom>
              <a:rect b="b" l="l" r="r" t="t"/>
              <a:pathLst>
                <a:path extrusionOk="0" h="209134" w="210937">
                  <a:moveTo>
                    <a:pt x="105469" y="183334"/>
                  </a:moveTo>
                  <a:cubicBezTo>
                    <a:pt x="149346" y="183334"/>
                    <a:pt x="184914" y="148068"/>
                    <a:pt x="184914" y="104567"/>
                  </a:cubicBezTo>
                  <a:cubicBezTo>
                    <a:pt x="184914" y="61065"/>
                    <a:pt x="149346" y="25800"/>
                    <a:pt x="105469" y="25800"/>
                  </a:cubicBezTo>
                  <a:cubicBezTo>
                    <a:pt x="61592" y="25800"/>
                    <a:pt x="26023" y="61065"/>
                    <a:pt x="26023" y="104567"/>
                  </a:cubicBezTo>
                  <a:cubicBezTo>
                    <a:pt x="26023" y="148068"/>
                    <a:pt x="61592" y="183334"/>
                    <a:pt x="105469" y="183334"/>
                  </a:cubicBezTo>
                  <a:close/>
                  <a:moveTo>
                    <a:pt x="105469" y="209134"/>
                  </a:moveTo>
                  <a:cubicBezTo>
                    <a:pt x="163717" y="209134"/>
                    <a:pt x="210937" y="162318"/>
                    <a:pt x="210937" y="104567"/>
                  </a:cubicBezTo>
                  <a:cubicBezTo>
                    <a:pt x="210937" y="46816"/>
                    <a:pt x="163717" y="0"/>
                    <a:pt x="105469" y="0"/>
                  </a:cubicBezTo>
                  <a:cubicBezTo>
                    <a:pt x="47220" y="0"/>
                    <a:pt x="0" y="46816"/>
                    <a:pt x="0" y="104567"/>
                  </a:cubicBezTo>
                  <a:cubicBezTo>
                    <a:pt x="0" y="162318"/>
                    <a:pt x="47220" y="209134"/>
                    <a:pt x="105469" y="209134"/>
                  </a:cubicBezTo>
                  <a:close/>
                </a:path>
              </a:pathLst>
            </a:custGeom>
            <a:solidFill>
              <a:srgbClr val="FC1C4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72" name="Google Shape;2372;p27"/>
            <p:cNvSpPr/>
            <p:nvPr/>
          </p:nvSpPr>
          <p:spPr>
            <a:xfrm>
              <a:off x="10936050" y="3122850"/>
              <a:ext cx="171200" cy="169737"/>
            </a:xfrm>
            <a:custGeom>
              <a:rect b="b" l="l" r="r" t="t"/>
              <a:pathLst>
                <a:path extrusionOk="0" h="169737" w="171200">
                  <a:moveTo>
                    <a:pt x="171201" y="84869"/>
                  </a:moveTo>
                  <a:cubicBezTo>
                    <a:pt x="171201" y="131741"/>
                    <a:pt x="132876" y="169738"/>
                    <a:pt x="85600" y="169738"/>
                  </a:cubicBezTo>
                  <a:cubicBezTo>
                    <a:pt x="38324" y="169738"/>
                    <a:pt x="0" y="131741"/>
                    <a:pt x="0" y="84869"/>
                  </a:cubicBezTo>
                  <a:cubicBezTo>
                    <a:pt x="0" y="37997"/>
                    <a:pt x="38324" y="0"/>
                    <a:pt x="85600" y="0"/>
                  </a:cubicBezTo>
                  <a:cubicBezTo>
                    <a:pt x="132876" y="0"/>
                    <a:pt x="171201" y="37997"/>
                    <a:pt x="171201" y="8486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73" name="Google Shape;2373;p27"/>
            <p:cNvSpPr/>
            <p:nvPr/>
          </p:nvSpPr>
          <p:spPr>
            <a:xfrm>
              <a:off x="10936050" y="3122850"/>
              <a:ext cx="171200" cy="169737"/>
            </a:xfrm>
            <a:custGeom>
              <a:rect b="b" l="l" r="r" t="t"/>
              <a:pathLst>
                <a:path extrusionOk="0" h="169737" w="171200">
                  <a:moveTo>
                    <a:pt x="85600" y="143938"/>
                  </a:moveTo>
                  <a:cubicBezTo>
                    <a:pt x="118504" y="143938"/>
                    <a:pt x="145178" y="117492"/>
                    <a:pt x="145178" y="84869"/>
                  </a:cubicBezTo>
                  <a:cubicBezTo>
                    <a:pt x="145178" y="52246"/>
                    <a:pt x="118504" y="25800"/>
                    <a:pt x="85600" y="25800"/>
                  </a:cubicBezTo>
                  <a:cubicBezTo>
                    <a:pt x="52696" y="25800"/>
                    <a:pt x="26023" y="52246"/>
                    <a:pt x="26023" y="84869"/>
                  </a:cubicBezTo>
                  <a:cubicBezTo>
                    <a:pt x="26023" y="117492"/>
                    <a:pt x="52696" y="143938"/>
                    <a:pt x="85600" y="143938"/>
                  </a:cubicBezTo>
                  <a:close/>
                  <a:moveTo>
                    <a:pt x="85600" y="169738"/>
                  </a:moveTo>
                  <a:cubicBezTo>
                    <a:pt x="132876" y="169738"/>
                    <a:pt x="171201" y="131741"/>
                    <a:pt x="171201" y="84869"/>
                  </a:cubicBezTo>
                  <a:cubicBezTo>
                    <a:pt x="171201" y="37997"/>
                    <a:pt x="132876" y="0"/>
                    <a:pt x="85600" y="0"/>
                  </a:cubicBezTo>
                  <a:cubicBezTo>
                    <a:pt x="38324" y="0"/>
                    <a:pt x="0" y="37997"/>
                    <a:pt x="0" y="84869"/>
                  </a:cubicBezTo>
                  <a:cubicBezTo>
                    <a:pt x="0" y="131741"/>
                    <a:pt x="38324" y="169738"/>
                    <a:pt x="85600" y="169738"/>
                  </a:cubicBezTo>
                  <a:close/>
                </a:path>
              </a:pathLst>
            </a:custGeom>
            <a:solidFill>
              <a:srgbClr val="FC1C4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74" name="Google Shape;2374;p27"/>
            <p:cNvSpPr/>
            <p:nvPr/>
          </p:nvSpPr>
          <p:spPr>
            <a:xfrm>
              <a:off x="10861387" y="3305594"/>
              <a:ext cx="320499" cy="176041"/>
            </a:xfrm>
            <a:custGeom>
              <a:rect b="b" l="l" r="r" t="t"/>
              <a:pathLst>
                <a:path extrusionOk="0" h="176041" w="320499">
                  <a:moveTo>
                    <a:pt x="0" y="150893"/>
                  </a:moveTo>
                  <a:cubicBezTo>
                    <a:pt x="0" y="67557"/>
                    <a:pt x="68139" y="0"/>
                    <a:pt x="152194" y="0"/>
                  </a:cubicBezTo>
                  <a:lnTo>
                    <a:pt x="168306" y="0"/>
                  </a:lnTo>
                  <a:cubicBezTo>
                    <a:pt x="252360" y="0"/>
                    <a:pt x="320499" y="67557"/>
                    <a:pt x="320499" y="150893"/>
                  </a:cubicBezTo>
                  <a:cubicBezTo>
                    <a:pt x="320499" y="164782"/>
                    <a:pt x="309143" y="176042"/>
                    <a:pt x="295134" y="176042"/>
                  </a:cubicBezTo>
                  <a:lnTo>
                    <a:pt x="25366" y="176042"/>
                  </a:lnTo>
                  <a:cubicBezTo>
                    <a:pt x="11357" y="176042"/>
                    <a:pt x="0" y="164782"/>
                    <a:pt x="0" y="15089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75" name="Google Shape;2375;p27"/>
            <p:cNvSpPr/>
            <p:nvPr/>
          </p:nvSpPr>
          <p:spPr>
            <a:xfrm>
              <a:off x="10861387" y="3305594"/>
              <a:ext cx="320499" cy="176041"/>
            </a:xfrm>
            <a:custGeom>
              <a:rect b="b" l="l" r="r" t="t"/>
              <a:pathLst>
                <a:path extrusionOk="0" h="176041" w="320499">
                  <a:moveTo>
                    <a:pt x="168306" y="25800"/>
                  </a:moveTo>
                  <a:lnTo>
                    <a:pt x="152194" y="25800"/>
                  </a:lnTo>
                  <a:cubicBezTo>
                    <a:pt x="82730" y="25800"/>
                    <a:pt x="26378" y="81454"/>
                    <a:pt x="26025" y="150241"/>
                  </a:cubicBezTo>
                  <a:lnTo>
                    <a:pt x="294475" y="150241"/>
                  </a:lnTo>
                  <a:cubicBezTo>
                    <a:pt x="294121" y="81454"/>
                    <a:pt x="237769" y="25800"/>
                    <a:pt x="168306" y="25800"/>
                  </a:cubicBezTo>
                  <a:close/>
                  <a:moveTo>
                    <a:pt x="152194" y="0"/>
                  </a:moveTo>
                  <a:cubicBezTo>
                    <a:pt x="68139" y="0"/>
                    <a:pt x="0" y="67557"/>
                    <a:pt x="0" y="150893"/>
                  </a:cubicBezTo>
                  <a:cubicBezTo>
                    <a:pt x="0" y="164782"/>
                    <a:pt x="11357" y="176042"/>
                    <a:pt x="25366" y="176042"/>
                  </a:cubicBezTo>
                  <a:lnTo>
                    <a:pt x="295134" y="176042"/>
                  </a:lnTo>
                  <a:cubicBezTo>
                    <a:pt x="309143" y="176042"/>
                    <a:pt x="320499" y="164782"/>
                    <a:pt x="320499" y="150893"/>
                  </a:cubicBezTo>
                  <a:cubicBezTo>
                    <a:pt x="320499" y="67557"/>
                    <a:pt x="252360" y="0"/>
                    <a:pt x="168306" y="0"/>
                  </a:cubicBezTo>
                  <a:lnTo>
                    <a:pt x="152194" y="0"/>
                  </a:lnTo>
                  <a:close/>
                </a:path>
              </a:pathLst>
            </a:custGeom>
            <a:solidFill>
              <a:srgbClr val="FC1C4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76" name="Google Shape;2376;p27"/>
            <p:cNvSpPr/>
            <p:nvPr/>
          </p:nvSpPr>
          <p:spPr>
            <a:xfrm>
              <a:off x="11367263" y="3122850"/>
              <a:ext cx="171201" cy="169737"/>
            </a:xfrm>
            <a:custGeom>
              <a:rect b="b" l="l" r="r" t="t"/>
              <a:pathLst>
                <a:path extrusionOk="0" h="169737" w="171201">
                  <a:moveTo>
                    <a:pt x="171202" y="84869"/>
                  </a:moveTo>
                  <a:cubicBezTo>
                    <a:pt x="171202" y="131741"/>
                    <a:pt x="132876" y="169738"/>
                    <a:pt x="85601" y="169738"/>
                  </a:cubicBezTo>
                  <a:cubicBezTo>
                    <a:pt x="38324" y="169738"/>
                    <a:pt x="0" y="131741"/>
                    <a:pt x="0" y="84869"/>
                  </a:cubicBezTo>
                  <a:cubicBezTo>
                    <a:pt x="0" y="37997"/>
                    <a:pt x="38324" y="0"/>
                    <a:pt x="85601" y="0"/>
                  </a:cubicBezTo>
                  <a:cubicBezTo>
                    <a:pt x="132876" y="0"/>
                    <a:pt x="171202" y="37997"/>
                    <a:pt x="171202" y="8486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77" name="Google Shape;2377;p27"/>
            <p:cNvSpPr/>
            <p:nvPr/>
          </p:nvSpPr>
          <p:spPr>
            <a:xfrm>
              <a:off x="11367263" y="3122850"/>
              <a:ext cx="171201" cy="169737"/>
            </a:xfrm>
            <a:custGeom>
              <a:rect b="b" l="l" r="r" t="t"/>
              <a:pathLst>
                <a:path extrusionOk="0" h="169737" w="171201">
                  <a:moveTo>
                    <a:pt x="85601" y="143938"/>
                  </a:moveTo>
                  <a:cubicBezTo>
                    <a:pt x="118505" y="143938"/>
                    <a:pt x="145179" y="117492"/>
                    <a:pt x="145179" y="84869"/>
                  </a:cubicBezTo>
                  <a:cubicBezTo>
                    <a:pt x="145179" y="52246"/>
                    <a:pt x="118505" y="25800"/>
                    <a:pt x="85601" y="25800"/>
                  </a:cubicBezTo>
                  <a:cubicBezTo>
                    <a:pt x="52697" y="25800"/>
                    <a:pt x="26023" y="52246"/>
                    <a:pt x="26023" y="84869"/>
                  </a:cubicBezTo>
                  <a:cubicBezTo>
                    <a:pt x="26023" y="117492"/>
                    <a:pt x="52697" y="143938"/>
                    <a:pt x="85601" y="143938"/>
                  </a:cubicBezTo>
                  <a:close/>
                  <a:moveTo>
                    <a:pt x="85601" y="169738"/>
                  </a:moveTo>
                  <a:cubicBezTo>
                    <a:pt x="132876" y="169738"/>
                    <a:pt x="171202" y="131741"/>
                    <a:pt x="171202" y="84869"/>
                  </a:cubicBezTo>
                  <a:cubicBezTo>
                    <a:pt x="171202" y="37997"/>
                    <a:pt x="132876" y="0"/>
                    <a:pt x="85601" y="0"/>
                  </a:cubicBezTo>
                  <a:cubicBezTo>
                    <a:pt x="38324" y="0"/>
                    <a:pt x="0" y="37997"/>
                    <a:pt x="0" y="84869"/>
                  </a:cubicBezTo>
                  <a:cubicBezTo>
                    <a:pt x="0" y="131741"/>
                    <a:pt x="38324" y="169738"/>
                    <a:pt x="85601" y="169738"/>
                  </a:cubicBezTo>
                  <a:close/>
                </a:path>
              </a:pathLst>
            </a:custGeom>
            <a:solidFill>
              <a:srgbClr val="FC1C4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78" name="Google Shape;2378;p27"/>
            <p:cNvSpPr/>
            <p:nvPr/>
          </p:nvSpPr>
          <p:spPr>
            <a:xfrm>
              <a:off x="11292612" y="3318895"/>
              <a:ext cx="320498" cy="162739"/>
            </a:xfrm>
            <a:custGeom>
              <a:rect b="b" l="l" r="r" t="t"/>
              <a:pathLst>
                <a:path extrusionOk="0" h="162739" w="320498">
                  <a:moveTo>
                    <a:pt x="0" y="138289"/>
                  </a:moveTo>
                  <a:cubicBezTo>
                    <a:pt x="0" y="54568"/>
                    <a:pt x="68108" y="0"/>
                    <a:pt x="152550" y="0"/>
                  </a:cubicBezTo>
                  <a:lnTo>
                    <a:pt x="167253" y="0"/>
                  </a:lnTo>
                  <a:cubicBezTo>
                    <a:pt x="251694" y="0"/>
                    <a:pt x="320498" y="54568"/>
                    <a:pt x="320498" y="138289"/>
                  </a:cubicBezTo>
                  <a:cubicBezTo>
                    <a:pt x="320498" y="151793"/>
                    <a:pt x="309458" y="162740"/>
                    <a:pt x="295835" y="162740"/>
                  </a:cubicBezTo>
                  <a:lnTo>
                    <a:pt x="24661" y="162740"/>
                  </a:lnTo>
                  <a:cubicBezTo>
                    <a:pt x="11041" y="162740"/>
                    <a:pt x="0" y="151793"/>
                    <a:pt x="0" y="13828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79" name="Google Shape;2379;p27"/>
            <p:cNvSpPr/>
            <p:nvPr/>
          </p:nvSpPr>
          <p:spPr>
            <a:xfrm>
              <a:off x="11292612" y="3305594"/>
              <a:ext cx="320498" cy="176041"/>
            </a:xfrm>
            <a:custGeom>
              <a:rect b="b" l="l" r="r" t="t"/>
              <a:pathLst>
                <a:path extrusionOk="0" h="176041" w="320498">
                  <a:moveTo>
                    <a:pt x="167601" y="25800"/>
                  </a:moveTo>
                  <a:lnTo>
                    <a:pt x="152898" y="25800"/>
                  </a:lnTo>
                  <a:cubicBezTo>
                    <a:pt x="83282" y="25800"/>
                    <a:pt x="26760" y="81391"/>
                    <a:pt x="26030" y="150241"/>
                  </a:cubicBezTo>
                  <a:lnTo>
                    <a:pt x="294469" y="150241"/>
                  </a:lnTo>
                  <a:cubicBezTo>
                    <a:pt x="293741" y="81391"/>
                    <a:pt x="237219" y="25800"/>
                    <a:pt x="167601" y="25800"/>
                  </a:cubicBezTo>
                  <a:close/>
                  <a:moveTo>
                    <a:pt x="152898" y="0"/>
                  </a:moveTo>
                  <a:cubicBezTo>
                    <a:pt x="68455" y="0"/>
                    <a:pt x="0" y="67870"/>
                    <a:pt x="0" y="151591"/>
                  </a:cubicBezTo>
                  <a:cubicBezTo>
                    <a:pt x="0" y="165095"/>
                    <a:pt x="11041" y="176042"/>
                    <a:pt x="24661" y="176042"/>
                  </a:cubicBezTo>
                  <a:lnTo>
                    <a:pt x="295835" y="176042"/>
                  </a:lnTo>
                  <a:cubicBezTo>
                    <a:pt x="309458" y="176042"/>
                    <a:pt x="320498" y="165095"/>
                    <a:pt x="320498" y="151591"/>
                  </a:cubicBezTo>
                  <a:cubicBezTo>
                    <a:pt x="320498" y="67870"/>
                    <a:pt x="252045" y="0"/>
                    <a:pt x="167601" y="0"/>
                  </a:cubicBezTo>
                  <a:lnTo>
                    <a:pt x="152898" y="0"/>
                  </a:lnTo>
                  <a:close/>
                </a:path>
              </a:pathLst>
            </a:custGeom>
            <a:solidFill>
              <a:srgbClr val="FC1C4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80" name="Google Shape;2380;p27"/>
            <p:cNvSpPr/>
            <p:nvPr/>
          </p:nvSpPr>
          <p:spPr>
            <a:xfrm>
              <a:off x="11015662" y="3302237"/>
              <a:ext cx="445918" cy="253845"/>
            </a:xfrm>
            <a:custGeom>
              <a:rect b="b" l="l" r="r" t="t"/>
              <a:pathLst>
                <a:path extrusionOk="0" h="253845" w="445918">
                  <a:moveTo>
                    <a:pt x="0" y="212853"/>
                  </a:moveTo>
                  <a:cubicBezTo>
                    <a:pt x="0" y="95298"/>
                    <a:pt x="96119" y="0"/>
                    <a:pt x="214688" y="0"/>
                  </a:cubicBezTo>
                  <a:lnTo>
                    <a:pt x="231230" y="0"/>
                  </a:lnTo>
                  <a:cubicBezTo>
                    <a:pt x="349799" y="0"/>
                    <a:pt x="445919" y="95298"/>
                    <a:pt x="445919" y="212853"/>
                  </a:cubicBezTo>
                  <a:lnTo>
                    <a:pt x="445919" y="221595"/>
                  </a:lnTo>
                  <a:cubicBezTo>
                    <a:pt x="445919" y="239406"/>
                    <a:pt x="431355" y="253845"/>
                    <a:pt x="413390" y="253845"/>
                  </a:cubicBezTo>
                  <a:lnTo>
                    <a:pt x="32529" y="253845"/>
                  </a:lnTo>
                  <a:cubicBezTo>
                    <a:pt x="14564" y="253845"/>
                    <a:pt x="0" y="239406"/>
                    <a:pt x="0" y="221595"/>
                  </a:cubicBezTo>
                  <a:lnTo>
                    <a:pt x="0" y="212853"/>
                  </a:lnTo>
                  <a:close/>
                </a:path>
              </a:pathLst>
            </a:custGeom>
            <a:solidFill>
              <a:srgbClr val="FC1C4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81" name="Google Shape;2381;p27"/>
            <p:cNvSpPr/>
            <p:nvPr/>
          </p:nvSpPr>
          <p:spPr>
            <a:xfrm>
              <a:off x="11015662" y="3302237"/>
              <a:ext cx="445918" cy="253845"/>
            </a:xfrm>
            <a:custGeom>
              <a:rect b="b" l="l" r="r" t="t"/>
              <a:pathLst>
                <a:path extrusionOk="0" h="253845" w="445918">
                  <a:moveTo>
                    <a:pt x="231230" y="25800"/>
                  </a:moveTo>
                  <a:lnTo>
                    <a:pt x="214688" y="25800"/>
                  </a:lnTo>
                  <a:cubicBezTo>
                    <a:pt x="110491" y="25800"/>
                    <a:pt x="26023" y="109547"/>
                    <a:pt x="26023" y="212853"/>
                  </a:cubicBezTo>
                  <a:lnTo>
                    <a:pt x="26023" y="221595"/>
                  </a:lnTo>
                  <a:cubicBezTo>
                    <a:pt x="26023" y="225157"/>
                    <a:pt x="28935" y="228045"/>
                    <a:pt x="32529" y="228045"/>
                  </a:cubicBezTo>
                  <a:lnTo>
                    <a:pt x="413390" y="228045"/>
                  </a:lnTo>
                  <a:cubicBezTo>
                    <a:pt x="416983" y="228045"/>
                    <a:pt x="419896" y="225157"/>
                    <a:pt x="419896" y="221595"/>
                  </a:cubicBezTo>
                  <a:lnTo>
                    <a:pt x="419896" y="212853"/>
                  </a:lnTo>
                  <a:cubicBezTo>
                    <a:pt x="419896" y="109547"/>
                    <a:pt x="335427" y="25800"/>
                    <a:pt x="231230" y="25800"/>
                  </a:cubicBezTo>
                  <a:close/>
                  <a:moveTo>
                    <a:pt x="214688" y="0"/>
                  </a:moveTo>
                  <a:cubicBezTo>
                    <a:pt x="96119" y="0"/>
                    <a:pt x="0" y="95298"/>
                    <a:pt x="0" y="212853"/>
                  </a:cubicBezTo>
                  <a:lnTo>
                    <a:pt x="0" y="221595"/>
                  </a:lnTo>
                  <a:cubicBezTo>
                    <a:pt x="0" y="239406"/>
                    <a:pt x="14564" y="253845"/>
                    <a:pt x="32529" y="253845"/>
                  </a:cubicBezTo>
                  <a:lnTo>
                    <a:pt x="413390" y="253845"/>
                  </a:lnTo>
                  <a:cubicBezTo>
                    <a:pt x="431355" y="253845"/>
                    <a:pt x="445919" y="239406"/>
                    <a:pt x="445919" y="221595"/>
                  </a:cubicBezTo>
                  <a:lnTo>
                    <a:pt x="445919" y="212853"/>
                  </a:lnTo>
                  <a:cubicBezTo>
                    <a:pt x="445919" y="95298"/>
                    <a:pt x="349799" y="0"/>
                    <a:pt x="231230" y="0"/>
                  </a:cubicBezTo>
                  <a:lnTo>
                    <a:pt x="214688" y="0"/>
                  </a:lnTo>
                  <a:close/>
                </a:path>
              </a:pathLst>
            </a:custGeom>
            <a:solidFill>
              <a:srgbClr val="FC1C4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82" name="Google Shape;2382;p27"/>
            <p:cNvSpPr/>
            <p:nvPr/>
          </p:nvSpPr>
          <p:spPr>
            <a:xfrm>
              <a:off x="11225770" y="3368941"/>
              <a:ext cx="26022" cy="110522"/>
            </a:xfrm>
            <a:custGeom>
              <a:rect b="b" l="l" r="r" t="t"/>
              <a:pathLst>
                <a:path extrusionOk="0" h="110522" w="26022">
                  <a:moveTo>
                    <a:pt x="13011" y="0"/>
                  </a:moveTo>
                  <a:cubicBezTo>
                    <a:pt x="20197" y="0"/>
                    <a:pt x="26023" y="5775"/>
                    <a:pt x="26023" y="12900"/>
                  </a:cubicBezTo>
                  <a:lnTo>
                    <a:pt x="26023" y="97623"/>
                  </a:lnTo>
                  <a:cubicBezTo>
                    <a:pt x="26023" y="104748"/>
                    <a:pt x="20197" y="110523"/>
                    <a:pt x="13011" y="110523"/>
                  </a:cubicBezTo>
                  <a:cubicBezTo>
                    <a:pt x="5825" y="110523"/>
                    <a:pt x="0" y="104748"/>
                    <a:pt x="0" y="97623"/>
                  </a:cubicBezTo>
                  <a:lnTo>
                    <a:pt x="0" y="12900"/>
                  </a:lnTo>
                  <a:cubicBezTo>
                    <a:pt x="0" y="5775"/>
                    <a:pt x="5825" y="0"/>
                    <a:pt x="1301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383" name="Google Shape;2383;p27"/>
          <p:cNvSpPr/>
          <p:nvPr/>
        </p:nvSpPr>
        <p:spPr>
          <a:xfrm>
            <a:off x="4310106" y="2423753"/>
            <a:ext cx="720578" cy="749451"/>
          </a:xfrm>
          <a:custGeom>
            <a:rect b="b" l="l" r="r" t="t"/>
            <a:pathLst>
              <a:path extrusionOk="0" h="619381" w="595519">
                <a:moveTo>
                  <a:pt x="552478" y="229"/>
                </a:moveTo>
                <a:cubicBezTo>
                  <a:pt x="557281" y="-1068"/>
                  <a:pt x="561676" y="3359"/>
                  <a:pt x="560390" y="8196"/>
                </a:cubicBezTo>
                <a:lnTo>
                  <a:pt x="543041" y="73405"/>
                </a:lnTo>
                <a:cubicBezTo>
                  <a:pt x="541754" y="78243"/>
                  <a:pt x="535750" y="79863"/>
                  <a:pt x="532234" y="76322"/>
                </a:cubicBezTo>
                <a:lnTo>
                  <a:pt x="517959" y="61945"/>
                </a:lnTo>
                <a:lnTo>
                  <a:pt x="304924" y="276500"/>
                </a:lnTo>
                <a:cubicBezTo>
                  <a:pt x="299879" y="281581"/>
                  <a:pt x="291699" y="281581"/>
                  <a:pt x="286654" y="276500"/>
                </a:cubicBezTo>
                <a:lnTo>
                  <a:pt x="226283" y="215698"/>
                </a:lnTo>
                <a:lnTo>
                  <a:pt x="44556" y="398726"/>
                </a:lnTo>
                <a:cubicBezTo>
                  <a:pt x="39510" y="403808"/>
                  <a:pt x="31331" y="403808"/>
                  <a:pt x="26285" y="398727"/>
                </a:cubicBezTo>
                <a:cubicBezTo>
                  <a:pt x="21240" y="393645"/>
                  <a:pt x="21240" y="385407"/>
                  <a:pt x="26285" y="380325"/>
                </a:cubicBezTo>
                <a:lnTo>
                  <a:pt x="217147" y="188097"/>
                </a:lnTo>
                <a:cubicBezTo>
                  <a:pt x="219570" y="185656"/>
                  <a:pt x="222856" y="184286"/>
                  <a:pt x="226282" y="184286"/>
                </a:cubicBezTo>
                <a:cubicBezTo>
                  <a:pt x="229709" y="184286"/>
                  <a:pt x="232995" y="185656"/>
                  <a:pt x="235418" y="188097"/>
                </a:cubicBezTo>
                <a:lnTo>
                  <a:pt x="295789" y="248898"/>
                </a:lnTo>
                <a:lnTo>
                  <a:pt x="499688" y="43544"/>
                </a:lnTo>
                <a:lnTo>
                  <a:pt x="484836" y="28586"/>
                </a:lnTo>
                <a:cubicBezTo>
                  <a:pt x="481320" y="25044"/>
                  <a:pt x="482928" y="18997"/>
                  <a:pt x="487732" y="17701"/>
                </a:cubicBezTo>
                <a:lnTo>
                  <a:pt x="552478" y="229"/>
                </a:lnTo>
                <a:close/>
                <a:moveTo>
                  <a:pt x="440048" y="196070"/>
                </a:moveTo>
                <a:cubicBezTo>
                  <a:pt x="429346" y="196070"/>
                  <a:pt x="420670" y="204809"/>
                  <a:pt x="420670" y="215587"/>
                </a:cubicBezTo>
                <a:lnTo>
                  <a:pt x="420670" y="599864"/>
                </a:lnTo>
                <a:cubicBezTo>
                  <a:pt x="420670" y="610643"/>
                  <a:pt x="429346" y="619381"/>
                  <a:pt x="440048" y="619381"/>
                </a:cubicBezTo>
                <a:lnTo>
                  <a:pt x="576141" y="619381"/>
                </a:lnTo>
                <a:cubicBezTo>
                  <a:pt x="586843" y="619381"/>
                  <a:pt x="595519" y="610643"/>
                  <a:pt x="595519" y="599864"/>
                </a:cubicBezTo>
                <a:lnTo>
                  <a:pt x="595519" y="215587"/>
                </a:lnTo>
                <a:cubicBezTo>
                  <a:pt x="595519" y="204809"/>
                  <a:pt x="586843" y="196070"/>
                  <a:pt x="576141" y="196070"/>
                </a:cubicBezTo>
                <a:lnTo>
                  <a:pt x="440048" y="196070"/>
                </a:lnTo>
                <a:close/>
                <a:moveTo>
                  <a:pt x="210333" y="336364"/>
                </a:moveTo>
                <a:cubicBezTo>
                  <a:pt x="210333" y="325586"/>
                  <a:pt x="219009" y="316847"/>
                  <a:pt x="229712" y="316847"/>
                </a:cubicBezTo>
                <a:lnTo>
                  <a:pt x="365804" y="316847"/>
                </a:lnTo>
                <a:cubicBezTo>
                  <a:pt x="376506" y="316847"/>
                  <a:pt x="385183" y="325586"/>
                  <a:pt x="385183" y="336364"/>
                </a:cubicBezTo>
                <a:lnTo>
                  <a:pt x="385183" y="599864"/>
                </a:lnTo>
                <a:cubicBezTo>
                  <a:pt x="385183" y="610643"/>
                  <a:pt x="376506" y="619382"/>
                  <a:pt x="365804" y="619382"/>
                </a:cubicBezTo>
                <a:lnTo>
                  <a:pt x="229712" y="619382"/>
                </a:lnTo>
                <a:cubicBezTo>
                  <a:pt x="219009" y="619382"/>
                  <a:pt x="210333" y="610643"/>
                  <a:pt x="210333" y="599864"/>
                </a:cubicBezTo>
                <a:lnTo>
                  <a:pt x="210333" y="336364"/>
                </a:lnTo>
                <a:close/>
                <a:moveTo>
                  <a:pt x="0" y="458179"/>
                </a:moveTo>
                <a:cubicBezTo>
                  <a:pt x="0" y="447400"/>
                  <a:pt x="8676" y="438662"/>
                  <a:pt x="19379" y="438662"/>
                </a:cubicBezTo>
                <a:lnTo>
                  <a:pt x="155470" y="438662"/>
                </a:lnTo>
                <a:cubicBezTo>
                  <a:pt x="166173" y="438662"/>
                  <a:pt x="174850" y="447400"/>
                  <a:pt x="174850" y="458179"/>
                </a:cubicBezTo>
                <a:lnTo>
                  <a:pt x="174850" y="599864"/>
                </a:lnTo>
                <a:cubicBezTo>
                  <a:pt x="174850" y="610643"/>
                  <a:pt x="166173" y="619381"/>
                  <a:pt x="155471" y="619381"/>
                </a:cubicBezTo>
                <a:lnTo>
                  <a:pt x="19379" y="619381"/>
                </a:lnTo>
                <a:cubicBezTo>
                  <a:pt x="8676" y="619381"/>
                  <a:pt x="0" y="610643"/>
                  <a:pt x="0" y="599864"/>
                </a:cubicBezTo>
                <a:lnTo>
                  <a:pt x="0" y="458179"/>
                </a:lnTo>
                <a:close/>
              </a:path>
            </a:pathLst>
          </a:custGeom>
          <a:solidFill>
            <a:srgbClr val="FC1C4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384" name="Google Shape;2384;p27"/>
          <p:cNvGrpSpPr/>
          <p:nvPr/>
        </p:nvGrpSpPr>
        <p:grpSpPr>
          <a:xfrm>
            <a:off x="7717058" y="2440537"/>
            <a:ext cx="797738" cy="788352"/>
            <a:chOff x="7530875" y="1664684"/>
            <a:chExt cx="544865" cy="538455"/>
          </a:xfrm>
        </p:grpSpPr>
        <p:sp>
          <p:nvSpPr>
            <p:cNvPr id="2385" name="Google Shape;2385;p27"/>
            <p:cNvSpPr/>
            <p:nvPr/>
          </p:nvSpPr>
          <p:spPr>
            <a:xfrm>
              <a:off x="7530875" y="1664684"/>
              <a:ext cx="544865" cy="538455"/>
            </a:xfrm>
            <a:custGeom>
              <a:rect b="b" l="l" r="r" t="t"/>
              <a:pathLst>
                <a:path extrusionOk="0" h="538455" w="544865">
                  <a:moveTo>
                    <a:pt x="272433" y="538455"/>
                  </a:moveTo>
                  <a:cubicBezTo>
                    <a:pt x="422893" y="538455"/>
                    <a:pt x="544866" y="417918"/>
                    <a:pt x="544866" y="269227"/>
                  </a:cubicBezTo>
                  <a:cubicBezTo>
                    <a:pt x="544866" y="120537"/>
                    <a:pt x="422893" y="0"/>
                    <a:pt x="272433" y="0"/>
                  </a:cubicBezTo>
                  <a:cubicBezTo>
                    <a:pt x="121972" y="0"/>
                    <a:pt x="0" y="120537"/>
                    <a:pt x="0" y="269227"/>
                  </a:cubicBezTo>
                  <a:cubicBezTo>
                    <a:pt x="0" y="417918"/>
                    <a:pt x="121972" y="538455"/>
                    <a:pt x="272433" y="538455"/>
                  </a:cubicBezTo>
                  <a:close/>
                </a:path>
              </a:pathLst>
            </a:custGeom>
            <a:solidFill>
              <a:srgbClr val="FC1C4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86" name="Google Shape;2386;p27"/>
            <p:cNvSpPr/>
            <p:nvPr/>
          </p:nvSpPr>
          <p:spPr>
            <a:xfrm>
              <a:off x="7686525" y="1851553"/>
              <a:ext cx="238954" cy="181949"/>
            </a:xfrm>
            <a:custGeom>
              <a:rect b="b" l="l" r="r" t="t"/>
              <a:pathLst>
                <a:path extrusionOk="0" h="181949" w="238954">
                  <a:moveTo>
                    <a:pt x="8863" y="676"/>
                  </a:moveTo>
                  <a:cubicBezTo>
                    <a:pt x="15673" y="-1590"/>
                    <a:pt x="23053" y="2028"/>
                    <a:pt x="25346" y="8759"/>
                  </a:cubicBezTo>
                  <a:lnTo>
                    <a:pt x="66245" y="128797"/>
                  </a:lnTo>
                  <a:lnTo>
                    <a:pt x="107145" y="8759"/>
                  </a:lnTo>
                  <a:cubicBezTo>
                    <a:pt x="108927" y="3527"/>
                    <a:pt x="113890" y="4"/>
                    <a:pt x="119476" y="4"/>
                  </a:cubicBezTo>
                  <a:cubicBezTo>
                    <a:pt x="125062" y="4"/>
                    <a:pt x="130025" y="3527"/>
                    <a:pt x="131807" y="8759"/>
                  </a:cubicBezTo>
                  <a:lnTo>
                    <a:pt x="172708" y="128797"/>
                  </a:lnTo>
                  <a:lnTo>
                    <a:pt x="213609" y="8759"/>
                  </a:lnTo>
                  <a:cubicBezTo>
                    <a:pt x="215902" y="2028"/>
                    <a:pt x="223282" y="-1590"/>
                    <a:pt x="230092" y="676"/>
                  </a:cubicBezTo>
                  <a:cubicBezTo>
                    <a:pt x="236902" y="2942"/>
                    <a:pt x="240564" y="10235"/>
                    <a:pt x="238271" y="16965"/>
                  </a:cubicBezTo>
                  <a:lnTo>
                    <a:pt x="185040" y="173195"/>
                  </a:lnTo>
                  <a:cubicBezTo>
                    <a:pt x="183257" y="178426"/>
                    <a:pt x="178294" y="181950"/>
                    <a:pt x="172708" y="181950"/>
                  </a:cubicBezTo>
                  <a:cubicBezTo>
                    <a:pt x="167122" y="181950"/>
                    <a:pt x="162160" y="178426"/>
                    <a:pt x="160377" y="173195"/>
                  </a:cubicBezTo>
                  <a:lnTo>
                    <a:pt x="119476" y="53156"/>
                  </a:lnTo>
                  <a:lnTo>
                    <a:pt x="78575" y="173195"/>
                  </a:lnTo>
                  <a:cubicBezTo>
                    <a:pt x="76792" y="178426"/>
                    <a:pt x="71830" y="181950"/>
                    <a:pt x="66244" y="181950"/>
                  </a:cubicBezTo>
                  <a:cubicBezTo>
                    <a:pt x="60658" y="181950"/>
                    <a:pt x="55696" y="178426"/>
                    <a:pt x="53913" y="173195"/>
                  </a:cubicBezTo>
                  <a:lnTo>
                    <a:pt x="684" y="16965"/>
                  </a:lnTo>
                  <a:cubicBezTo>
                    <a:pt x="-1609" y="10235"/>
                    <a:pt x="2053" y="2942"/>
                    <a:pt x="8863" y="67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87" name="Google Shape;2387;p27"/>
            <p:cNvSpPr/>
            <p:nvPr/>
          </p:nvSpPr>
          <p:spPr>
            <a:xfrm>
              <a:off x="7670805" y="1927802"/>
              <a:ext cx="57462" cy="25716"/>
            </a:xfrm>
            <a:custGeom>
              <a:rect b="b" l="l" r="r" t="t"/>
              <a:pathLst>
                <a:path extrusionOk="0" h="25716" w="57462">
                  <a:moveTo>
                    <a:pt x="0" y="12858"/>
                  </a:moveTo>
                  <a:cubicBezTo>
                    <a:pt x="0" y="5757"/>
                    <a:pt x="5825" y="0"/>
                    <a:pt x="13011" y="0"/>
                  </a:cubicBezTo>
                  <a:lnTo>
                    <a:pt x="44451" y="0"/>
                  </a:lnTo>
                  <a:cubicBezTo>
                    <a:pt x="51637" y="0"/>
                    <a:pt x="57462" y="5757"/>
                    <a:pt x="57462" y="12858"/>
                  </a:cubicBezTo>
                  <a:cubicBezTo>
                    <a:pt x="57462" y="19960"/>
                    <a:pt x="51637" y="25717"/>
                    <a:pt x="44451" y="25717"/>
                  </a:cubicBezTo>
                  <a:lnTo>
                    <a:pt x="13011" y="25717"/>
                  </a:lnTo>
                  <a:cubicBezTo>
                    <a:pt x="5825" y="25717"/>
                    <a:pt x="0" y="19960"/>
                    <a:pt x="0" y="1285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88" name="Google Shape;2388;p27"/>
            <p:cNvSpPr/>
            <p:nvPr/>
          </p:nvSpPr>
          <p:spPr>
            <a:xfrm>
              <a:off x="7883739" y="1927802"/>
              <a:ext cx="57462" cy="25716"/>
            </a:xfrm>
            <a:custGeom>
              <a:rect b="b" l="l" r="r" t="t"/>
              <a:pathLst>
                <a:path extrusionOk="0" h="25716" w="57462">
                  <a:moveTo>
                    <a:pt x="0" y="12858"/>
                  </a:moveTo>
                  <a:cubicBezTo>
                    <a:pt x="0" y="5757"/>
                    <a:pt x="5825" y="0"/>
                    <a:pt x="13011" y="0"/>
                  </a:cubicBezTo>
                  <a:lnTo>
                    <a:pt x="44451" y="0"/>
                  </a:lnTo>
                  <a:cubicBezTo>
                    <a:pt x="51636" y="0"/>
                    <a:pt x="57462" y="5757"/>
                    <a:pt x="57462" y="12858"/>
                  </a:cubicBezTo>
                  <a:cubicBezTo>
                    <a:pt x="57462" y="19960"/>
                    <a:pt x="51636" y="25717"/>
                    <a:pt x="44451" y="25717"/>
                  </a:cubicBezTo>
                  <a:lnTo>
                    <a:pt x="13011" y="25717"/>
                  </a:lnTo>
                  <a:cubicBezTo>
                    <a:pt x="5825" y="25717"/>
                    <a:pt x="0" y="19960"/>
                    <a:pt x="0" y="1285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2" name="Shape 2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3" name="Google Shape;2393;p28"/>
          <p:cNvSpPr txBox="1"/>
          <p:nvPr>
            <p:ph idx="1" type="body"/>
          </p:nvPr>
        </p:nvSpPr>
        <p:spPr>
          <a:xfrm>
            <a:off x="1480311" y="4659270"/>
            <a:ext cx="9048869" cy="1235097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36525" lvl="0" marL="2540000" rtl="0" algn="l">
              <a:lnSpc>
                <a:spcPct val="14857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ko-KR"/>
              <a:t>내용을 입력해주세요</a:t>
            </a:r>
            <a:endParaRPr/>
          </a:p>
        </p:txBody>
      </p:sp>
      <p:sp>
        <p:nvSpPr>
          <p:cNvPr id="2394" name="Google Shape;2394;p28"/>
          <p:cNvSpPr txBox="1"/>
          <p:nvPr>
            <p:ph idx="2" type="body"/>
          </p:nvPr>
        </p:nvSpPr>
        <p:spPr>
          <a:xfrm>
            <a:off x="3447963" y="3143247"/>
            <a:ext cx="7081217" cy="1235097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36525" lvl="0" marL="582613" rtl="0" algn="l">
              <a:lnSpc>
                <a:spcPct val="14857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ko-KR"/>
              <a:t>내용을 입력해주세요</a:t>
            </a:r>
            <a:endParaRPr/>
          </a:p>
        </p:txBody>
      </p:sp>
      <p:sp>
        <p:nvSpPr>
          <p:cNvPr id="2395" name="Google Shape;2395;p28"/>
          <p:cNvSpPr txBox="1"/>
          <p:nvPr>
            <p:ph idx="3" type="body"/>
          </p:nvPr>
        </p:nvSpPr>
        <p:spPr>
          <a:xfrm>
            <a:off x="1456420" y="1627226"/>
            <a:ext cx="9072761" cy="1235097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36525" lvl="0" marL="2581275" rtl="0" algn="l">
              <a:lnSpc>
                <a:spcPct val="14857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ko-KR"/>
              <a:t>내용을 입력해주세요</a:t>
            </a:r>
            <a:endParaRPr/>
          </a:p>
        </p:txBody>
      </p:sp>
      <p:sp>
        <p:nvSpPr>
          <p:cNvPr id="2396" name="Google Shape;2396;p28"/>
          <p:cNvSpPr txBox="1"/>
          <p:nvPr>
            <p:ph idx="4" type="body"/>
          </p:nvPr>
        </p:nvSpPr>
        <p:spPr>
          <a:xfrm>
            <a:off x="417525" y="182918"/>
            <a:ext cx="5335912" cy="2605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3B3B3"/>
              </a:buClr>
              <a:buSzPts val="1100"/>
              <a:buFont typeface="Arial"/>
              <a:buNone/>
            </a:pPr>
            <a:r>
              <a:rPr lang="ko-KR"/>
              <a:t>TITLE</a:t>
            </a:r>
            <a:endParaRPr/>
          </a:p>
        </p:txBody>
      </p:sp>
      <p:sp>
        <p:nvSpPr>
          <p:cNvPr id="2397" name="Google Shape;2397;p28"/>
          <p:cNvSpPr txBox="1"/>
          <p:nvPr>
            <p:ph idx="5" type="body"/>
          </p:nvPr>
        </p:nvSpPr>
        <p:spPr>
          <a:xfrm>
            <a:off x="417525" y="835144"/>
            <a:ext cx="5335912" cy="5003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ko-KR"/>
              <a:t>주제를 입력해주세요</a:t>
            </a:r>
            <a:endParaRPr/>
          </a:p>
        </p:txBody>
      </p:sp>
      <p:sp>
        <p:nvSpPr>
          <p:cNvPr id="2398" name="Google Shape;2398;p28"/>
          <p:cNvSpPr/>
          <p:nvPr/>
        </p:nvSpPr>
        <p:spPr>
          <a:xfrm>
            <a:off x="0" y="1652255"/>
            <a:ext cx="3542956" cy="4240404"/>
          </a:xfrm>
          <a:custGeom>
            <a:rect b="b" l="l" r="r" t="t"/>
            <a:pathLst>
              <a:path extrusionOk="0" h="4240404" w="3542956">
                <a:moveTo>
                  <a:pt x="1422754" y="0"/>
                </a:moveTo>
                <a:cubicBezTo>
                  <a:pt x="2593709" y="0"/>
                  <a:pt x="3542956" y="949247"/>
                  <a:pt x="3542956" y="2120202"/>
                </a:cubicBezTo>
                <a:cubicBezTo>
                  <a:pt x="3542956" y="3291157"/>
                  <a:pt x="2593709" y="4240404"/>
                  <a:pt x="1422754" y="4240404"/>
                </a:cubicBezTo>
                <a:cubicBezTo>
                  <a:pt x="910461" y="4240404"/>
                  <a:pt x="440605" y="4058712"/>
                  <a:pt x="74109" y="3756253"/>
                </a:cubicBezTo>
                <a:lnTo>
                  <a:pt x="0" y="3688898"/>
                </a:lnTo>
                <a:lnTo>
                  <a:pt x="0" y="551506"/>
                </a:lnTo>
                <a:lnTo>
                  <a:pt x="74109" y="484151"/>
                </a:lnTo>
                <a:cubicBezTo>
                  <a:pt x="440605" y="181692"/>
                  <a:pt x="910461" y="0"/>
                  <a:pt x="1422754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9" name="Google Shape;2399;p28"/>
          <p:cNvSpPr/>
          <p:nvPr/>
        </p:nvSpPr>
        <p:spPr>
          <a:xfrm>
            <a:off x="548298" y="2898001"/>
            <a:ext cx="1748913" cy="1748913"/>
          </a:xfrm>
          <a:prstGeom prst="ellipse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0" name="Google Shape;2400;p28"/>
          <p:cNvSpPr/>
          <p:nvPr/>
        </p:nvSpPr>
        <p:spPr>
          <a:xfrm>
            <a:off x="2297212" y="3158932"/>
            <a:ext cx="1245744" cy="1245744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1" name="Google Shape;2401;p28"/>
          <p:cNvSpPr/>
          <p:nvPr/>
        </p:nvSpPr>
        <p:spPr>
          <a:xfrm>
            <a:off x="842066" y="1659563"/>
            <a:ext cx="1245744" cy="1245744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2" name="Google Shape;2402;p28"/>
          <p:cNvSpPr/>
          <p:nvPr/>
        </p:nvSpPr>
        <p:spPr>
          <a:xfrm>
            <a:off x="842066" y="4663050"/>
            <a:ext cx="1245744" cy="1245744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403" name="Google Shape;2403;p28"/>
          <p:cNvGrpSpPr/>
          <p:nvPr/>
        </p:nvGrpSpPr>
        <p:grpSpPr>
          <a:xfrm>
            <a:off x="2629154" y="3533192"/>
            <a:ext cx="581860" cy="478529"/>
            <a:chOff x="8666228" y="1699960"/>
            <a:chExt cx="566424" cy="465834"/>
          </a:xfrm>
        </p:grpSpPr>
        <p:sp>
          <p:nvSpPr>
            <p:cNvPr id="2404" name="Google Shape;2404;p28"/>
            <p:cNvSpPr/>
            <p:nvPr/>
          </p:nvSpPr>
          <p:spPr>
            <a:xfrm>
              <a:off x="8666228" y="1812985"/>
              <a:ext cx="64097" cy="157041"/>
            </a:xfrm>
            <a:custGeom>
              <a:rect b="b" l="l" r="r" t="t"/>
              <a:pathLst>
                <a:path extrusionOk="0" h="157041" w="64097">
                  <a:moveTo>
                    <a:pt x="62378" y="6520"/>
                  </a:moveTo>
                  <a:cubicBezTo>
                    <a:pt x="58832" y="292"/>
                    <a:pt x="50966" y="-1848"/>
                    <a:pt x="44809" y="1739"/>
                  </a:cubicBezTo>
                  <a:cubicBezTo>
                    <a:pt x="18177" y="17252"/>
                    <a:pt x="0" y="45687"/>
                    <a:pt x="0" y="78521"/>
                  </a:cubicBezTo>
                  <a:cubicBezTo>
                    <a:pt x="0" y="111354"/>
                    <a:pt x="18177" y="139789"/>
                    <a:pt x="44809" y="155303"/>
                  </a:cubicBezTo>
                  <a:cubicBezTo>
                    <a:pt x="50966" y="158889"/>
                    <a:pt x="58832" y="156749"/>
                    <a:pt x="62378" y="150522"/>
                  </a:cubicBezTo>
                  <a:cubicBezTo>
                    <a:pt x="65924" y="144295"/>
                    <a:pt x="63808" y="136340"/>
                    <a:pt x="57651" y="132753"/>
                  </a:cubicBezTo>
                  <a:cubicBezTo>
                    <a:pt x="38296" y="121478"/>
                    <a:pt x="25730" y="101261"/>
                    <a:pt x="25730" y="78521"/>
                  </a:cubicBezTo>
                  <a:cubicBezTo>
                    <a:pt x="25730" y="55780"/>
                    <a:pt x="38296" y="35563"/>
                    <a:pt x="57651" y="24289"/>
                  </a:cubicBezTo>
                  <a:cubicBezTo>
                    <a:pt x="63808" y="20702"/>
                    <a:pt x="65924" y="12746"/>
                    <a:pt x="62378" y="6520"/>
                  </a:cubicBezTo>
                  <a:close/>
                </a:path>
              </a:pathLst>
            </a:custGeom>
            <a:solidFill>
              <a:srgbClr val="FC1C4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05" name="Google Shape;2405;p28"/>
            <p:cNvSpPr/>
            <p:nvPr/>
          </p:nvSpPr>
          <p:spPr>
            <a:xfrm>
              <a:off x="9032973" y="1922262"/>
              <a:ext cx="115510" cy="243532"/>
            </a:xfrm>
            <a:custGeom>
              <a:rect b="b" l="l" r="r" t="t"/>
              <a:pathLst>
                <a:path extrusionOk="0" h="243532" w="115510">
                  <a:moveTo>
                    <a:pt x="115510" y="4683"/>
                  </a:moveTo>
                  <a:cubicBezTo>
                    <a:pt x="115510" y="2097"/>
                    <a:pt x="113437" y="0"/>
                    <a:pt x="110880" y="0"/>
                  </a:cubicBezTo>
                  <a:lnTo>
                    <a:pt x="4630" y="0"/>
                  </a:lnTo>
                  <a:cubicBezTo>
                    <a:pt x="2073" y="0"/>
                    <a:pt x="0" y="2097"/>
                    <a:pt x="0" y="4683"/>
                  </a:cubicBezTo>
                  <a:lnTo>
                    <a:pt x="0" y="185121"/>
                  </a:lnTo>
                  <a:cubicBezTo>
                    <a:pt x="0" y="217381"/>
                    <a:pt x="25858" y="243533"/>
                    <a:pt x="57755" y="243533"/>
                  </a:cubicBezTo>
                </a:path>
              </a:pathLst>
            </a:custGeom>
            <a:solidFill>
              <a:srgbClr val="FC1C4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06" name="Google Shape;2406;p28"/>
            <p:cNvSpPr/>
            <p:nvPr/>
          </p:nvSpPr>
          <p:spPr>
            <a:xfrm>
              <a:off x="9032973" y="1922262"/>
              <a:ext cx="115510" cy="243532"/>
            </a:xfrm>
            <a:custGeom>
              <a:rect b="b" l="l" r="r" t="t"/>
              <a:pathLst>
                <a:path extrusionOk="0" h="243532" w="115510">
                  <a:moveTo>
                    <a:pt x="89780" y="26023"/>
                  </a:moveTo>
                  <a:lnTo>
                    <a:pt x="89780" y="185121"/>
                  </a:lnTo>
                  <a:cubicBezTo>
                    <a:pt x="89780" y="203009"/>
                    <a:pt x="75442" y="217510"/>
                    <a:pt x="57755" y="217510"/>
                  </a:cubicBezTo>
                  <a:cubicBezTo>
                    <a:pt x="40068" y="217510"/>
                    <a:pt x="25730" y="203009"/>
                    <a:pt x="25730" y="185121"/>
                  </a:cubicBezTo>
                  <a:lnTo>
                    <a:pt x="25730" y="26023"/>
                  </a:lnTo>
                  <a:lnTo>
                    <a:pt x="89780" y="26023"/>
                  </a:lnTo>
                  <a:close/>
                  <a:moveTo>
                    <a:pt x="110880" y="0"/>
                  </a:moveTo>
                  <a:cubicBezTo>
                    <a:pt x="113437" y="0"/>
                    <a:pt x="115510" y="2097"/>
                    <a:pt x="115510" y="4683"/>
                  </a:cubicBezTo>
                  <a:lnTo>
                    <a:pt x="115510" y="185121"/>
                  </a:lnTo>
                  <a:cubicBezTo>
                    <a:pt x="115510" y="217381"/>
                    <a:pt x="89652" y="243533"/>
                    <a:pt x="57755" y="243533"/>
                  </a:cubicBezTo>
                  <a:cubicBezTo>
                    <a:pt x="25858" y="243533"/>
                    <a:pt x="0" y="217381"/>
                    <a:pt x="0" y="185121"/>
                  </a:cubicBezTo>
                  <a:lnTo>
                    <a:pt x="0" y="4683"/>
                  </a:lnTo>
                  <a:cubicBezTo>
                    <a:pt x="0" y="2097"/>
                    <a:pt x="2073" y="0"/>
                    <a:pt x="4630" y="0"/>
                  </a:cubicBezTo>
                  <a:lnTo>
                    <a:pt x="110880" y="0"/>
                  </a:lnTo>
                  <a:close/>
                </a:path>
              </a:pathLst>
            </a:custGeom>
            <a:solidFill>
              <a:srgbClr val="FC1C4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07" name="Google Shape;2407;p28"/>
            <p:cNvSpPr/>
            <p:nvPr/>
          </p:nvSpPr>
          <p:spPr>
            <a:xfrm>
              <a:off x="8746023" y="1699960"/>
              <a:ext cx="317058" cy="383377"/>
            </a:xfrm>
            <a:custGeom>
              <a:rect b="b" l="l" r="r" t="t"/>
              <a:pathLst>
                <a:path extrusionOk="0" h="383377" w="317058">
                  <a:moveTo>
                    <a:pt x="317058" y="92494"/>
                  </a:moveTo>
                  <a:cubicBezTo>
                    <a:pt x="317058" y="77390"/>
                    <a:pt x="306779" y="64273"/>
                    <a:pt x="292239" y="60824"/>
                  </a:cubicBezTo>
                  <a:lnTo>
                    <a:pt x="39507" y="874"/>
                  </a:lnTo>
                  <a:cubicBezTo>
                    <a:pt x="19324" y="-3914"/>
                    <a:pt x="0" y="11576"/>
                    <a:pt x="0" y="32543"/>
                  </a:cubicBezTo>
                  <a:lnTo>
                    <a:pt x="0" y="350835"/>
                  </a:lnTo>
                  <a:cubicBezTo>
                    <a:pt x="0" y="371801"/>
                    <a:pt x="19324" y="387292"/>
                    <a:pt x="39507" y="382504"/>
                  </a:cubicBezTo>
                  <a:lnTo>
                    <a:pt x="292239" y="322554"/>
                  </a:lnTo>
                  <a:cubicBezTo>
                    <a:pt x="306779" y="319104"/>
                    <a:pt x="317058" y="305988"/>
                    <a:pt x="317058" y="290885"/>
                  </a:cubicBezTo>
                  <a:lnTo>
                    <a:pt x="317058" y="9249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08" name="Google Shape;2408;p28"/>
            <p:cNvSpPr/>
            <p:nvPr/>
          </p:nvSpPr>
          <p:spPr>
            <a:xfrm>
              <a:off x="8746023" y="1699960"/>
              <a:ext cx="317058" cy="383377"/>
            </a:xfrm>
            <a:custGeom>
              <a:rect b="b" l="l" r="r" t="t"/>
              <a:pathLst>
                <a:path extrusionOk="0" h="383377" w="317058">
                  <a:moveTo>
                    <a:pt x="33632" y="26209"/>
                  </a:moveTo>
                  <a:lnTo>
                    <a:pt x="286364" y="86160"/>
                  </a:lnTo>
                  <a:cubicBezTo>
                    <a:pt x="289272" y="86849"/>
                    <a:pt x="291328" y="89473"/>
                    <a:pt x="291328" y="92494"/>
                  </a:cubicBezTo>
                  <a:lnTo>
                    <a:pt x="291328" y="290885"/>
                  </a:lnTo>
                  <a:cubicBezTo>
                    <a:pt x="291328" y="293905"/>
                    <a:pt x="289272" y="296528"/>
                    <a:pt x="286364" y="297219"/>
                  </a:cubicBezTo>
                  <a:lnTo>
                    <a:pt x="33632" y="357169"/>
                  </a:lnTo>
                  <a:cubicBezTo>
                    <a:pt x="29595" y="358126"/>
                    <a:pt x="25730" y="355028"/>
                    <a:pt x="25730" y="350835"/>
                  </a:cubicBezTo>
                  <a:lnTo>
                    <a:pt x="25730" y="32543"/>
                  </a:lnTo>
                  <a:cubicBezTo>
                    <a:pt x="25730" y="28350"/>
                    <a:pt x="29595" y="25252"/>
                    <a:pt x="33632" y="26209"/>
                  </a:cubicBezTo>
                  <a:close/>
                  <a:moveTo>
                    <a:pt x="292239" y="60824"/>
                  </a:moveTo>
                  <a:cubicBezTo>
                    <a:pt x="306779" y="64273"/>
                    <a:pt x="317058" y="77390"/>
                    <a:pt x="317058" y="92494"/>
                  </a:cubicBezTo>
                  <a:lnTo>
                    <a:pt x="317058" y="290885"/>
                  </a:lnTo>
                  <a:cubicBezTo>
                    <a:pt x="317058" y="305988"/>
                    <a:pt x="306779" y="319104"/>
                    <a:pt x="292239" y="322554"/>
                  </a:cubicBezTo>
                  <a:lnTo>
                    <a:pt x="39507" y="382504"/>
                  </a:lnTo>
                  <a:cubicBezTo>
                    <a:pt x="19324" y="387292"/>
                    <a:pt x="0" y="371801"/>
                    <a:pt x="0" y="350835"/>
                  </a:cubicBezTo>
                  <a:lnTo>
                    <a:pt x="0" y="32543"/>
                  </a:lnTo>
                  <a:cubicBezTo>
                    <a:pt x="0" y="11576"/>
                    <a:pt x="19324" y="-3914"/>
                    <a:pt x="39507" y="874"/>
                  </a:cubicBezTo>
                  <a:lnTo>
                    <a:pt x="292239" y="60824"/>
                  </a:lnTo>
                  <a:close/>
                </a:path>
              </a:pathLst>
            </a:custGeom>
            <a:solidFill>
              <a:srgbClr val="FC1C4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09" name="Google Shape;2409;p28"/>
            <p:cNvSpPr/>
            <p:nvPr/>
          </p:nvSpPr>
          <p:spPr>
            <a:xfrm>
              <a:off x="9032972" y="1759697"/>
              <a:ext cx="199680" cy="263609"/>
            </a:xfrm>
            <a:custGeom>
              <a:rect b="b" l="l" r="r" t="t"/>
              <a:pathLst>
                <a:path extrusionOk="0" h="263609" w="199680">
                  <a:moveTo>
                    <a:pt x="72667" y="263568"/>
                  </a:moveTo>
                  <a:cubicBezTo>
                    <a:pt x="71569" y="263596"/>
                    <a:pt x="70465" y="263610"/>
                    <a:pt x="69357" y="263610"/>
                  </a:cubicBezTo>
                  <a:lnTo>
                    <a:pt x="0" y="263610"/>
                  </a:lnTo>
                  <a:lnTo>
                    <a:pt x="0" y="0"/>
                  </a:lnTo>
                  <a:lnTo>
                    <a:pt x="69357" y="0"/>
                  </a:lnTo>
                  <a:cubicBezTo>
                    <a:pt x="140280" y="0"/>
                    <a:pt x="197970" y="57296"/>
                    <a:pt x="199644" y="128618"/>
                  </a:cubicBezTo>
                  <a:cubicBezTo>
                    <a:pt x="199668" y="129678"/>
                    <a:pt x="199681" y="130740"/>
                    <a:pt x="199681" y="131805"/>
                  </a:cubicBezTo>
                  <a:cubicBezTo>
                    <a:pt x="199681" y="203480"/>
                    <a:pt x="143113" y="261792"/>
                    <a:pt x="72667" y="263568"/>
                  </a:cubicBezTo>
                  <a:close/>
                </a:path>
              </a:pathLst>
            </a:custGeom>
            <a:solidFill>
              <a:srgbClr val="FC1C4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410" name="Google Shape;2410;p28"/>
          <p:cNvGrpSpPr/>
          <p:nvPr/>
        </p:nvGrpSpPr>
        <p:grpSpPr>
          <a:xfrm>
            <a:off x="1244845" y="5018073"/>
            <a:ext cx="440185" cy="561086"/>
            <a:chOff x="6440344" y="3029737"/>
            <a:chExt cx="440185" cy="561086"/>
          </a:xfrm>
        </p:grpSpPr>
        <p:sp>
          <p:nvSpPr>
            <p:cNvPr id="2411" name="Google Shape;2411;p28"/>
            <p:cNvSpPr/>
            <p:nvPr/>
          </p:nvSpPr>
          <p:spPr>
            <a:xfrm>
              <a:off x="6440344" y="3029737"/>
              <a:ext cx="440185" cy="561086"/>
            </a:xfrm>
            <a:custGeom>
              <a:rect b="b" l="l" r="r" t="t"/>
              <a:pathLst>
                <a:path extrusionOk="0" h="561086" w="440185">
                  <a:moveTo>
                    <a:pt x="249712" y="1066"/>
                  </a:moveTo>
                  <a:cubicBezTo>
                    <a:pt x="266223" y="-3792"/>
                    <a:pt x="282773" y="8563"/>
                    <a:pt x="282773" y="25747"/>
                  </a:cubicBezTo>
                  <a:lnTo>
                    <a:pt x="282773" y="67215"/>
                  </a:lnTo>
                  <a:lnTo>
                    <a:pt x="407494" y="32532"/>
                  </a:lnTo>
                  <a:cubicBezTo>
                    <a:pt x="423922" y="27964"/>
                    <a:pt x="440185" y="40295"/>
                    <a:pt x="440185" y="57319"/>
                  </a:cubicBezTo>
                  <a:lnTo>
                    <a:pt x="440185" y="343345"/>
                  </a:lnTo>
                  <a:cubicBezTo>
                    <a:pt x="440185" y="354562"/>
                    <a:pt x="432905" y="364487"/>
                    <a:pt x="422193" y="367874"/>
                  </a:cubicBezTo>
                  <a:lnTo>
                    <a:pt x="278062" y="413444"/>
                  </a:lnTo>
                  <a:cubicBezTo>
                    <a:pt x="261445" y="418697"/>
                    <a:pt x="244505" y="406314"/>
                    <a:pt x="244505" y="388914"/>
                  </a:cubicBezTo>
                  <a:lnTo>
                    <a:pt x="244505" y="351150"/>
                  </a:lnTo>
                  <a:lnTo>
                    <a:pt x="33122" y="413899"/>
                  </a:lnTo>
                  <a:lnTo>
                    <a:pt x="33122" y="413898"/>
                  </a:lnTo>
                  <a:lnTo>
                    <a:pt x="33121" y="413898"/>
                  </a:lnTo>
                  <a:lnTo>
                    <a:pt x="33122" y="413899"/>
                  </a:lnTo>
                  <a:lnTo>
                    <a:pt x="33101" y="413905"/>
                  </a:lnTo>
                  <a:lnTo>
                    <a:pt x="25775" y="416518"/>
                  </a:lnTo>
                  <a:lnTo>
                    <a:pt x="25775" y="548222"/>
                  </a:lnTo>
                  <a:cubicBezTo>
                    <a:pt x="25775" y="555326"/>
                    <a:pt x="20005" y="561087"/>
                    <a:pt x="12888" y="561087"/>
                  </a:cubicBezTo>
                  <a:cubicBezTo>
                    <a:pt x="5770" y="561087"/>
                    <a:pt x="0" y="555326"/>
                    <a:pt x="0" y="548222"/>
                  </a:cubicBezTo>
                  <a:lnTo>
                    <a:pt x="0" y="389236"/>
                  </a:lnTo>
                  <a:lnTo>
                    <a:pt x="0" y="373895"/>
                  </a:lnTo>
                  <a:lnTo>
                    <a:pt x="0" y="93775"/>
                  </a:lnTo>
                  <a:cubicBezTo>
                    <a:pt x="0" y="82366"/>
                    <a:pt x="7526" y="72319"/>
                    <a:pt x="18489" y="69093"/>
                  </a:cubicBezTo>
                  <a:lnTo>
                    <a:pt x="249712" y="1066"/>
                  </a:lnTo>
                  <a:close/>
                  <a:moveTo>
                    <a:pt x="249712" y="1066"/>
                  </a:moveTo>
                  <a:lnTo>
                    <a:pt x="249660" y="1160"/>
                  </a:lnTo>
                  <a:lnTo>
                    <a:pt x="249663" y="1158"/>
                  </a:lnTo>
                  <a:lnTo>
                    <a:pt x="249712" y="1066"/>
                  </a:lnTo>
                  <a:close/>
                </a:path>
              </a:pathLst>
            </a:custGeom>
            <a:solidFill>
              <a:srgbClr val="FC1C4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12" name="Google Shape;2412;p28"/>
            <p:cNvSpPr/>
            <p:nvPr/>
          </p:nvSpPr>
          <p:spPr>
            <a:xfrm>
              <a:off x="6696734" y="3159921"/>
              <a:ext cx="25774" cy="154684"/>
            </a:xfrm>
            <a:custGeom>
              <a:rect b="b" l="l" r="r" t="t"/>
              <a:pathLst>
                <a:path extrusionOk="0" h="154684" w="25774">
                  <a:moveTo>
                    <a:pt x="12887" y="154684"/>
                  </a:moveTo>
                  <a:cubicBezTo>
                    <a:pt x="5770" y="154684"/>
                    <a:pt x="0" y="148925"/>
                    <a:pt x="0" y="141819"/>
                  </a:cubicBezTo>
                  <a:lnTo>
                    <a:pt x="0" y="12865"/>
                  </a:lnTo>
                  <a:cubicBezTo>
                    <a:pt x="0" y="5760"/>
                    <a:pt x="5770" y="0"/>
                    <a:pt x="12887" y="0"/>
                  </a:cubicBezTo>
                  <a:cubicBezTo>
                    <a:pt x="20005" y="0"/>
                    <a:pt x="25775" y="5760"/>
                    <a:pt x="25775" y="12865"/>
                  </a:cubicBezTo>
                  <a:lnTo>
                    <a:pt x="25775" y="141819"/>
                  </a:lnTo>
                  <a:cubicBezTo>
                    <a:pt x="25775" y="148925"/>
                    <a:pt x="20005" y="154684"/>
                    <a:pt x="12887" y="15468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413" name="Google Shape;2413;p28"/>
          <p:cNvGrpSpPr/>
          <p:nvPr/>
        </p:nvGrpSpPr>
        <p:grpSpPr>
          <a:xfrm>
            <a:off x="1195713" y="1985198"/>
            <a:ext cx="538448" cy="538449"/>
            <a:chOff x="682640" y="4412040"/>
            <a:chExt cx="538448" cy="538449"/>
          </a:xfrm>
        </p:grpSpPr>
        <p:sp>
          <p:nvSpPr>
            <p:cNvPr id="2414" name="Google Shape;2414;p28"/>
            <p:cNvSpPr/>
            <p:nvPr/>
          </p:nvSpPr>
          <p:spPr>
            <a:xfrm>
              <a:off x="682640" y="4412040"/>
              <a:ext cx="538448" cy="538449"/>
            </a:xfrm>
            <a:custGeom>
              <a:rect b="b" l="l" r="r" t="t"/>
              <a:pathLst>
                <a:path extrusionOk="0" h="538449" w="538448">
                  <a:moveTo>
                    <a:pt x="269224" y="538449"/>
                  </a:moveTo>
                  <a:cubicBezTo>
                    <a:pt x="417913" y="538449"/>
                    <a:pt x="538449" y="417913"/>
                    <a:pt x="538449" y="269225"/>
                  </a:cubicBezTo>
                  <a:cubicBezTo>
                    <a:pt x="538449" y="120536"/>
                    <a:pt x="417913" y="0"/>
                    <a:pt x="269224" y="0"/>
                  </a:cubicBezTo>
                  <a:cubicBezTo>
                    <a:pt x="120536" y="0"/>
                    <a:pt x="0" y="120536"/>
                    <a:pt x="0" y="269225"/>
                  </a:cubicBezTo>
                  <a:cubicBezTo>
                    <a:pt x="0" y="417913"/>
                    <a:pt x="120536" y="538449"/>
                    <a:pt x="269224" y="538449"/>
                  </a:cubicBezTo>
                  <a:close/>
                </a:path>
              </a:pathLst>
            </a:custGeom>
            <a:solidFill>
              <a:srgbClr val="FC1C4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15" name="Google Shape;2415;p28"/>
            <p:cNvSpPr/>
            <p:nvPr/>
          </p:nvSpPr>
          <p:spPr>
            <a:xfrm>
              <a:off x="879166" y="4748730"/>
              <a:ext cx="145389" cy="46758"/>
            </a:xfrm>
            <a:custGeom>
              <a:rect b="b" l="l" r="r" t="t"/>
              <a:pathLst>
                <a:path extrusionOk="0" h="46758" w="145389">
                  <a:moveTo>
                    <a:pt x="2831" y="4811"/>
                  </a:moveTo>
                  <a:cubicBezTo>
                    <a:pt x="7275" y="-728"/>
                    <a:pt x="15368" y="-1614"/>
                    <a:pt x="20907" y="2831"/>
                  </a:cubicBezTo>
                  <a:cubicBezTo>
                    <a:pt x="51163" y="27112"/>
                    <a:pt x="94226" y="27112"/>
                    <a:pt x="124483" y="2831"/>
                  </a:cubicBezTo>
                  <a:cubicBezTo>
                    <a:pt x="130022" y="-1614"/>
                    <a:pt x="138115" y="-728"/>
                    <a:pt x="142559" y="4811"/>
                  </a:cubicBezTo>
                  <a:cubicBezTo>
                    <a:pt x="147004" y="10350"/>
                    <a:pt x="146118" y="18443"/>
                    <a:pt x="140579" y="22887"/>
                  </a:cubicBezTo>
                  <a:cubicBezTo>
                    <a:pt x="100919" y="54715"/>
                    <a:pt x="44471" y="54715"/>
                    <a:pt x="4811" y="22887"/>
                  </a:cubicBezTo>
                  <a:cubicBezTo>
                    <a:pt x="-728" y="18443"/>
                    <a:pt x="-1614" y="10350"/>
                    <a:pt x="2831" y="481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16" name="Google Shape;2416;p28"/>
            <p:cNvSpPr/>
            <p:nvPr/>
          </p:nvSpPr>
          <p:spPr>
            <a:xfrm>
              <a:off x="862940" y="4628943"/>
              <a:ext cx="49576" cy="49576"/>
            </a:xfrm>
            <a:custGeom>
              <a:rect b="b" l="l" r="r" t="t"/>
              <a:pathLst>
                <a:path extrusionOk="0" h="49576" w="49576">
                  <a:moveTo>
                    <a:pt x="49577" y="24788"/>
                  </a:moveTo>
                  <a:cubicBezTo>
                    <a:pt x="49577" y="38479"/>
                    <a:pt x="38479" y="49577"/>
                    <a:pt x="24788" y="49577"/>
                  </a:cubicBezTo>
                  <a:cubicBezTo>
                    <a:pt x="11098" y="49577"/>
                    <a:pt x="0" y="38479"/>
                    <a:pt x="0" y="24788"/>
                  </a:cubicBezTo>
                  <a:cubicBezTo>
                    <a:pt x="0" y="11098"/>
                    <a:pt x="11098" y="0"/>
                    <a:pt x="24788" y="0"/>
                  </a:cubicBezTo>
                  <a:cubicBezTo>
                    <a:pt x="38479" y="0"/>
                    <a:pt x="49577" y="11098"/>
                    <a:pt x="49577" y="2478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17" name="Google Shape;2417;p28"/>
            <p:cNvSpPr/>
            <p:nvPr/>
          </p:nvSpPr>
          <p:spPr>
            <a:xfrm>
              <a:off x="986902" y="4628943"/>
              <a:ext cx="49576" cy="49576"/>
            </a:xfrm>
            <a:custGeom>
              <a:rect b="b" l="l" r="r" t="t"/>
              <a:pathLst>
                <a:path extrusionOk="0" h="49576" w="49576">
                  <a:moveTo>
                    <a:pt x="49577" y="24788"/>
                  </a:moveTo>
                  <a:cubicBezTo>
                    <a:pt x="49577" y="38479"/>
                    <a:pt x="38479" y="49577"/>
                    <a:pt x="24788" y="49577"/>
                  </a:cubicBezTo>
                  <a:cubicBezTo>
                    <a:pt x="11098" y="49577"/>
                    <a:pt x="0" y="38479"/>
                    <a:pt x="0" y="24788"/>
                  </a:cubicBezTo>
                  <a:cubicBezTo>
                    <a:pt x="0" y="11098"/>
                    <a:pt x="11098" y="0"/>
                    <a:pt x="24788" y="0"/>
                  </a:cubicBezTo>
                  <a:cubicBezTo>
                    <a:pt x="38479" y="0"/>
                    <a:pt x="49577" y="11098"/>
                    <a:pt x="49577" y="2478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418" name="Google Shape;2418;p28"/>
          <p:cNvGrpSpPr/>
          <p:nvPr/>
        </p:nvGrpSpPr>
        <p:grpSpPr>
          <a:xfrm>
            <a:off x="1164070" y="3440722"/>
            <a:ext cx="533124" cy="703660"/>
            <a:chOff x="7594892" y="4402050"/>
            <a:chExt cx="440598" cy="581537"/>
          </a:xfrm>
        </p:grpSpPr>
        <p:sp>
          <p:nvSpPr>
            <p:cNvPr id="2419" name="Google Shape;2419;p28"/>
            <p:cNvSpPr/>
            <p:nvPr/>
          </p:nvSpPr>
          <p:spPr>
            <a:xfrm>
              <a:off x="7594892" y="4402050"/>
              <a:ext cx="440598" cy="581537"/>
            </a:xfrm>
            <a:custGeom>
              <a:rect b="b" l="l" r="r" t="t"/>
              <a:pathLst>
                <a:path extrusionOk="0" h="581537" w="440598">
                  <a:moveTo>
                    <a:pt x="440599" y="32409"/>
                  </a:moveTo>
                  <a:cubicBezTo>
                    <a:pt x="440599" y="14510"/>
                    <a:pt x="426174" y="0"/>
                    <a:pt x="408380" y="0"/>
                  </a:cubicBezTo>
                  <a:lnTo>
                    <a:pt x="32219" y="0"/>
                  </a:lnTo>
                  <a:cubicBezTo>
                    <a:pt x="14425" y="0"/>
                    <a:pt x="0" y="14510"/>
                    <a:pt x="0" y="32409"/>
                  </a:cubicBezTo>
                  <a:lnTo>
                    <a:pt x="0" y="549129"/>
                  </a:lnTo>
                  <a:cubicBezTo>
                    <a:pt x="0" y="567028"/>
                    <a:pt x="14425" y="581538"/>
                    <a:pt x="32219" y="581538"/>
                  </a:cubicBezTo>
                  <a:lnTo>
                    <a:pt x="294410" y="581538"/>
                  </a:lnTo>
                  <a:cubicBezTo>
                    <a:pt x="302999" y="581538"/>
                    <a:pt x="311233" y="578088"/>
                    <a:pt x="317281" y="571955"/>
                  </a:cubicBezTo>
                  <a:lnTo>
                    <a:pt x="431251" y="456404"/>
                  </a:lnTo>
                  <a:cubicBezTo>
                    <a:pt x="437239" y="450334"/>
                    <a:pt x="440599" y="442129"/>
                    <a:pt x="440599" y="433578"/>
                  </a:cubicBezTo>
                  <a:lnTo>
                    <a:pt x="440599" y="32409"/>
                  </a:lnTo>
                  <a:close/>
                </a:path>
              </a:pathLst>
            </a:custGeom>
            <a:solidFill>
              <a:srgbClr val="FC1C4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20" name="Google Shape;2420;p28"/>
            <p:cNvSpPr/>
            <p:nvPr/>
          </p:nvSpPr>
          <p:spPr>
            <a:xfrm>
              <a:off x="7859524" y="4798752"/>
              <a:ext cx="121721" cy="125289"/>
            </a:xfrm>
            <a:custGeom>
              <a:rect b="b" l="l" r="r" t="t"/>
              <a:pathLst>
                <a:path extrusionOk="0" h="125289" w="121721">
                  <a:moveTo>
                    <a:pt x="12887" y="125290"/>
                  </a:moveTo>
                  <a:cubicBezTo>
                    <a:pt x="5770" y="125290"/>
                    <a:pt x="0" y="119486"/>
                    <a:pt x="0" y="112326"/>
                  </a:cubicBezTo>
                  <a:lnTo>
                    <a:pt x="0" y="12964"/>
                  </a:lnTo>
                  <a:cubicBezTo>
                    <a:pt x="0" y="5804"/>
                    <a:pt x="5770" y="0"/>
                    <a:pt x="12887" y="0"/>
                  </a:cubicBezTo>
                  <a:lnTo>
                    <a:pt x="108834" y="0"/>
                  </a:lnTo>
                  <a:cubicBezTo>
                    <a:pt x="115952" y="0"/>
                    <a:pt x="121722" y="5804"/>
                    <a:pt x="121722" y="12964"/>
                  </a:cubicBezTo>
                  <a:cubicBezTo>
                    <a:pt x="121722" y="20123"/>
                    <a:pt x="115952" y="25927"/>
                    <a:pt x="108834" y="25927"/>
                  </a:cubicBezTo>
                  <a:lnTo>
                    <a:pt x="25775" y="25927"/>
                  </a:lnTo>
                  <a:lnTo>
                    <a:pt x="25775" y="112326"/>
                  </a:lnTo>
                  <a:cubicBezTo>
                    <a:pt x="25775" y="119486"/>
                    <a:pt x="20005" y="125290"/>
                    <a:pt x="12887" y="12529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4" name="Shape 2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5" name="Google Shape;2425;p29"/>
          <p:cNvSpPr txBox="1"/>
          <p:nvPr>
            <p:ph idx="1" type="body"/>
          </p:nvPr>
        </p:nvSpPr>
        <p:spPr>
          <a:xfrm>
            <a:off x="417525" y="182918"/>
            <a:ext cx="5335912" cy="2605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3B3B3"/>
              </a:buClr>
              <a:buSzPts val="1100"/>
              <a:buFont typeface="Arial"/>
              <a:buNone/>
            </a:pPr>
            <a:r>
              <a:rPr lang="ko-KR"/>
              <a:t>TITLE</a:t>
            </a:r>
            <a:endParaRPr/>
          </a:p>
        </p:txBody>
      </p:sp>
      <p:sp>
        <p:nvSpPr>
          <p:cNvPr id="2426" name="Google Shape;2426;p29"/>
          <p:cNvSpPr txBox="1"/>
          <p:nvPr>
            <p:ph idx="2" type="body"/>
          </p:nvPr>
        </p:nvSpPr>
        <p:spPr>
          <a:xfrm>
            <a:off x="671178" y="2539149"/>
            <a:ext cx="4584108" cy="6059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4142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ko-KR"/>
              <a:t>내용을 입력해주세요</a:t>
            </a:r>
            <a:br>
              <a:rPr lang="ko-KR"/>
            </a:br>
            <a:r>
              <a:rPr lang="ko-KR"/>
              <a:t>내용을 입력해주세요</a:t>
            </a:r>
            <a:endParaRPr/>
          </a:p>
        </p:txBody>
      </p:sp>
      <p:sp>
        <p:nvSpPr>
          <p:cNvPr id="2427" name="Google Shape;2427;p29"/>
          <p:cNvSpPr txBox="1"/>
          <p:nvPr>
            <p:ph idx="3" type="body"/>
          </p:nvPr>
        </p:nvSpPr>
        <p:spPr>
          <a:xfrm>
            <a:off x="671178" y="2152382"/>
            <a:ext cx="4584108" cy="3696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ko-KR"/>
              <a:t>주제를 입력해주세요</a:t>
            </a:r>
            <a:endParaRPr/>
          </a:p>
        </p:txBody>
      </p:sp>
      <p:sp>
        <p:nvSpPr>
          <p:cNvPr id="2428" name="Google Shape;2428;p29"/>
          <p:cNvSpPr txBox="1"/>
          <p:nvPr>
            <p:ph idx="4" type="body"/>
          </p:nvPr>
        </p:nvSpPr>
        <p:spPr>
          <a:xfrm>
            <a:off x="671178" y="1850933"/>
            <a:ext cx="4584108" cy="2682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</a:pPr>
            <a:r>
              <a:rPr lang="ko-KR"/>
              <a:t>01</a:t>
            </a:r>
            <a:endParaRPr/>
          </a:p>
        </p:txBody>
      </p:sp>
      <p:sp>
        <p:nvSpPr>
          <p:cNvPr id="2429" name="Google Shape;2429;p29"/>
          <p:cNvSpPr txBox="1"/>
          <p:nvPr>
            <p:ph idx="5" type="body"/>
          </p:nvPr>
        </p:nvSpPr>
        <p:spPr>
          <a:xfrm>
            <a:off x="671178" y="3175799"/>
            <a:ext cx="4584108" cy="2682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Arial"/>
              <a:buNone/>
            </a:pPr>
            <a:r>
              <a:rPr lang="ko-KR"/>
              <a:t>내용을 입력해주세요 ‣</a:t>
            </a:r>
            <a:endParaRPr/>
          </a:p>
        </p:txBody>
      </p:sp>
      <p:sp>
        <p:nvSpPr>
          <p:cNvPr id="2430" name="Google Shape;2430;p29"/>
          <p:cNvSpPr txBox="1"/>
          <p:nvPr>
            <p:ph idx="6" type="body"/>
          </p:nvPr>
        </p:nvSpPr>
        <p:spPr>
          <a:xfrm>
            <a:off x="5815934" y="2539149"/>
            <a:ext cx="4584108" cy="6059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4142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ko-KR"/>
              <a:t>내용을 입력해주세요</a:t>
            </a:r>
            <a:br>
              <a:rPr lang="ko-KR"/>
            </a:br>
            <a:r>
              <a:rPr lang="ko-KR"/>
              <a:t>내용을 입력해주세요</a:t>
            </a:r>
            <a:endParaRPr/>
          </a:p>
        </p:txBody>
      </p:sp>
      <p:sp>
        <p:nvSpPr>
          <p:cNvPr id="2431" name="Google Shape;2431;p29"/>
          <p:cNvSpPr txBox="1"/>
          <p:nvPr>
            <p:ph idx="7" type="body"/>
          </p:nvPr>
        </p:nvSpPr>
        <p:spPr>
          <a:xfrm>
            <a:off x="5815934" y="2152382"/>
            <a:ext cx="4584108" cy="3696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ko-KR"/>
              <a:t>주제를 입력해주세요</a:t>
            </a:r>
            <a:endParaRPr/>
          </a:p>
        </p:txBody>
      </p:sp>
      <p:sp>
        <p:nvSpPr>
          <p:cNvPr id="2432" name="Google Shape;2432;p29"/>
          <p:cNvSpPr txBox="1"/>
          <p:nvPr>
            <p:ph idx="8" type="body"/>
          </p:nvPr>
        </p:nvSpPr>
        <p:spPr>
          <a:xfrm>
            <a:off x="5815934" y="1850933"/>
            <a:ext cx="4584108" cy="2682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</a:pPr>
            <a:r>
              <a:rPr lang="ko-KR"/>
              <a:t>02</a:t>
            </a:r>
            <a:endParaRPr/>
          </a:p>
        </p:txBody>
      </p:sp>
      <p:sp>
        <p:nvSpPr>
          <p:cNvPr id="2433" name="Google Shape;2433;p29"/>
          <p:cNvSpPr txBox="1"/>
          <p:nvPr>
            <p:ph idx="9" type="body"/>
          </p:nvPr>
        </p:nvSpPr>
        <p:spPr>
          <a:xfrm>
            <a:off x="5815934" y="3175799"/>
            <a:ext cx="4584108" cy="2682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Arial"/>
              <a:buNone/>
            </a:pPr>
            <a:r>
              <a:rPr lang="ko-KR"/>
              <a:t>내용을 입력해주세요 ‣</a:t>
            </a:r>
            <a:endParaRPr/>
          </a:p>
        </p:txBody>
      </p:sp>
      <p:sp>
        <p:nvSpPr>
          <p:cNvPr id="2434" name="Google Shape;2434;p29"/>
          <p:cNvSpPr txBox="1"/>
          <p:nvPr>
            <p:ph idx="13" type="body"/>
          </p:nvPr>
        </p:nvSpPr>
        <p:spPr>
          <a:xfrm>
            <a:off x="671178" y="4817112"/>
            <a:ext cx="4584108" cy="6059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4142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ko-KR"/>
              <a:t>내용을 입력해주세요</a:t>
            </a:r>
            <a:br>
              <a:rPr lang="ko-KR"/>
            </a:br>
            <a:r>
              <a:rPr lang="ko-KR"/>
              <a:t>내용을 입력해주세요</a:t>
            </a:r>
            <a:endParaRPr/>
          </a:p>
        </p:txBody>
      </p:sp>
      <p:sp>
        <p:nvSpPr>
          <p:cNvPr id="2435" name="Google Shape;2435;p29"/>
          <p:cNvSpPr txBox="1"/>
          <p:nvPr>
            <p:ph idx="14" type="body"/>
          </p:nvPr>
        </p:nvSpPr>
        <p:spPr>
          <a:xfrm>
            <a:off x="671178" y="4430345"/>
            <a:ext cx="4584108" cy="3696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ko-KR"/>
              <a:t>주제를 입력해주세요</a:t>
            </a:r>
            <a:endParaRPr/>
          </a:p>
        </p:txBody>
      </p:sp>
      <p:sp>
        <p:nvSpPr>
          <p:cNvPr id="2436" name="Google Shape;2436;p29"/>
          <p:cNvSpPr txBox="1"/>
          <p:nvPr>
            <p:ph idx="15" type="body"/>
          </p:nvPr>
        </p:nvSpPr>
        <p:spPr>
          <a:xfrm>
            <a:off x="671178" y="4128896"/>
            <a:ext cx="4584108" cy="2682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</a:pPr>
            <a:r>
              <a:rPr lang="ko-KR"/>
              <a:t>03</a:t>
            </a:r>
            <a:endParaRPr/>
          </a:p>
        </p:txBody>
      </p:sp>
      <p:sp>
        <p:nvSpPr>
          <p:cNvPr id="2437" name="Google Shape;2437;p29"/>
          <p:cNvSpPr txBox="1"/>
          <p:nvPr>
            <p:ph idx="16" type="body"/>
          </p:nvPr>
        </p:nvSpPr>
        <p:spPr>
          <a:xfrm>
            <a:off x="671178" y="5453762"/>
            <a:ext cx="4584108" cy="2682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Arial"/>
              <a:buNone/>
            </a:pPr>
            <a:r>
              <a:rPr lang="ko-KR"/>
              <a:t>내용을 입력해주세요 ‣</a:t>
            </a:r>
            <a:endParaRPr/>
          </a:p>
        </p:txBody>
      </p:sp>
      <p:sp>
        <p:nvSpPr>
          <p:cNvPr id="2438" name="Google Shape;2438;p29"/>
          <p:cNvSpPr txBox="1"/>
          <p:nvPr>
            <p:ph idx="17" type="body"/>
          </p:nvPr>
        </p:nvSpPr>
        <p:spPr>
          <a:xfrm>
            <a:off x="5815934" y="4817112"/>
            <a:ext cx="4584108" cy="6059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4142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ko-KR"/>
              <a:t>내용을 입력해주세요</a:t>
            </a:r>
            <a:br>
              <a:rPr lang="ko-KR"/>
            </a:br>
            <a:r>
              <a:rPr lang="ko-KR"/>
              <a:t>내용을 입력해주세요</a:t>
            </a:r>
            <a:endParaRPr/>
          </a:p>
        </p:txBody>
      </p:sp>
      <p:sp>
        <p:nvSpPr>
          <p:cNvPr id="2439" name="Google Shape;2439;p29"/>
          <p:cNvSpPr txBox="1"/>
          <p:nvPr>
            <p:ph idx="18" type="body"/>
          </p:nvPr>
        </p:nvSpPr>
        <p:spPr>
          <a:xfrm>
            <a:off x="5815934" y="4430345"/>
            <a:ext cx="4584108" cy="3696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ko-KR"/>
              <a:t>주제를 입력해주세요</a:t>
            </a:r>
            <a:endParaRPr/>
          </a:p>
        </p:txBody>
      </p:sp>
      <p:sp>
        <p:nvSpPr>
          <p:cNvPr id="2440" name="Google Shape;2440;p29"/>
          <p:cNvSpPr txBox="1"/>
          <p:nvPr>
            <p:ph idx="19" type="body"/>
          </p:nvPr>
        </p:nvSpPr>
        <p:spPr>
          <a:xfrm>
            <a:off x="5815934" y="4128896"/>
            <a:ext cx="4584108" cy="2682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</a:pPr>
            <a:r>
              <a:rPr lang="ko-KR"/>
              <a:t>04</a:t>
            </a:r>
            <a:endParaRPr/>
          </a:p>
        </p:txBody>
      </p:sp>
      <p:sp>
        <p:nvSpPr>
          <p:cNvPr id="2441" name="Google Shape;2441;p29"/>
          <p:cNvSpPr txBox="1"/>
          <p:nvPr>
            <p:ph idx="20" type="body"/>
          </p:nvPr>
        </p:nvSpPr>
        <p:spPr>
          <a:xfrm>
            <a:off x="5815934" y="5453762"/>
            <a:ext cx="4584108" cy="2682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Arial"/>
              <a:buNone/>
            </a:pPr>
            <a:r>
              <a:rPr lang="ko-KR"/>
              <a:t>내용을 입력해주세요 ‣</a:t>
            </a:r>
            <a:endParaRPr/>
          </a:p>
        </p:txBody>
      </p:sp>
      <p:sp>
        <p:nvSpPr>
          <p:cNvPr id="2442" name="Google Shape;2442;p29"/>
          <p:cNvSpPr txBox="1"/>
          <p:nvPr>
            <p:ph idx="21" type="body"/>
          </p:nvPr>
        </p:nvSpPr>
        <p:spPr>
          <a:xfrm>
            <a:off x="417525" y="835144"/>
            <a:ext cx="5335912" cy="5003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ko-KR"/>
              <a:t>주제를 입력해주세요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6" name="Shape 2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7" name="Google Shape;2447;p30"/>
          <p:cNvSpPr txBox="1"/>
          <p:nvPr>
            <p:ph idx="1" type="body"/>
          </p:nvPr>
        </p:nvSpPr>
        <p:spPr>
          <a:xfrm>
            <a:off x="417525" y="182918"/>
            <a:ext cx="5335912" cy="2605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3B3B3"/>
              </a:buClr>
              <a:buSzPts val="1100"/>
              <a:buFont typeface="Arial"/>
              <a:buNone/>
            </a:pPr>
            <a:r>
              <a:rPr lang="ko-KR"/>
              <a:t>TITLE</a:t>
            </a:r>
            <a:endParaRPr/>
          </a:p>
        </p:txBody>
      </p:sp>
      <p:sp>
        <p:nvSpPr>
          <p:cNvPr id="2448" name="Google Shape;2448;p30"/>
          <p:cNvSpPr txBox="1"/>
          <p:nvPr>
            <p:ph idx="2" type="body"/>
          </p:nvPr>
        </p:nvSpPr>
        <p:spPr>
          <a:xfrm>
            <a:off x="608423" y="3541060"/>
            <a:ext cx="2002749" cy="11675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72000">
            <a:noAutofit/>
          </a:bodyPr>
          <a:lstStyle/>
          <a:p>
            <a:pPr indent="0" lvl="0" marL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</a:pPr>
            <a:r>
              <a:rPr lang="ko-KR"/>
              <a:t>내용을 입력해주세요</a:t>
            </a:r>
            <a:br>
              <a:rPr lang="ko-KR"/>
            </a:br>
            <a:r>
              <a:rPr lang="ko-KR"/>
              <a:t>내용을 입력해주세요</a:t>
            </a:r>
            <a:br>
              <a:rPr lang="ko-KR"/>
            </a:br>
            <a:r>
              <a:rPr lang="ko-KR"/>
              <a:t>내용을 입력해주세요</a:t>
            </a:r>
            <a:endParaRPr/>
          </a:p>
        </p:txBody>
      </p:sp>
      <p:sp>
        <p:nvSpPr>
          <p:cNvPr id="2449" name="Google Shape;2449;p30"/>
          <p:cNvSpPr txBox="1"/>
          <p:nvPr>
            <p:ph idx="3" type="body"/>
          </p:nvPr>
        </p:nvSpPr>
        <p:spPr>
          <a:xfrm>
            <a:off x="608423" y="2339842"/>
            <a:ext cx="2002749" cy="12012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2909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ko-KR"/>
              <a:t>주제를 입력해주세요</a:t>
            </a:r>
            <a:endParaRPr/>
          </a:p>
        </p:txBody>
      </p:sp>
      <p:sp>
        <p:nvSpPr>
          <p:cNvPr id="2450" name="Google Shape;2450;p30"/>
          <p:cNvSpPr txBox="1"/>
          <p:nvPr>
            <p:ph idx="4" type="body"/>
          </p:nvPr>
        </p:nvSpPr>
        <p:spPr>
          <a:xfrm>
            <a:off x="608423" y="1970808"/>
            <a:ext cx="2002749" cy="2682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</a:pPr>
            <a:r>
              <a:rPr lang="ko-KR"/>
              <a:t>01</a:t>
            </a:r>
            <a:endParaRPr/>
          </a:p>
        </p:txBody>
      </p:sp>
      <p:sp>
        <p:nvSpPr>
          <p:cNvPr id="2451" name="Google Shape;2451;p30"/>
          <p:cNvSpPr txBox="1"/>
          <p:nvPr>
            <p:ph idx="5" type="body"/>
          </p:nvPr>
        </p:nvSpPr>
        <p:spPr>
          <a:xfrm>
            <a:off x="3190259" y="1970808"/>
            <a:ext cx="2002749" cy="2682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</a:pPr>
            <a:r>
              <a:rPr lang="ko-KR"/>
              <a:t>02</a:t>
            </a:r>
            <a:endParaRPr/>
          </a:p>
        </p:txBody>
      </p:sp>
      <p:sp>
        <p:nvSpPr>
          <p:cNvPr id="2452" name="Google Shape;2452;p30"/>
          <p:cNvSpPr txBox="1"/>
          <p:nvPr>
            <p:ph idx="6" type="body"/>
          </p:nvPr>
        </p:nvSpPr>
        <p:spPr>
          <a:xfrm>
            <a:off x="5754165" y="1970808"/>
            <a:ext cx="2002749" cy="2682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</a:pPr>
            <a:r>
              <a:rPr lang="ko-KR"/>
              <a:t>03</a:t>
            </a:r>
            <a:endParaRPr/>
          </a:p>
        </p:txBody>
      </p:sp>
      <p:sp>
        <p:nvSpPr>
          <p:cNvPr id="2453" name="Google Shape;2453;p30"/>
          <p:cNvSpPr txBox="1"/>
          <p:nvPr>
            <p:ph idx="7" type="body"/>
          </p:nvPr>
        </p:nvSpPr>
        <p:spPr>
          <a:xfrm>
            <a:off x="8336001" y="1970808"/>
            <a:ext cx="2002749" cy="2682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</a:pPr>
            <a:r>
              <a:rPr lang="ko-KR"/>
              <a:t>04</a:t>
            </a:r>
            <a:endParaRPr/>
          </a:p>
        </p:txBody>
      </p:sp>
      <p:sp>
        <p:nvSpPr>
          <p:cNvPr id="2454" name="Google Shape;2454;p30"/>
          <p:cNvSpPr txBox="1"/>
          <p:nvPr>
            <p:ph idx="8" type="body"/>
          </p:nvPr>
        </p:nvSpPr>
        <p:spPr>
          <a:xfrm>
            <a:off x="3190259" y="3541060"/>
            <a:ext cx="2002749" cy="11675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72000">
            <a:noAutofit/>
          </a:bodyPr>
          <a:lstStyle/>
          <a:p>
            <a:pPr indent="0" lvl="0" marL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</a:pPr>
            <a:r>
              <a:rPr lang="ko-KR"/>
              <a:t>내용을 입력해주세요</a:t>
            </a:r>
            <a:br>
              <a:rPr lang="ko-KR"/>
            </a:br>
            <a:r>
              <a:rPr lang="ko-KR"/>
              <a:t>내용을 입력해주세요</a:t>
            </a:r>
            <a:br>
              <a:rPr lang="ko-KR"/>
            </a:br>
            <a:r>
              <a:rPr lang="ko-KR"/>
              <a:t>내용을 입력해주세요</a:t>
            </a:r>
            <a:endParaRPr/>
          </a:p>
        </p:txBody>
      </p:sp>
      <p:sp>
        <p:nvSpPr>
          <p:cNvPr id="2455" name="Google Shape;2455;p30"/>
          <p:cNvSpPr txBox="1"/>
          <p:nvPr>
            <p:ph idx="9" type="body"/>
          </p:nvPr>
        </p:nvSpPr>
        <p:spPr>
          <a:xfrm>
            <a:off x="3190259" y="2339842"/>
            <a:ext cx="2002749" cy="12012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2909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ko-KR"/>
              <a:t>주제를 입력해주세요</a:t>
            </a:r>
            <a:endParaRPr/>
          </a:p>
        </p:txBody>
      </p:sp>
      <p:sp>
        <p:nvSpPr>
          <p:cNvPr id="2456" name="Google Shape;2456;p30"/>
          <p:cNvSpPr txBox="1"/>
          <p:nvPr>
            <p:ph idx="13" type="body"/>
          </p:nvPr>
        </p:nvSpPr>
        <p:spPr>
          <a:xfrm>
            <a:off x="5753437" y="3541060"/>
            <a:ext cx="2002749" cy="11675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72000">
            <a:noAutofit/>
          </a:bodyPr>
          <a:lstStyle/>
          <a:p>
            <a:pPr indent="0" lvl="0" marL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</a:pPr>
            <a:r>
              <a:rPr lang="ko-KR"/>
              <a:t>내용을 입력해주세요</a:t>
            </a:r>
            <a:br>
              <a:rPr lang="ko-KR"/>
            </a:br>
            <a:r>
              <a:rPr lang="ko-KR"/>
              <a:t>내용을 입력해주세요</a:t>
            </a:r>
            <a:br>
              <a:rPr lang="ko-KR"/>
            </a:br>
            <a:r>
              <a:rPr lang="ko-KR"/>
              <a:t>내용을 입력해주세요</a:t>
            </a:r>
            <a:endParaRPr/>
          </a:p>
        </p:txBody>
      </p:sp>
      <p:sp>
        <p:nvSpPr>
          <p:cNvPr id="2457" name="Google Shape;2457;p30"/>
          <p:cNvSpPr txBox="1"/>
          <p:nvPr>
            <p:ph idx="14" type="body"/>
          </p:nvPr>
        </p:nvSpPr>
        <p:spPr>
          <a:xfrm>
            <a:off x="5753437" y="2339842"/>
            <a:ext cx="2002749" cy="12012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2909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ko-KR"/>
              <a:t>주제를 입력해주세요</a:t>
            </a:r>
            <a:endParaRPr/>
          </a:p>
        </p:txBody>
      </p:sp>
      <p:sp>
        <p:nvSpPr>
          <p:cNvPr id="2458" name="Google Shape;2458;p30"/>
          <p:cNvSpPr txBox="1"/>
          <p:nvPr>
            <p:ph idx="15" type="body"/>
          </p:nvPr>
        </p:nvSpPr>
        <p:spPr>
          <a:xfrm>
            <a:off x="8336001" y="3541060"/>
            <a:ext cx="2002749" cy="11675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72000">
            <a:noAutofit/>
          </a:bodyPr>
          <a:lstStyle/>
          <a:p>
            <a:pPr indent="0" lvl="0" marL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</a:pPr>
            <a:r>
              <a:rPr lang="ko-KR"/>
              <a:t>내용을 입력해주세요</a:t>
            </a:r>
            <a:br>
              <a:rPr lang="ko-KR"/>
            </a:br>
            <a:r>
              <a:rPr lang="ko-KR"/>
              <a:t>내용을 입력해주세요</a:t>
            </a:r>
            <a:br>
              <a:rPr lang="ko-KR"/>
            </a:br>
            <a:r>
              <a:rPr lang="ko-KR"/>
              <a:t>내용을 입력해주세요</a:t>
            </a:r>
            <a:endParaRPr/>
          </a:p>
        </p:txBody>
      </p:sp>
      <p:sp>
        <p:nvSpPr>
          <p:cNvPr id="2459" name="Google Shape;2459;p30"/>
          <p:cNvSpPr txBox="1"/>
          <p:nvPr>
            <p:ph idx="16" type="body"/>
          </p:nvPr>
        </p:nvSpPr>
        <p:spPr>
          <a:xfrm>
            <a:off x="8336001" y="2339842"/>
            <a:ext cx="2002749" cy="12012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2909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ko-KR"/>
              <a:t>주제를 입력해주세요</a:t>
            </a:r>
            <a:endParaRPr/>
          </a:p>
        </p:txBody>
      </p:sp>
      <p:sp>
        <p:nvSpPr>
          <p:cNvPr id="2460" name="Google Shape;2460;p30"/>
          <p:cNvSpPr txBox="1"/>
          <p:nvPr>
            <p:ph idx="17" type="body"/>
          </p:nvPr>
        </p:nvSpPr>
        <p:spPr>
          <a:xfrm>
            <a:off x="608423" y="4745477"/>
            <a:ext cx="2002749" cy="608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43636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Arial"/>
              <a:buNone/>
            </a:pPr>
            <a:r>
              <a:rPr lang="ko-KR"/>
              <a:t>내용을 입력해주세요 ‣</a:t>
            </a:r>
            <a:endParaRPr/>
          </a:p>
        </p:txBody>
      </p:sp>
      <p:sp>
        <p:nvSpPr>
          <p:cNvPr id="2461" name="Google Shape;2461;p30"/>
          <p:cNvSpPr txBox="1"/>
          <p:nvPr>
            <p:ph idx="18" type="body"/>
          </p:nvPr>
        </p:nvSpPr>
        <p:spPr>
          <a:xfrm>
            <a:off x="3190259" y="4745477"/>
            <a:ext cx="2002749" cy="608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43636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Arial"/>
              <a:buNone/>
            </a:pPr>
            <a:r>
              <a:rPr lang="ko-KR"/>
              <a:t>내용을 입력해주세요 ‣</a:t>
            </a:r>
            <a:endParaRPr/>
          </a:p>
        </p:txBody>
      </p:sp>
      <p:sp>
        <p:nvSpPr>
          <p:cNvPr id="2462" name="Google Shape;2462;p30"/>
          <p:cNvSpPr txBox="1"/>
          <p:nvPr>
            <p:ph idx="19" type="body"/>
          </p:nvPr>
        </p:nvSpPr>
        <p:spPr>
          <a:xfrm>
            <a:off x="5753437" y="4745477"/>
            <a:ext cx="2002749" cy="608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43636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Arial"/>
              <a:buNone/>
            </a:pPr>
            <a:r>
              <a:rPr lang="ko-KR"/>
              <a:t>내용을 입력해주세요 ‣</a:t>
            </a:r>
            <a:endParaRPr/>
          </a:p>
        </p:txBody>
      </p:sp>
      <p:sp>
        <p:nvSpPr>
          <p:cNvPr id="2463" name="Google Shape;2463;p30"/>
          <p:cNvSpPr txBox="1"/>
          <p:nvPr>
            <p:ph idx="20" type="body"/>
          </p:nvPr>
        </p:nvSpPr>
        <p:spPr>
          <a:xfrm>
            <a:off x="8336001" y="4745477"/>
            <a:ext cx="2002749" cy="608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43636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Arial"/>
              <a:buNone/>
            </a:pPr>
            <a:r>
              <a:rPr lang="ko-KR"/>
              <a:t>내용을 입력해주세요 ‣</a:t>
            </a:r>
            <a:endParaRPr/>
          </a:p>
        </p:txBody>
      </p:sp>
      <p:sp>
        <p:nvSpPr>
          <p:cNvPr id="2464" name="Google Shape;2464;p30"/>
          <p:cNvSpPr txBox="1"/>
          <p:nvPr>
            <p:ph idx="21" type="body"/>
          </p:nvPr>
        </p:nvSpPr>
        <p:spPr>
          <a:xfrm>
            <a:off x="417525" y="835144"/>
            <a:ext cx="5335912" cy="5003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ko-KR"/>
              <a:t>주제를 입력해주세요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8" name="Shape 2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9" name="Google Shape;2469;p31"/>
          <p:cNvSpPr txBox="1"/>
          <p:nvPr>
            <p:ph idx="1" type="body"/>
          </p:nvPr>
        </p:nvSpPr>
        <p:spPr>
          <a:xfrm>
            <a:off x="417525" y="182918"/>
            <a:ext cx="5335912" cy="2605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3B3B3"/>
              </a:buClr>
              <a:buSzPts val="1100"/>
              <a:buFont typeface="Arial"/>
              <a:buNone/>
            </a:pPr>
            <a:r>
              <a:rPr lang="ko-KR"/>
              <a:t>TITLE</a:t>
            </a:r>
            <a:endParaRPr/>
          </a:p>
        </p:txBody>
      </p:sp>
      <p:sp>
        <p:nvSpPr>
          <p:cNvPr id="2470" name="Google Shape;2470;p31"/>
          <p:cNvSpPr txBox="1"/>
          <p:nvPr>
            <p:ph idx="2" type="body"/>
          </p:nvPr>
        </p:nvSpPr>
        <p:spPr>
          <a:xfrm>
            <a:off x="2999220" y="2544274"/>
            <a:ext cx="2453694" cy="11138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72000">
            <a:noAutofit/>
          </a:bodyPr>
          <a:lstStyle/>
          <a:p>
            <a:pPr indent="0" lvl="0" marL="0" rtl="0" algn="l">
              <a:lnSpc>
                <a:spcPct val="15846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</a:pPr>
            <a:r>
              <a:rPr lang="ko-KR"/>
              <a:t>내용을 입력해주세요</a:t>
            </a:r>
            <a:br>
              <a:rPr lang="ko-KR"/>
            </a:br>
            <a:r>
              <a:rPr lang="ko-KR"/>
              <a:t>내용을 입력해주세요</a:t>
            </a:r>
            <a:endParaRPr/>
          </a:p>
        </p:txBody>
      </p:sp>
      <p:sp>
        <p:nvSpPr>
          <p:cNvPr id="2471" name="Google Shape;2471;p31"/>
          <p:cNvSpPr txBox="1"/>
          <p:nvPr>
            <p:ph idx="3" type="body"/>
          </p:nvPr>
        </p:nvSpPr>
        <p:spPr>
          <a:xfrm>
            <a:off x="2999220" y="1686989"/>
            <a:ext cx="2453694" cy="8572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2909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ko-KR"/>
              <a:t>주제를</a:t>
            </a:r>
            <a:br>
              <a:rPr lang="ko-KR"/>
            </a:br>
            <a:r>
              <a:rPr lang="ko-KR"/>
              <a:t>입력해주세요</a:t>
            </a:r>
            <a:endParaRPr/>
          </a:p>
        </p:txBody>
      </p:sp>
      <p:sp>
        <p:nvSpPr>
          <p:cNvPr id="2472" name="Google Shape;2472;p31"/>
          <p:cNvSpPr txBox="1"/>
          <p:nvPr>
            <p:ph idx="4" type="body"/>
          </p:nvPr>
        </p:nvSpPr>
        <p:spPr>
          <a:xfrm>
            <a:off x="8158510" y="2544274"/>
            <a:ext cx="2453694" cy="11138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72000">
            <a:noAutofit/>
          </a:bodyPr>
          <a:lstStyle/>
          <a:p>
            <a:pPr indent="0" lvl="0" marL="0" rtl="0" algn="l">
              <a:lnSpc>
                <a:spcPct val="15846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</a:pPr>
            <a:r>
              <a:rPr lang="ko-KR"/>
              <a:t>내용을 입력해주세요</a:t>
            </a:r>
            <a:br>
              <a:rPr lang="ko-KR"/>
            </a:br>
            <a:r>
              <a:rPr lang="ko-KR"/>
              <a:t>내용을 입력해주세요</a:t>
            </a:r>
            <a:endParaRPr/>
          </a:p>
        </p:txBody>
      </p:sp>
      <p:sp>
        <p:nvSpPr>
          <p:cNvPr id="2473" name="Google Shape;2473;p31"/>
          <p:cNvSpPr txBox="1"/>
          <p:nvPr>
            <p:ph idx="5" type="body"/>
          </p:nvPr>
        </p:nvSpPr>
        <p:spPr>
          <a:xfrm>
            <a:off x="8158510" y="1686989"/>
            <a:ext cx="2453694" cy="8572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2909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ko-KR"/>
              <a:t>주제를</a:t>
            </a:r>
            <a:br>
              <a:rPr lang="ko-KR"/>
            </a:br>
            <a:r>
              <a:rPr lang="ko-KR"/>
              <a:t>입력해주세요</a:t>
            </a:r>
            <a:endParaRPr/>
          </a:p>
        </p:txBody>
      </p:sp>
      <p:sp>
        <p:nvSpPr>
          <p:cNvPr id="2474" name="Google Shape;2474;p31"/>
          <p:cNvSpPr txBox="1"/>
          <p:nvPr>
            <p:ph idx="6" type="body"/>
          </p:nvPr>
        </p:nvSpPr>
        <p:spPr>
          <a:xfrm>
            <a:off x="2999220" y="4788483"/>
            <a:ext cx="2453694" cy="11138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72000">
            <a:noAutofit/>
          </a:bodyPr>
          <a:lstStyle/>
          <a:p>
            <a:pPr indent="0" lvl="0" marL="0" rtl="0" algn="l">
              <a:lnSpc>
                <a:spcPct val="15846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</a:pPr>
            <a:r>
              <a:rPr lang="ko-KR"/>
              <a:t>내용을 입력해주세요</a:t>
            </a:r>
            <a:br>
              <a:rPr lang="ko-KR"/>
            </a:br>
            <a:r>
              <a:rPr lang="ko-KR"/>
              <a:t>내용을 입력해주세요</a:t>
            </a:r>
            <a:endParaRPr/>
          </a:p>
        </p:txBody>
      </p:sp>
      <p:sp>
        <p:nvSpPr>
          <p:cNvPr id="2475" name="Google Shape;2475;p31"/>
          <p:cNvSpPr txBox="1"/>
          <p:nvPr>
            <p:ph idx="7" type="body"/>
          </p:nvPr>
        </p:nvSpPr>
        <p:spPr>
          <a:xfrm>
            <a:off x="2999220" y="3931198"/>
            <a:ext cx="2453694" cy="8572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2909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ko-KR"/>
              <a:t>주제를</a:t>
            </a:r>
            <a:br>
              <a:rPr lang="ko-KR"/>
            </a:br>
            <a:r>
              <a:rPr lang="ko-KR"/>
              <a:t>입력해주세요</a:t>
            </a:r>
            <a:endParaRPr/>
          </a:p>
        </p:txBody>
      </p:sp>
      <p:sp>
        <p:nvSpPr>
          <p:cNvPr id="2476" name="Google Shape;2476;p31"/>
          <p:cNvSpPr txBox="1"/>
          <p:nvPr>
            <p:ph idx="8" type="body"/>
          </p:nvPr>
        </p:nvSpPr>
        <p:spPr>
          <a:xfrm>
            <a:off x="8158510" y="4788483"/>
            <a:ext cx="2453694" cy="11138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72000">
            <a:noAutofit/>
          </a:bodyPr>
          <a:lstStyle/>
          <a:p>
            <a:pPr indent="0" lvl="0" marL="0" rtl="0" algn="l">
              <a:lnSpc>
                <a:spcPct val="15846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</a:pPr>
            <a:r>
              <a:rPr lang="ko-KR"/>
              <a:t>내용을 입력해주세요</a:t>
            </a:r>
            <a:br>
              <a:rPr lang="ko-KR"/>
            </a:br>
            <a:r>
              <a:rPr lang="ko-KR"/>
              <a:t>내용을 입력해주세요</a:t>
            </a:r>
            <a:endParaRPr/>
          </a:p>
        </p:txBody>
      </p:sp>
      <p:sp>
        <p:nvSpPr>
          <p:cNvPr id="2477" name="Google Shape;2477;p31"/>
          <p:cNvSpPr txBox="1"/>
          <p:nvPr>
            <p:ph idx="9" type="body"/>
          </p:nvPr>
        </p:nvSpPr>
        <p:spPr>
          <a:xfrm>
            <a:off x="8158510" y="3931198"/>
            <a:ext cx="2453694" cy="8572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2909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ko-KR"/>
              <a:t>주제를</a:t>
            </a:r>
            <a:br>
              <a:rPr lang="ko-KR"/>
            </a:br>
            <a:r>
              <a:rPr lang="ko-KR"/>
              <a:t>입력해주세요</a:t>
            </a:r>
            <a:endParaRPr/>
          </a:p>
        </p:txBody>
      </p:sp>
      <p:sp>
        <p:nvSpPr>
          <p:cNvPr id="2478" name="Google Shape;2478;p31"/>
          <p:cNvSpPr txBox="1"/>
          <p:nvPr>
            <p:ph idx="13" type="body"/>
          </p:nvPr>
        </p:nvSpPr>
        <p:spPr>
          <a:xfrm>
            <a:off x="417525" y="835144"/>
            <a:ext cx="5335912" cy="5003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ko-KR"/>
              <a:t>주제를 입력해주세요</a:t>
            </a:r>
            <a:endParaRPr/>
          </a:p>
        </p:txBody>
      </p:sp>
      <p:sp>
        <p:nvSpPr>
          <p:cNvPr id="2479" name="Google Shape;2479;p31"/>
          <p:cNvSpPr/>
          <p:nvPr/>
        </p:nvSpPr>
        <p:spPr>
          <a:xfrm>
            <a:off x="1177273" y="2161655"/>
            <a:ext cx="959090" cy="997520"/>
          </a:xfrm>
          <a:custGeom>
            <a:rect b="b" l="l" r="r" t="t"/>
            <a:pathLst>
              <a:path extrusionOk="0" h="619381" w="595519">
                <a:moveTo>
                  <a:pt x="552478" y="229"/>
                </a:moveTo>
                <a:cubicBezTo>
                  <a:pt x="557281" y="-1068"/>
                  <a:pt x="561676" y="3359"/>
                  <a:pt x="560390" y="8196"/>
                </a:cubicBezTo>
                <a:lnTo>
                  <a:pt x="543041" y="73405"/>
                </a:lnTo>
                <a:cubicBezTo>
                  <a:pt x="541754" y="78243"/>
                  <a:pt x="535750" y="79863"/>
                  <a:pt x="532234" y="76322"/>
                </a:cubicBezTo>
                <a:lnTo>
                  <a:pt x="517959" y="61945"/>
                </a:lnTo>
                <a:lnTo>
                  <a:pt x="304924" y="276500"/>
                </a:lnTo>
                <a:cubicBezTo>
                  <a:pt x="299879" y="281581"/>
                  <a:pt x="291699" y="281581"/>
                  <a:pt x="286654" y="276500"/>
                </a:cubicBezTo>
                <a:lnTo>
                  <a:pt x="226283" y="215698"/>
                </a:lnTo>
                <a:lnTo>
                  <a:pt x="44556" y="398726"/>
                </a:lnTo>
                <a:cubicBezTo>
                  <a:pt x="39510" y="403808"/>
                  <a:pt x="31331" y="403808"/>
                  <a:pt x="26285" y="398727"/>
                </a:cubicBezTo>
                <a:cubicBezTo>
                  <a:pt x="21240" y="393645"/>
                  <a:pt x="21240" y="385407"/>
                  <a:pt x="26285" y="380325"/>
                </a:cubicBezTo>
                <a:lnTo>
                  <a:pt x="217147" y="188097"/>
                </a:lnTo>
                <a:cubicBezTo>
                  <a:pt x="219570" y="185656"/>
                  <a:pt x="222856" y="184286"/>
                  <a:pt x="226282" y="184286"/>
                </a:cubicBezTo>
                <a:cubicBezTo>
                  <a:pt x="229709" y="184286"/>
                  <a:pt x="232995" y="185656"/>
                  <a:pt x="235418" y="188097"/>
                </a:cubicBezTo>
                <a:lnTo>
                  <a:pt x="295789" y="248898"/>
                </a:lnTo>
                <a:lnTo>
                  <a:pt x="499688" y="43544"/>
                </a:lnTo>
                <a:lnTo>
                  <a:pt x="484836" y="28586"/>
                </a:lnTo>
                <a:cubicBezTo>
                  <a:pt x="481320" y="25044"/>
                  <a:pt x="482928" y="18997"/>
                  <a:pt x="487732" y="17701"/>
                </a:cubicBezTo>
                <a:lnTo>
                  <a:pt x="552478" y="229"/>
                </a:lnTo>
                <a:close/>
                <a:moveTo>
                  <a:pt x="440048" y="196070"/>
                </a:moveTo>
                <a:cubicBezTo>
                  <a:pt x="429346" y="196070"/>
                  <a:pt x="420670" y="204809"/>
                  <a:pt x="420670" y="215587"/>
                </a:cubicBezTo>
                <a:lnTo>
                  <a:pt x="420670" y="599864"/>
                </a:lnTo>
                <a:cubicBezTo>
                  <a:pt x="420670" y="610643"/>
                  <a:pt x="429346" y="619381"/>
                  <a:pt x="440048" y="619381"/>
                </a:cubicBezTo>
                <a:lnTo>
                  <a:pt x="576141" y="619381"/>
                </a:lnTo>
                <a:cubicBezTo>
                  <a:pt x="586843" y="619381"/>
                  <a:pt x="595519" y="610643"/>
                  <a:pt x="595519" y="599864"/>
                </a:cubicBezTo>
                <a:lnTo>
                  <a:pt x="595519" y="215587"/>
                </a:lnTo>
                <a:cubicBezTo>
                  <a:pt x="595519" y="204809"/>
                  <a:pt x="586843" y="196070"/>
                  <a:pt x="576141" y="196070"/>
                </a:cubicBezTo>
                <a:lnTo>
                  <a:pt x="440048" y="196070"/>
                </a:lnTo>
                <a:close/>
                <a:moveTo>
                  <a:pt x="210333" y="336364"/>
                </a:moveTo>
                <a:cubicBezTo>
                  <a:pt x="210333" y="325586"/>
                  <a:pt x="219009" y="316847"/>
                  <a:pt x="229712" y="316847"/>
                </a:cubicBezTo>
                <a:lnTo>
                  <a:pt x="365804" y="316847"/>
                </a:lnTo>
                <a:cubicBezTo>
                  <a:pt x="376506" y="316847"/>
                  <a:pt x="385183" y="325586"/>
                  <a:pt x="385183" y="336364"/>
                </a:cubicBezTo>
                <a:lnTo>
                  <a:pt x="385183" y="599864"/>
                </a:lnTo>
                <a:cubicBezTo>
                  <a:pt x="385183" y="610643"/>
                  <a:pt x="376506" y="619382"/>
                  <a:pt x="365804" y="619382"/>
                </a:cubicBezTo>
                <a:lnTo>
                  <a:pt x="229712" y="619382"/>
                </a:lnTo>
                <a:cubicBezTo>
                  <a:pt x="219009" y="619382"/>
                  <a:pt x="210333" y="610643"/>
                  <a:pt x="210333" y="599864"/>
                </a:cubicBezTo>
                <a:lnTo>
                  <a:pt x="210333" y="336364"/>
                </a:lnTo>
                <a:close/>
                <a:moveTo>
                  <a:pt x="0" y="458179"/>
                </a:moveTo>
                <a:cubicBezTo>
                  <a:pt x="0" y="447400"/>
                  <a:pt x="8676" y="438662"/>
                  <a:pt x="19379" y="438662"/>
                </a:cubicBezTo>
                <a:lnTo>
                  <a:pt x="155470" y="438662"/>
                </a:lnTo>
                <a:cubicBezTo>
                  <a:pt x="166173" y="438662"/>
                  <a:pt x="174850" y="447400"/>
                  <a:pt x="174850" y="458179"/>
                </a:cubicBezTo>
                <a:lnTo>
                  <a:pt x="174850" y="599864"/>
                </a:lnTo>
                <a:cubicBezTo>
                  <a:pt x="174850" y="610643"/>
                  <a:pt x="166173" y="619381"/>
                  <a:pt x="155471" y="619381"/>
                </a:cubicBezTo>
                <a:lnTo>
                  <a:pt x="19379" y="619381"/>
                </a:lnTo>
                <a:cubicBezTo>
                  <a:pt x="8676" y="619381"/>
                  <a:pt x="0" y="610643"/>
                  <a:pt x="0" y="599864"/>
                </a:cubicBezTo>
                <a:lnTo>
                  <a:pt x="0" y="458179"/>
                </a:lnTo>
                <a:close/>
              </a:path>
            </a:pathLst>
          </a:custGeom>
          <a:solidFill>
            <a:srgbClr val="FC1C4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480" name="Google Shape;2480;p31"/>
          <p:cNvGrpSpPr/>
          <p:nvPr/>
        </p:nvGrpSpPr>
        <p:grpSpPr>
          <a:xfrm>
            <a:off x="6296064" y="4467271"/>
            <a:ext cx="1019296" cy="830473"/>
            <a:chOff x="4055145" y="4413698"/>
            <a:chExt cx="632904" cy="515658"/>
          </a:xfrm>
        </p:grpSpPr>
        <p:sp>
          <p:nvSpPr>
            <p:cNvPr id="2481" name="Google Shape;2481;p31"/>
            <p:cNvSpPr/>
            <p:nvPr/>
          </p:nvSpPr>
          <p:spPr>
            <a:xfrm>
              <a:off x="4055145" y="4413698"/>
              <a:ext cx="632904" cy="515658"/>
            </a:xfrm>
            <a:custGeom>
              <a:rect b="b" l="l" r="r" t="t"/>
              <a:pathLst>
                <a:path extrusionOk="0" h="515658" w="632904">
                  <a:moveTo>
                    <a:pt x="32307" y="0"/>
                  </a:moveTo>
                  <a:cubicBezTo>
                    <a:pt x="14464" y="0"/>
                    <a:pt x="0" y="14384"/>
                    <a:pt x="0" y="32127"/>
                  </a:cubicBezTo>
                  <a:lnTo>
                    <a:pt x="0" y="483532"/>
                  </a:lnTo>
                  <a:cubicBezTo>
                    <a:pt x="0" y="501275"/>
                    <a:pt x="14464" y="515658"/>
                    <a:pt x="32307" y="515658"/>
                  </a:cubicBezTo>
                  <a:lnTo>
                    <a:pt x="600597" y="515658"/>
                  </a:lnTo>
                  <a:cubicBezTo>
                    <a:pt x="618440" y="515658"/>
                    <a:pt x="632904" y="501275"/>
                    <a:pt x="632904" y="483532"/>
                  </a:cubicBezTo>
                  <a:lnTo>
                    <a:pt x="632904" y="109493"/>
                  </a:lnTo>
                  <a:cubicBezTo>
                    <a:pt x="632904" y="91750"/>
                    <a:pt x="618440" y="77366"/>
                    <a:pt x="600597" y="77366"/>
                  </a:cubicBezTo>
                  <a:lnTo>
                    <a:pt x="292397" y="77366"/>
                  </a:lnTo>
                  <a:cubicBezTo>
                    <a:pt x="288590" y="77366"/>
                    <a:pt x="284978" y="75698"/>
                    <a:pt x="282522" y="72806"/>
                  </a:cubicBezTo>
                  <a:lnTo>
                    <a:pt x="230391" y="11402"/>
                  </a:lnTo>
                  <a:cubicBezTo>
                    <a:pt x="224252" y="4172"/>
                    <a:pt x="215221" y="0"/>
                    <a:pt x="205705" y="0"/>
                  </a:cubicBezTo>
                  <a:lnTo>
                    <a:pt x="32307" y="0"/>
                  </a:lnTo>
                  <a:close/>
                </a:path>
              </a:pathLst>
            </a:custGeom>
            <a:solidFill>
              <a:srgbClr val="FC1C4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82" name="Google Shape;2482;p31"/>
            <p:cNvSpPr/>
            <p:nvPr/>
          </p:nvSpPr>
          <p:spPr>
            <a:xfrm>
              <a:off x="4130738" y="4568238"/>
              <a:ext cx="484986" cy="25701"/>
            </a:xfrm>
            <a:custGeom>
              <a:rect b="b" l="l" r="r" t="t"/>
              <a:pathLst>
                <a:path extrusionOk="0" h="25701" w="484986">
                  <a:moveTo>
                    <a:pt x="0" y="12851"/>
                  </a:moveTo>
                  <a:cubicBezTo>
                    <a:pt x="0" y="5753"/>
                    <a:pt x="5786" y="0"/>
                    <a:pt x="12923" y="0"/>
                  </a:cubicBezTo>
                  <a:lnTo>
                    <a:pt x="472064" y="0"/>
                  </a:lnTo>
                  <a:cubicBezTo>
                    <a:pt x="479200" y="0"/>
                    <a:pt x="484987" y="5753"/>
                    <a:pt x="484987" y="12851"/>
                  </a:cubicBezTo>
                  <a:cubicBezTo>
                    <a:pt x="484987" y="19948"/>
                    <a:pt x="479200" y="25702"/>
                    <a:pt x="472064" y="25702"/>
                  </a:cubicBezTo>
                  <a:lnTo>
                    <a:pt x="12923" y="25702"/>
                  </a:lnTo>
                  <a:cubicBezTo>
                    <a:pt x="5786" y="25702"/>
                    <a:pt x="0" y="19948"/>
                    <a:pt x="0" y="1285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483" name="Google Shape;2483;p31"/>
          <p:cNvGrpSpPr/>
          <p:nvPr/>
        </p:nvGrpSpPr>
        <p:grpSpPr>
          <a:xfrm>
            <a:off x="1290948" y="4435512"/>
            <a:ext cx="709588" cy="936572"/>
            <a:chOff x="7594892" y="4402050"/>
            <a:chExt cx="440598" cy="581537"/>
          </a:xfrm>
        </p:grpSpPr>
        <p:sp>
          <p:nvSpPr>
            <p:cNvPr id="2484" name="Google Shape;2484;p31"/>
            <p:cNvSpPr/>
            <p:nvPr/>
          </p:nvSpPr>
          <p:spPr>
            <a:xfrm>
              <a:off x="7594892" y="4402050"/>
              <a:ext cx="440598" cy="581537"/>
            </a:xfrm>
            <a:custGeom>
              <a:rect b="b" l="l" r="r" t="t"/>
              <a:pathLst>
                <a:path extrusionOk="0" h="581537" w="440598">
                  <a:moveTo>
                    <a:pt x="440599" y="32409"/>
                  </a:moveTo>
                  <a:cubicBezTo>
                    <a:pt x="440599" y="14510"/>
                    <a:pt x="426174" y="0"/>
                    <a:pt x="408380" y="0"/>
                  </a:cubicBezTo>
                  <a:lnTo>
                    <a:pt x="32219" y="0"/>
                  </a:lnTo>
                  <a:cubicBezTo>
                    <a:pt x="14425" y="0"/>
                    <a:pt x="0" y="14510"/>
                    <a:pt x="0" y="32409"/>
                  </a:cubicBezTo>
                  <a:lnTo>
                    <a:pt x="0" y="549129"/>
                  </a:lnTo>
                  <a:cubicBezTo>
                    <a:pt x="0" y="567028"/>
                    <a:pt x="14425" y="581538"/>
                    <a:pt x="32219" y="581538"/>
                  </a:cubicBezTo>
                  <a:lnTo>
                    <a:pt x="294410" y="581538"/>
                  </a:lnTo>
                  <a:cubicBezTo>
                    <a:pt x="302999" y="581538"/>
                    <a:pt x="311233" y="578088"/>
                    <a:pt x="317281" y="571955"/>
                  </a:cubicBezTo>
                  <a:lnTo>
                    <a:pt x="431251" y="456404"/>
                  </a:lnTo>
                  <a:cubicBezTo>
                    <a:pt x="437239" y="450334"/>
                    <a:pt x="440599" y="442129"/>
                    <a:pt x="440599" y="433578"/>
                  </a:cubicBezTo>
                  <a:lnTo>
                    <a:pt x="440599" y="32409"/>
                  </a:lnTo>
                  <a:close/>
                </a:path>
              </a:pathLst>
            </a:custGeom>
            <a:solidFill>
              <a:srgbClr val="FC1C4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85" name="Google Shape;2485;p31"/>
            <p:cNvSpPr/>
            <p:nvPr/>
          </p:nvSpPr>
          <p:spPr>
            <a:xfrm>
              <a:off x="7859524" y="4798752"/>
              <a:ext cx="121721" cy="125289"/>
            </a:xfrm>
            <a:custGeom>
              <a:rect b="b" l="l" r="r" t="t"/>
              <a:pathLst>
                <a:path extrusionOk="0" h="125289" w="121721">
                  <a:moveTo>
                    <a:pt x="12887" y="125290"/>
                  </a:moveTo>
                  <a:cubicBezTo>
                    <a:pt x="5770" y="125290"/>
                    <a:pt x="0" y="119486"/>
                    <a:pt x="0" y="112326"/>
                  </a:cubicBezTo>
                  <a:lnTo>
                    <a:pt x="0" y="12964"/>
                  </a:lnTo>
                  <a:cubicBezTo>
                    <a:pt x="0" y="5804"/>
                    <a:pt x="5770" y="0"/>
                    <a:pt x="12887" y="0"/>
                  </a:cubicBezTo>
                  <a:lnTo>
                    <a:pt x="108834" y="0"/>
                  </a:lnTo>
                  <a:cubicBezTo>
                    <a:pt x="115952" y="0"/>
                    <a:pt x="121722" y="5804"/>
                    <a:pt x="121722" y="12964"/>
                  </a:cubicBezTo>
                  <a:cubicBezTo>
                    <a:pt x="121722" y="20123"/>
                    <a:pt x="115952" y="25927"/>
                    <a:pt x="108834" y="25927"/>
                  </a:cubicBezTo>
                  <a:lnTo>
                    <a:pt x="25775" y="25927"/>
                  </a:lnTo>
                  <a:lnTo>
                    <a:pt x="25775" y="112326"/>
                  </a:lnTo>
                  <a:cubicBezTo>
                    <a:pt x="25775" y="119486"/>
                    <a:pt x="20005" y="125290"/>
                    <a:pt x="12887" y="12529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486" name="Google Shape;2486;p31"/>
          <p:cNvSpPr/>
          <p:nvPr/>
        </p:nvSpPr>
        <p:spPr>
          <a:xfrm>
            <a:off x="6321710" y="2304521"/>
            <a:ext cx="421926" cy="698583"/>
          </a:xfrm>
          <a:custGeom>
            <a:rect b="b" l="l" r="r" t="t"/>
            <a:pathLst>
              <a:path extrusionOk="0" h="635075" w="383569">
                <a:moveTo>
                  <a:pt x="32529" y="0"/>
                </a:moveTo>
                <a:cubicBezTo>
                  <a:pt x="14563" y="0"/>
                  <a:pt x="0" y="14515"/>
                  <a:pt x="0" y="32419"/>
                </a:cubicBezTo>
                <a:lnTo>
                  <a:pt x="0" y="602656"/>
                </a:lnTo>
                <a:cubicBezTo>
                  <a:pt x="0" y="620561"/>
                  <a:pt x="14563" y="635075"/>
                  <a:pt x="32528" y="635075"/>
                </a:cubicBezTo>
                <a:lnTo>
                  <a:pt x="351041" y="635075"/>
                </a:lnTo>
                <a:cubicBezTo>
                  <a:pt x="369006" y="635075"/>
                  <a:pt x="383570" y="620561"/>
                  <a:pt x="383570" y="602656"/>
                </a:cubicBezTo>
                <a:lnTo>
                  <a:pt x="383570" y="32419"/>
                </a:lnTo>
                <a:cubicBezTo>
                  <a:pt x="383570" y="14514"/>
                  <a:pt x="369007" y="0"/>
                  <a:pt x="351041" y="0"/>
                </a:cubicBezTo>
                <a:lnTo>
                  <a:pt x="32529" y="0"/>
                </a:lnTo>
                <a:close/>
              </a:path>
            </a:pathLst>
          </a:custGeom>
          <a:solidFill>
            <a:srgbClr val="FC1C4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7" name="Google Shape;2487;p31"/>
          <p:cNvSpPr/>
          <p:nvPr/>
        </p:nvSpPr>
        <p:spPr>
          <a:xfrm>
            <a:off x="6893434" y="2304521"/>
            <a:ext cx="421926" cy="698583"/>
          </a:xfrm>
          <a:custGeom>
            <a:rect b="b" l="l" r="r" t="t"/>
            <a:pathLst>
              <a:path extrusionOk="0" h="635075" w="383569">
                <a:moveTo>
                  <a:pt x="32529" y="0"/>
                </a:moveTo>
                <a:cubicBezTo>
                  <a:pt x="14563" y="0"/>
                  <a:pt x="0" y="14515"/>
                  <a:pt x="0" y="32419"/>
                </a:cubicBezTo>
                <a:lnTo>
                  <a:pt x="0" y="602656"/>
                </a:lnTo>
                <a:cubicBezTo>
                  <a:pt x="0" y="620561"/>
                  <a:pt x="14563" y="635075"/>
                  <a:pt x="32528" y="635075"/>
                </a:cubicBezTo>
                <a:lnTo>
                  <a:pt x="351041" y="635075"/>
                </a:lnTo>
                <a:cubicBezTo>
                  <a:pt x="369006" y="635075"/>
                  <a:pt x="383570" y="620561"/>
                  <a:pt x="383570" y="602656"/>
                </a:cubicBezTo>
                <a:lnTo>
                  <a:pt x="383570" y="32419"/>
                </a:lnTo>
                <a:cubicBezTo>
                  <a:pt x="383570" y="14514"/>
                  <a:pt x="369007" y="0"/>
                  <a:pt x="351041" y="0"/>
                </a:cubicBezTo>
                <a:lnTo>
                  <a:pt x="32529" y="0"/>
                </a:lnTo>
                <a:close/>
              </a:path>
            </a:pathLst>
          </a:custGeom>
          <a:solidFill>
            <a:srgbClr val="FC1C4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8" name="Google Shape;2488;p31"/>
          <p:cNvSpPr txBox="1"/>
          <p:nvPr/>
        </p:nvSpPr>
        <p:spPr>
          <a:xfrm>
            <a:off x="6348706" y="2419582"/>
            <a:ext cx="366925" cy="396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51818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Arial"/>
              <a:buNone/>
            </a:pPr>
            <a:r>
              <a:rPr b="1" i="0" lang="ko-KR" sz="2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 b="1" i="0" sz="22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9" name="Google Shape;2489;p31"/>
          <p:cNvSpPr txBox="1"/>
          <p:nvPr/>
        </p:nvSpPr>
        <p:spPr>
          <a:xfrm>
            <a:off x="6920935" y="2419582"/>
            <a:ext cx="366925" cy="396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51818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Arial"/>
              <a:buNone/>
            </a:pPr>
            <a:r>
              <a:rPr b="1" i="0" lang="ko-KR" sz="2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 b="1" i="0" sz="22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3" name="Shape 2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4" name="Google Shape;2494;p32"/>
          <p:cNvSpPr txBox="1"/>
          <p:nvPr>
            <p:ph idx="1" type="body"/>
          </p:nvPr>
        </p:nvSpPr>
        <p:spPr>
          <a:xfrm>
            <a:off x="417525" y="182918"/>
            <a:ext cx="5335912" cy="2605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3B3B3"/>
              </a:buClr>
              <a:buSzPts val="1100"/>
              <a:buFont typeface="Arial"/>
              <a:buNone/>
            </a:pPr>
            <a:r>
              <a:rPr lang="ko-KR"/>
              <a:t>TITLE</a:t>
            </a:r>
            <a:endParaRPr/>
          </a:p>
        </p:txBody>
      </p:sp>
      <p:sp>
        <p:nvSpPr>
          <p:cNvPr id="2495" name="Google Shape;2495;p32"/>
          <p:cNvSpPr/>
          <p:nvPr>
            <p:ph idx="2" type="body"/>
          </p:nvPr>
        </p:nvSpPr>
        <p:spPr>
          <a:xfrm>
            <a:off x="516327" y="1656459"/>
            <a:ext cx="4871461" cy="654847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 cap="flat" cmpd="sng" w="222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88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300"/>
              <a:buFont typeface="Arial"/>
              <a:buNone/>
            </a:pPr>
            <a:r>
              <a:rPr lang="ko-KR"/>
              <a:t>주제를 입력해주세요</a:t>
            </a:r>
            <a:endParaRPr/>
          </a:p>
        </p:txBody>
      </p:sp>
      <p:sp>
        <p:nvSpPr>
          <p:cNvPr id="2496" name="Google Shape;2496;p32"/>
          <p:cNvSpPr txBox="1"/>
          <p:nvPr>
            <p:ph idx="3" type="body"/>
          </p:nvPr>
        </p:nvSpPr>
        <p:spPr>
          <a:xfrm>
            <a:off x="1703955" y="3511003"/>
            <a:ext cx="3683833" cy="6006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56666"/>
              </a:lnSpc>
              <a:spcBef>
                <a:spcPts val="0"/>
              </a:spcBef>
              <a:spcAft>
                <a:spcPts val="0"/>
              </a:spcAft>
              <a:buClr>
                <a:srgbClr val="9C9C9C"/>
              </a:buClr>
              <a:buSzPts val="1200"/>
              <a:buFont typeface="Arial"/>
              <a:buNone/>
            </a:pPr>
            <a:r>
              <a:rPr lang="ko-KR"/>
              <a:t>내용을 입력해주세요</a:t>
            </a:r>
            <a:br>
              <a:rPr lang="ko-KR"/>
            </a:br>
            <a:r>
              <a:rPr lang="ko-KR"/>
              <a:t>내용을 입력해주세요</a:t>
            </a:r>
            <a:endParaRPr/>
          </a:p>
        </p:txBody>
      </p:sp>
      <p:sp>
        <p:nvSpPr>
          <p:cNvPr id="2497" name="Google Shape;2497;p32"/>
          <p:cNvSpPr txBox="1"/>
          <p:nvPr>
            <p:ph idx="4" type="body"/>
          </p:nvPr>
        </p:nvSpPr>
        <p:spPr>
          <a:xfrm>
            <a:off x="1703955" y="2663776"/>
            <a:ext cx="3683833" cy="8503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72000">
            <a:noAutofit/>
          </a:bodyPr>
          <a:lstStyle/>
          <a:p>
            <a:pPr indent="0" lvl="0" marL="0" rtl="0" algn="l">
              <a:lnSpc>
                <a:spcPct val="13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ko-KR" sz="2000"/>
              <a:t>내용을</a:t>
            </a:r>
            <a:br>
              <a:rPr lang="ko-KR" sz="2000"/>
            </a:br>
            <a:r>
              <a:rPr lang="ko-KR" sz="2000"/>
              <a:t>입력해주세요</a:t>
            </a:r>
            <a:endParaRPr sz="2000"/>
          </a:p>
        </p:txBody>
      </p:sp>
      <p:sp>
        <p:nvSpPr>
          <p:cNvPr id="2498" name="Google Shape;2498;p32"/>
          <p:cNvSpPr/>
          <p:nvPr>
            <p:ph idx="5" type="body"/>
          </p:nvPr>
        </p:nvSpPr>
        <p:spPr>
          <a:xfrm>
            <a:off x="516327" y="2555990"/>
            <a:ext cx="1026000" cy="1544400"/>
          </a:xfrm>
          <a:prstGeom prst="roundRect">
            <a:avLst>
              <a:gd fmla="val 5801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635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ko-KR"/>
              <a:t>내용</a:t>
            </a:r>
            <a:endParaRPr/>
          </a:p>
        </p:txBody>
      </p:sp>
      <p:sp>
        <p:nvSpPr>
          <p:cNvPr id="2499" name="Google Shape;2499;p32"/>
          <p:cNvSpPr txBox="1"/>
          <p:nvPr>
            <p:ph idx="6" type="body"/>
          </p:nvPr>
        </p:nvSpPr>
        <p:spPr>
          <a:xfrm>
            <a:off x="6848385" y="3511003"/>
            <a:ext cx="3683833" cy="6006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56666"/>
              </a:lnSpc>
              <a:spcBef>
                <a:spcPts val="0"/>
              </a:spcBef>
              <a:spcAft>
                <a:spcPts val="0"/>
              </a:spcAft>
              <a:buClr>
                <a:srgbClr val="9C9C9C"/>
              </a:buClr>
              <a:buSzPts val="1200"/>
              <a:buFont typeface="Arial"/>
              <a:buNone/>
            </a:pPr>
            <a:r>
              <a:rPr lang="ko-KR"/>
              <a:t>내용을 입력해주세요</a:t>
            </a:r>
            <a:br>
              <a:rPr lang="ko-KR"/>
            </a:br>
            <a:r>
              <a:rPr lang="ko-KR"/>
              <a:t>내용을 입력해주세요</a:t>
            </a:r>
            <a:endParaRPr/>
          </a:p>
        </p:txBody>
      </p:sp>
      <p:sp>
        <p:nvSpPr>
          <p:cNvPr id="2500" name="Google Shape;2500;p32"/>
          <p:cNvSpPr txBox="1"/>
          <p:nvPr>
            <p:ph idx="7" type="body"/>
          </p:nvPr>
        </p:nvSpPr>
        <p:spPr>
          <a:xfrm>
            <a:off x="6848385" y="2663776"/>
            <a:ext cx="3683833" cy="8503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72000">
            <a:noAutofit/>
          </a:bodyPr>
          <a:lstStyle/>
          <a:p>
            <a:pPr indent="0" lvl="0" marL="0" rtl="0" algn="l">
              <a:lnSpc>
                <a:spcPct val="13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ko-KR" sz="2000"/>
              <a:t>내용을</a:t>
            </a:r>
            <a:br>
              <a:rPr lang="ko-KR" sz="2000"/>
            </a:br>
            <a:r>
              <a:rPr lang="ko-KR" sz="2000"/>
              <a:t>입력해주세요</a:t>
            </a:r>
            <a:endParaRPr sz="2000"/>
          </a:p>
        </p:txBody>
      </p:sp>
      <p:sp>
        <p:nvSpPr>
          <p:cNvPr id="2501" name="Google Shape;2501;p32"/>
          <p:cNvSpPr/>
          <p:nvPr>
            <p:ph idx="8" type="body"/>
          </p:nvPr>
        </p:nvSpPr>
        <p:spPr>
          <a:xfrm>
            <a:off x="5660757" y="2555990"/>
            <a:ext cx="1026000" cy="1544400"/>
          </a:xfrm>
          <a:prstGeom prst="roundRect">
            <a:avLst>
              <a:gd fmla="val 5801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635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ko-KR"/>
              <a:t>내용</a:t>
            </a:r>
            <a:endParaRPr/>
          </a:p>
        </p:txBody>
      </p:sp>
      <p:sp>
        <p:nvSpPr>
          <p:cNvPr id="2502" name="Google Shape;2502;p32"/>
          <p:cNvSpPr txBox="1"/>
          <p:nvPr>
            <p:ph idx="9" type="body"/>
          </p:nvPr>
        </p:nvSpPr>
        <p:spPr>
          <a:xfrm>
            <a:off x="1703955" y="5324034"/>
            <a:ext cx="3683833" cy="6006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56666"/>
              </a:lnSpc>
              <a:spcBef>
                <a:spcPts val="0"/>
              </a:spcBef>
              <a:spcAft>
                <a:spcPts val="0"/>
              </a:spcAft>
              <a:buClr>
                <a:srgbClr val="9C9C9C"/>
              </a:buClr>
              <a:buSzPts val="1200"/>
              <a:buFont typeface="Arial"/>
              <a:buNone/>
            </a:pPr>
            <a:r>
              <a:rPr lang="ko-KR"/>
              <a:t>내용을 입력해주세요</a:t>
            </a:r>
            <a:br>
              <a:rPr lang="ko-KR"/>
            </a:br>
            <a:r>
              <a:rPr lang="ko-KR"/>
              <a:t>내용을 입력해주세요</a:t>
            </a:r>
            <a:endParaRPr/>
          </a:p>
        </p:txBody>
      </p:sp>
      <p:sp>
        <p:nvSpPr>
          <p:cNvPr id="2503" name="Google Shape;2503;p32"/>
          <p:cNvSpPr txBox="1"/>
          <p:nvPr>
            <p:ph idx="13" type="body"/>
          </p:nvPr>
        </p:nvSpPr>
        <p:spPr>
          <a:xfrm>
            <a:off x="1703955" y="4476807"/>
            <a:ext cx="3683833" cy="8503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72000">
            <a:noAutofit/>
          </a:bodyPr>
          <a:lstStyle/>
          <a:p>
            <a:pPr indent="0" lvl="0" marL="0" rtl="0" algn="l">
              <a:lnSpc>
                <a:spcPct val="13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ko-KR" sz="2000"/>
              <a:t>내용을</a:t>
            </a:r>
            <a:br>
              <a:rPr lang="ko-KR" sz="2000"/>
            </a:br>
            <a:r>
              <a:rPr lang="ko-KR" sz="2000"/>
              <a:t>입력해주세요</a:t>
            </a:r>
            <a:endParaRPr sz="2000"/>
          </a:p>
        </p:txBody>
      </p:sp>
      <p:sp>
        <p:nvSpPr>
          <p:cNvPr id="2504" name="Google Shape;2504;p32"/>
          <p:cNvSpPr/>
          <p:nvPr>
            <p:ph idx="14" type="body"/>
          </p:nvPr>
        </p:nvSpPr>
        <p:spPr>
          <a:xfrm>
            <a:off x="516327" y="4369021"/>
            <a:ext cx="1026000" cy="1544400"/>
          </a:xfrm>
          <a:prstGeom prst="roundRect">
            <a:avLst>
              <a:gd fmla="val 5801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635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ko-KR"/>
              <a:t>내용</a:t>
            </a:r>
            <a:endParaRPr/>
          </a:p>
        </p:txBody>
      </p:sp>
      <p:sp>
        <p:nvSpPr>
          <p:cNvPr id="2505" name="Google Shape;2505;p32"/>
          <p:cNvSpPr txBox="1"/>
          <p:nvPr>
            <p:ph idx="15" type="body"/>
          </p:nvPr>
        </p:nvSpPr>
        <p:spPr>
          <a:xfrm>
            <a:off x="6848385" y="5324034"/>
            <a:ext cx="3683833" cy="6006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56666"/>
              </a:lnSpc>
              <a:spcBef>
                <a:spcPts val="0"/>
              </a:spcBef>
              <a:spcAft>
                <a:spcPts val="0"/>
              </a:spcAft>
              <a:buClr>
                <a:srgbClr val="9C9C9C"/>
              </a:buClr>
              <a:buSzPts val="1200"/>
              <a:buFont typeface="Arial"/>
              <a:buNone/>
            </a:pPr>
            <a:r>
              <a:rPr lang="ko-KR"/>
              <a:t>내용을 입력해주세요</a:t>
            </a:r>
            <a:br>
              <a:rPr lang="ko-KR"/>
            </a:br>
            <a:r>
              <a:rPr lang="ko-KR"/>
              <a:t>내용을 입력해주세요</a:t>
            </a:r>
            <a:endParaRPr/>
          </a:p>
        </p:txBody>
      </p:sp>
      <p:sp>
        <p:nvSpPr>
          <p:cNvPr id="2506" name="Google Shape;2506;p32"/>
          <p:cNvSpPr txBox="1"/>
          <p:nvPr>
            <p:ph idx="16" type="body"/>
          </p:nvPr>
        </p:nvSpPr>
        <p:spPr>
          <a:xfrm>
            <a:off x="6848385" y="4476807"/>
            <a:ext cx="3683833" cy="8503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72000">
            <a:noAutofit/>
          </a:bodyPr>
          <a:lstStyle/>
          <a:p>
            <a:pPr indent="0" lvl="0" marL="0" rtl="0" algn="l">
              <a:lnSpc>
                <a:spcPct val="13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ko-KR" sz="2000"/>
              <a:t>내용을</a:t>
            </a:r>
            <a:br>
              <a:rPr lang="ko-KR" sz="2000"/>
            </a:br>
            <a:r>
              <a:rPr lang="ko-KR" sz="2000"/>
              <a:t>입력해주세요</a:t>
            </a:r>
            <a:endParaRPr sz="2000"/>
          </a:p>
        </p:txBody>
      </p:sp>
      <p:sp>
        <p:nvSpPr>
          <p:cNvPr id="2507" name="Google Shape;2507;p32"/>
          <p:cNvSpPr/>
          <p:nvPr>
            <p:ph idx="17" type="body"/>
          </p:nvPr>
        </p:nvSpPr>
        <p:spPr>
          <a:xfrm>
            <a:off x="5660757" y="4369021"/>
            <a:ext cx="1026000" cy="1544400"/>
          </a:xfrm>
          <a:prstGeom prst="roundRect">
            <a:avLst>
              <a:gd fmla="val 5801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635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ko-KR"/>
              <a:t>내용</a:t>
            </a:r>
            <a:endParaRPr/>
          </a:p>
        </p:txBody>
      </p:sp>
      <p:sp>
        <p:nvSpPr>
          <p:cNvPr id="2508" name="Google Shape;2508;p32"/>
          <p:cNvSpPr/>
          <p:nvPr>
            <p:ph idx="18" type="body"/>
          </p:nvPr>
        </p:nvSpPr>
        <p:spPr>
          <a:xfrm>
            <a:off x="5645101" y="1656459"/>
            <a:ext cx="4871461" cy="654847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 cap="flat" cmpd="sng" w="222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88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300"/>
              <a:buFont typeface="Arial"/>
              <a:buNone/>
            </a:pPr>
            <a:r>
              <a:rPr lang="ko-KR"/>
              <a:t>주제를 입력해주세요</a:t>
            </a:r>
            <a:endParaRPr/>
          </a:p>
        </p:txBody>
      </p:sp>
      <p:sp>
        <p:nvSpPr>
          <p:cNvPr id="2509" name="Google Shape;2509;p32"/>
          <p:cNvSpPr txBox="1"/>
          <p:nvPr>
            <p:ph idx="19" type="body"/>
          </p:nvPr>
        </p:nvSpPr>
        <p:spPr>
          <a:xfrm>
            <a:off x="417525" y="835144"/>
            <a:ext cx="5335912" cy="5003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ko-KR"/>
              <a:t>주제를 입력해주세요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3" name="Shape 2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4" name="Google Shape;2514;p33"/>
          <p:cNvSpPr txBox="1"/>
          <p:nvPr>
            <p:ph idx="1" type="body"/>
          </p:nvPr>
        </p:nvSpPr>
        <p:spPr>
          <a:xfrm>
            <a:off x="417525" y="182918"/>
            <a:ext cx="5335912" cy="2605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3B3B3"/>
              </a:buClr>
              <a:buSzPts val="1100"/>
              <a:buFont typeface="Arial"/>
              <a:buNone/>
            </a:pPr>
            <a:r>
              <a:rPr lang="ko-KR"/>
              <a:t>TITLE</a:t>
            </a:r>
            <a:endParaRPr/>
          </a:p>
        </p:txBody>
      </p:sp>
      <p:sp>
        <p:nvSpPr>
          <p:cNvPr id="2515" name="Google Shape;2515;p33"/>
          <p:cNvSpPr txBox="1"/>
          <p:nvPr>
            <p:ph idx="2" type="body"/>
          </p:nvPr>
        </p:nvSpPr>
        <p:spPr>
          <a:xfrm>
            <a:off x="445233" y="3817058"/>
            <a:ext cx="2453694" cy="1678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4857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ko-KR"/>
              <a:t>내용을 입력해주세요</a:t>
            </a:r>
            <a:br>
              <a:rPr lang="ko-KR"/>
            </a:br>
            <a:r>
              <a:rPr lang="ko-KR"/>
              <a:t>내용을 입력해주세요</a:t>
            </a:r>
            <a:endParaRPr/>
          </a:p>
        </p:txBody>
      </p:sp>
      <p:sp>
        <p:nvSpPr>
          <p:cNvPr id="2516" name="Google Shape;2516;p33"/>
          <p:cNvSpPr txBox="1"/>
          <p:nvPr>
            <p:ph idx="3" type="body"/>
          </p:nvPr>
        </p:nvSpPr>
        <p:spPr>
          <a:xfrm>
            <a:off x="445233" y="3297297"/>
            <a:ext cx="2453694" cy="5363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ko-KR"/>
              <a:t>주제</a:t>
            </a:r>
            <a:endParaRPr/>
          </a:p>
        </p:txBody>
      </p:sp>
      <p:sp>
        <p:nvSpPr>
          <p:cNvPr id="2517" name="Google Shape;2517;p33"/>
          <p:cNvSpPr txBox="1"/>
          <p:nvPr>
            <p:ph idx="4" type="body"/>
          </p:nvPr>
        </p:nvSpPr>
        <p:spPr>
          <a:xfrm>
            <a:off x="3022179" y="3817058"/>
            <a:ext cx="2453694" cy="1678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5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ko-KR"/>
              <a:t>내용을 입력해주세요</a:t>
            </a:r>
            <a:br>
              <a:rPr lang="ko-KR"/>
            </a:br>
            <a:r>
              <a:rPr lang="ko-KR"/>
              <a:t>내용을 입력해주세요</a:t>
            </a:r>
            <a:endParaRPr/>
          </a:p>
        </p:txBody>
      </p:sp>
      <p:sp>
        <p:nvSpPr>
          <p:cNvPr id="2518" name="Google Shape;2518;p33"/>
          <p:cNvSpPr txBox="1"/>
          <p:nvPr>
            <p:ph idx="5" type="body"/>
          </p:nvPr>
        </p:nvSpPr>
        <p:spPr>
          <a:xfrm>
            <a:off x="3022179" y="3297297"/>
            <a:ext cx="2453694" cy="5363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ko-KR"/>
              <a:t>주제</a:t>
            </a:r>
            <a:endParaRPr/>
          </a:p>
        </p:txBody>
      </p:sp>
      <p:sp>
        <p:nvSpPr>
          <p:cNvPr id="2519" name="Google Shape;2519;p33"/>
          <p:cNvSpPr txBox="1"/>
          <p:nvPr>
            <p:ph idx="6" type="body"/>
          </p:nvPr>
        </p:nvSpPr>
        <p:spPr>
          <a:xfrm>
            <a:off x="5599125" y="3817058"/>
            <a:ext cx="2453694" cy="1678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5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ko-KR"/>
              <a:t>내용을 입력해주세요</a:t>
            </a:r>
            <a:br>
              <a:rPr lang="ko-KR"/>
            </a:br>
            <a:r>
              <a:rPr lang="ko-KR"/>
              <a:t>내용을 입력해주세요</a:t>
            </a:r>
            <a:endParaRPr/>
          </a:p>
        </p:txBody>
      </p:sp>
      <p:sp>
        <p:nvSpPr>
          <p:cNvPr id="2520" name="Google Shape;2520;p33"/>
          <p:cNvSpPr txBox="1"/>
          <p:nvPr>
            <p:ph idx="7" type="body"/>
          </p:nvPr>
        </p:nvSpPr>
        <p:spPr>
          <a:xfrm>
            <a:off x="5599125" y="3297297"/>
            <a:ext cx="2453694" cy="5363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ko-KR"/>
              <a:t>주제</a:t>
            </a:r>
            <a:endParaRPr/>
          </a:p>
        </p:txBody>
      </p:sp>
      <p:sp>
        <p:nvSpPr>
          <p:cNvPr id="2521" name="Google Shape;2521;p33"/>
          <p:cNvSpPr txBox="1"/>
          <p:nvPr>
            <p:ph idx="8" type="body"/>
          </p:nvPr>
        </p:nvSpPr>
        <p:spPr>
          <a:xfrm>
            <a:off x="8176071" y="3817058"/>
            <a:ext cx="2453694" cy="1678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5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ko-KR"/>
              <a:t>내용을 입력해주세요</a:t>
            </a:r>
            <a:br>
              <a:rPr lang="ko-KR"/>
            </a:br>
            <a:r>
              <a:rPr lang="ko-KR"/>
              <a:t>내용을 입력해주세요</a:t>
            </a:r>
            <a:endParaRPr/>
          </a:p>
        </p:txBody>
      </p:sp>
      <p:sp>
        <p:nvSpPr>
          <p:cNvPr id="2522" name="Google Shape;2522;p33"/>
          <p:cNvSpPr txBox="1"/>
          <p:nvPr>
            <p:ph idx="9" type="body"/>
          </p:nvPr>
        </p:nvSpPr>
        <p:spPr>
          <a:xfrm>
            <a:off x="8176071" y="3297297"/>
            <a:ext cx="2453694" cy="5363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ko-KR"/>
              <a:t>주제</a:t>
            </a:r>
            <a:endParaRPr/>
          </a:p>
        </p:txBody>
      </p:sp>
      <p:sp>
        <p:nvSpPr>
          <p:cNvPr id="2523" name="Google Shape;2523;p33"/>
          <p:cNvSpPr txBox="1"/>
          <p:nvPr>
            <p:ph idx="13" type="body"/>
          </p:nvPr>
        </p:nvSpPr>
        <p:spPr>
          <a:xfrm>
            <a:off x="417525" y="835144"/>
            <a:ext cx="5335912" cy="5003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ko-KR"/>
              <a:t>주제를 입력해주세요</a:t>
            </a:r>
            <a:endParaRPr/>
          </a:p>
        </p:txBody>
      </p:sp>
      <p:grpSp>
        <p:nvGrpSpPr>
          <p:cNvPr id="2524" name="Google Shape;2524;p33"/>
          <p:cNvGrpSpPr/>
          <p:nvPr/>
        </p:nvGrpSpPr>
        <p:grpSpPr>
          <a:xfrm>
            <a:off x="6588860" y="2477415"/>
            <a:ext cx="437160" cy="359525"/>
            <a:chOff x="8666228" y="1699960"/>
            <a:chExt cx="566424" cy="465834"/>
          </a:xfrm>
        </p:grpSpPr>
        <p:sp>
          <p:nvSpPr>
            <p:cNvPr id="2525" name="Google Shape;2525;p33"/>
            <p:cNvSpPr/>
            <p:nvPr/>
          </p:nvSpPr>
          <p:spPr>
            <a:xfrm>
              <a:off x="8666228" y="1812985"/>
              <a:ext cx="64097" cy="157041"/>
            </a:xfrm>
            <a:custGeom>
              <a:rect b="b" l="l" r="r" t="t"/>
              <a:pathLst>
                <a:path extrusionOk="0" h="157041" w="64097">
                  <a:moveTo>
                    <a:pt x="62378" y="6520"/>
                  </a:moveTo>
                  <a:cubicBezTo>
                    <a:pt x="58832" y="292"/>
                    <a:pt x="50966" y="-1848"/>
                    <a:pt x="44809" y="1739"/>
                  </a:cubicBezTo>
                  <a:cubicBezTo>
                    <a:pt x="18177" y="17252"/>
                    <a:pt x="0" y="45687"/>
                    <a:pt x="0" y="78521"/>
                  </a:cubicBezTo>
                  <a:cubicBezTo>
                    <a:pt x="0" y="111354"/>
                    <a:pt x="18177" y="139789"/>
                    <a:pt x="44809" y="155303"/>
                  </a:cubicBezTo>
                  <a:cubicBezTo>
                    <a:pt x="50966" y="158889"/>
                    <a:pt x="58832" y="156749"/>
                    <a:pt x="62378" y="150522"/>
                  </a:cubicBezTo>
                  <a:cubicBezTo>
                    <a:pt x="65924" y="144295"/>
                    <a:pt x="63808" y="136340"/>
                    <a:pt x="57651" y="132753"/>
                  </a:cubicBezTo>
                  <a:cubicBezTo>
                    <a:pt x="38296" y="121478"/>
                    <a:pt x="25730" y="101261"/>
                    <a:pt x="25730" y="78521"/>
                  </a:cubicBezTo>
                  <a:cubicBezTo>
                    <a:pt x="25730" y="55780"/>
                    <a:pt x="38296" y="35563"/>
                    <a:pt x="57651" y="24289"/>
                  </a:cubicBezTo>
                  <a:cubicBezTo>
                    <a:pt x="63808" y="20702"/>
                    <a:pt x="65924" y="12746"/>
                    <a:pt x="62378" y="6520"/>
                  </a:cubicBezTo>
                  <a:close/>
                </a:path>
              </a:pathLst>
            </a:custGeom>
            <a:solidFill>
              <a:srgbClr val="FC1C4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26" name="Google Shape;2526;p33"/>
            <p:cNvSpPr/>
            <p:nvPr/>
          </p:nvSpPr>
          <p:spPr>
            <a:xfrm>
              <a:off x="9032973" y="1922262"/>
              <a:ext cx="115510" cy="243532"/>
            </a:xfrm>
            <a:custGeom>
              <a:rect b="b" l="l" r="r" t="t"/>
              <a:pathLst>
                <a:path extrusionOk="0" h="243532" w="115510">
                  <a:moveTo>
                    <a:pt x="115510" y="4683"/>
                  </a:moveTo>
                  <a:cubicBezTo>
                    <a:pt x="115510" y="2097"/>
                    <a:pt x="113437" y="0"/>
                    <a:pt x="110880" y="0"/>
                  </a:cubicBezTo>
                  <a:lnTo>
                    <a:pt x="4630" y="0"/>
                  </a:lnTo>
                  <a:cubicBezTo>
                    <a:pt x="2073" y="0"/>
                    <a:pt x="0" y="2097"/>
                    <a:pt x="0" y="4683"/>
                  </a:cubicBezTo>
                  <a:lnTo>
                    <a:pt x="0" y="185121"/>
                  </a:lnTo>
                  <a:cubicBezTo>
                    <a:pt x="0" y="217381"/>
                    <a:pt x="25858" y="243533"/>
                    <a:pt x="57755" y="243533"/>
                  </a:cubicBezTo>
                </a:path>
              </a:pathLst>
            </a:custGeom>
            <a:solidFill>
              <a:srgbClr val="FC1C4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27" name="Google Shape;2527;p33"/>
            <p:cNvSpPr/>
            <p:nvPr/>
          </p:nvSpPr>
          <p:spPr>
            <a:xfrm>
              <a:off x="9032973" y="1922262"/>
              <a:ext cx="115510" cy="243532"/>
            </a:xfrm>
            <a:custGeom>
              <a:rect b="b" l="l" r="r" t="t"/>
              <a:pathLst>
                <a:path extrusionOk="0" h="243532" w="115510">
                  <a:moveTo>
                    <a:pt x="89780" y="26023"/>
                  </a:moveTo>
                  <a:lnTo>
                    <a:pt x="89780" y="185121"/>
                  </a:lnTo>
                  <a:cubicBezTo>
                    <a:pt x="89780" y="203009"/>
                    <a:pt x="75442" y="217510"/>
                    <a:pt x="57755" y="217510"/>
                  </a:cubicBezTo>
                  <a:cubicBezTo>
                    <a:pt x="40068" y="217510"/>
                    <a:pt x="25730" y="203009"/>
                    <a:pt x="25730" y="185121"/>
                  </a:cubicBezTo>
                  <a:lnTo>
                    <a:pt x="25730" y="26023"/>
                  </a:lnTo>
                  <a:lnTo>
                    <a:pt x="89780" y="26023"/>
                  </a:lnTo>
                  <a:close/>
                  <a:moveTo>
                    <a:pt x="110880" y="0"/>
                  </a:moveTo>
                  <a:cubicBezTo>
                    <a:pt x="113437" y="0"/>
                    <a:pt x="115510" y="2097"/>
                    <a:pt x="115510" y="4683"/>
                  </a:cubicBezTo>
                  <a:lnTo>
                    <a:pt x="115510" y="185121"/>
                  </a:lnTo>
                  <a:cubicBezTo>
                    <a:pt x="115510" y="217381"/>
                    <a:pt x="89652" y="243533"/>
                    <a:pt x="57755" y="243533"/>
                  </a:cubicBezTo>
                  <a:cubicBezTo>
                    <a:pt x="25858" y="243533"/>
                    <a:pt x="0" y="217381"/>
                    <a:pt x="0" y="185121"/>
                  </a:cubicBezTo>
                  <a:lnTo>
                    <a:pt x="0" y="4683"/>
                  </a:lnTo>
                  <a:cubicBezTo>
                    <a:pt x="0" y="2097"/>
                    <a:pt x="2073" y="0"/>
                    <a:pt x="4630" y="0"/>
                  </a:cubicBezTo>
                  <a:lnTo>
                    <a:pt x="110880" y="0"/>
                  </a:lnTo>
                  <a:close/>
                </a:path>
              </a:pathLst>
            </a:custGeom>
            <a:solidFill>
              <a:srgbClr val="FC1C4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28" name="Google Shape;2528;p33"/>
            <p:cNvSpPr/>
            <p:nvPr/>
          </p:nvSpPr>
          <p:spPr>
            <a:xfrm>
              <a:off x="8746023" y="1699960"/>
              <a:ext cx="317058" cy="383377"/>
            </a:xfrm>
            <a:custGeom>
              <a:rect b="b" l="l" r="r" t="t"/>
              <a:pathLst>
                <a:path extrusionOk="0" h="383377" w="317058">
                  <a:moveTo>
                    <a:pt x="317058" y="92494"/>
                  </a:moveTo>
                  <a:cubicBezTo>
                    <a:pt x="317058" y="77390"/>
                    <a:pt x="306779" y="64273"/>
                    <a:pt x="292239" y="60824"/>
                  </a:cubicBezTo>
                  <a:lnTo>
                    <a:pt x="39507" y="874"/>
                  </a:lnTo>
                  <a:cubicBezTo>
                    <a:pt x="19324" y="-3914"/>
                    <a:pt x="0" y="11576"/>
                    <a:pt x="0" y="32543"/>
                  </a:cubicBezTo>
                  <a:lnTo>
                    <a:pt x="0" y="350835"/>
                  </a:lnTo>
                  <a:cubicBezTo>
                    <a:pt x="0" y="371801"/>
                    <a:pt x="19324" y="387292"/>
                    <a:pt x="39507" y="382504"/>
                  </a:cubicBezTo>
                  <a:lnTo>
                    <a:pt x="292239" y="322554"/>
                  </a:lnTo>
                  <a:cubicBezTo>
                    <a:pt x="306779" y="319104"/>
                    <a:pt x="317058" y="305988"/>
                    <a:pt x="317058" y="290885"/>
                  </a:cubicBezTo>
                  <a:lnTo>
                    <a:pt x="317058" y="9249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29" name="Google Shape;2529;p33"/>
            <p:cNvSpPr/>
            <p:nvPr/>
          </p:nvSpPr>
          <p:spPr>
            <a:xfrm>
              <a:off x="8746023" y="1699960"/>
              <a:ext cx="317058" cy="383377"/>
            </a:xfrm>
            <a:custGeom>
              <a:rect b="b" l="l" r="r" t="t"/>
              <a:pathLst>
                <a:path extrusionOk="0" h="383377" w="317058">
                  <a:moveTo>
                    <a:pt x="33632" y="26209"/>
                  </a:moveTo>
                  <a:lnTo>
                    <a:pt x="286364" y="86160"/>
                  </a:lnTo>
                  <a:cubicBezTo>
                    <a:pt x="289272" y="86849"/>
                    <a:pt x="291328" y="89473"/>
                    <a:pt x="291328" y="92494"/>
                  </a:cubicBezTo>
                  <a:lnTo>
                    <a:pt x="291328" y="290885"/>
                  </a:lnTo>
                  <a:cubicBezTo>
                    <a:pt x="291328" y="293905"/>
                    <a:pt x="289272" y="296528"/>
                    <a:pt x="286364" y="297219"/>
                  </a:cubicBezTo>
                  <a:lnTo>
                    <a:pt x="33632" y="357169"/>
                  </a:lnTo>
                  <a:cubicBezTo>
                    <a:pt x="29595" y="358126"/>
                    <a:pt x="25730" y="355028"/>
                    <a:pt x="25730" y="350835"/>
                  </a:cubicBezTo>
                  <a:lnTo>
                    <a:pt x="25730" y="32543"/>
                  </a:lnTo>
                  <a:cubicBezTo>
                    <a:pt x="25730" y="28350"/>
                    <a:pt x="29595" y="25252"/>
                    <a:pt x="33632" y="26209"/>
                  </a:cubicBezTo>
                  <a:close/>
                  <a:moveTo>
                    <a:pt x="292239" y="60824"/>
                  </a:moveTo>
                  <a:cubicBezTo>
                    <a:pt x="306779" y="64273"/>
                    <a:pt x="317058" y="77390"/>
                    <a:pt x="317058" y="92494"/>
                  </a:cubicBezTo>
                  <a:lnTo>
                    <a:pt x="317058" y="290885"/>
                  </a:lnTo>
                  <a:cubicBezTo>
                    <a:pt x="317058" y="305988"/>
                    <a:pt x="306779" y="319104"/>
                    <a:pt x="292239" y="322554"/>
                  </a:cubicBezTo>
                  <a:lnTo>
                    <a:pt x="39507" y="382504"/>
                  </a:lnTo>
                  <a:cubicBezTo>
                    <a:pt x="19324" y="387292"/>
                    <a:pt x="0" y="371801"/>
                    <a:pt x="0" y="350835"/>
                  </a:cubicBezTo>
                  <a:lnTo>
                    <a:pt x="0" y="32543"/>
                  </a:lnTo>
                  <a:cubicBezTo>
                    <a:pt x="0" y="11576"/>
                    <a:pt x="19324" y="-3914"/>
                    <a:pt x="39507" y="874"/>
                  </a:cubicBezTo>
                  <a:lnTo>
                    <a:pt x="292239" y="60824"/>
                  </a:lnTo>
                  <a:close/>
                </a:path>
              </a:pathLst>
            </a:custGeom>
            <a:solidFill>
              <a:srgbClr val="FC1C4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30" name="Google Shape;2530;p33"/>
            <p:cNvSpPr/>
            <p:nvPr/>
          </p:nvSpPr>
          <p:spPr>
            <a:xfrm>
              <a:off x="9032972" y="1759697"/>
              <a:ext cx="199680" cy="263609"/>
            </a:xfrm>
            <a:custGeom>
              <a:rect b="b" l="l" r="r" t="t"/>
              <a:pathLst>
                <a:path extrusionOk="0" h="263609" w="199680">
                  <a:moveTo>
                    <a:pt x="72667" y="263568"/>
                  </a:moveTo>
                  <a:cubicBezTo>
                    <a:pt x="71569" y="263596"/>
                    <a:pt x="70465" y="263610"/>
                    <a:pt x="69357" y="263610"/>
                  </a:cubicBezTo>
                  <a:lnTo>
                    <a:pt x="0" y="263610"/>
                  </a:lnTo>
                  <a:lnTo>
                    <a:pt x="0" y="0"/>
                  </a:lnTo>
                  <a:lnTo>
                    <a:pt x="69357" y="0"/>
                  </a:lnTo>
                  <a:cubicBezTo>
                    <a:pt x="140280" y="0"/>
                    <a:pt x="197970" y="57296"/>
                    <a:pt x="199644" y="128618"/>
                  </a:cubicBezTo>
                  <a:cubicBezTo>
                    <a:pt x="199668" y="129678"/>
                    <a:pt x="199681" y="130740"/>
                    <a:pt x="199681" y="131805"/>
                  </a:cubicBezTo>
                  <a:cubicBezTo>
                    <a:pt x="199681" y="203480"/>
                    <a:pt x="143113" y="261792"/>
                    <a:pt x="72667" y="263568"/>
                  </a:cubicBezTo>
                  <a:close/>
                </a:path>
              </a:pathLst>
            </a:custGeom>
            <a:solidFill>
              <a:srgbClr val="FC1C4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531" name="Google Shape;2531;p33"/>
          <p:cNvGrpSpPr/>
          <p:nvPr/>
        </p:nvGrpSpPr>
        <p:grpSpPr>
          <a:xfrm>
            <a:off x="9229254" y="2466019"/>
            <a:ext cx="300652" cy="383229"/>
            <a:chOff x="6440344" y="3029737"/>
            <a:chExt cx="440185" cy="561086"/>
          </a:xfrm>
        </p:grpSpPr>
        <p:sp>
          <p:nvSpPr>
            <p:cNvPr id="2532" name="Google Shape;2532;p33"/>
            <p:cNvSpPr/>
            <p:nvPr/>
          </p:nvSpPr>
          <p:spPr>
            <a:xfrm>
              <a:off x="6440344" y="3029737"/>
              <a:ext cx="440185" cy="561086"/>
            </a:xfrm>
            <a:custGeom>
              <a:rect b="b" l="l" r="r" t="t"/>
              <a:pathLst>
                <a:path extrusionOk="0" h="561086" w="440185">
                  <a:moveTo>
                    <a:pt x="249712" y="1066"/>
                  </a:moveTo>
                  <a:cubicBezTo>
                    <a:pt x="266223" y="-3792"/>
                    <a:pt x="282773" y="8563"/>
                    <a:pt x="282773" y="25747"/>
                  </a:cubicBezTo>
                  <a:lnTo>
                    <a:pt x="282773" y="67215"/>
                  </a:lnTo>
                  <a:lnTo>
                    <a:pt x="407494" y="32532"/>
                  </a:lnTo>
                  <a:cubicBezTo>
                    <a:pt x="423922" y="27964"/>
                    <a:pt x="440185" y="40295"/>
                    <a:pt x="440185" y="57319"/>
                  </a:cubicBezTo>
                  <a:lnTo>
                    <a:pt x="440185" y="343345"/>
                  </a:lnTo>
                  <a:cubicBezTo>
                    <a:pt x="440185" y="354562"/>
                    <a:pt x="432905" y="364487"/>
                    <a:pt x="422193" y="367874"/>
                  </a:cubicBezTo>
                  <a:lnTo>
                    <a:pt x="278062" y="413444"/>
                  </a:lnTo>
                  <a:cubicBezTo>
                    <a:pt x="261445" y="418697"/>
                    <a:pt x="244505" y="406314"/>
                    <a:pt x="244505" y="388914"/>
                  </a:cubicBezTo>
                  <a:lnTo>
                    <a:pt x="244505" y="351150"/>
                  </a:lnTo>
                  <a:lnTo>
                    <a:pt x="33122" y="413899"/>
                  </a:lnTo>
                  <a:lnTo>
                    <a:pt x="33122" y="413898"/>
                  </a:lnTo>
                  <a:lnTo>
                    <a:pt x="33121" y="413898"/>
                  </a:lnTo>
                  <a:lnTo>
                    <a:pt x="33122" y="413899"/>
                  </a:lnTo>
                  <a:lnTo>
                    <a:pt x="33101" y="413905"/>
                  </a:lnTo>
                  <a:lnTo>
                    <a:pt x="25775" y="416518"/>
                  </a:lnTo>
                  <a:lnTo>
                    <a:pt x="25775" y="548222"/>
                  </a:lnTo>
                  <a:cubicBezTo>
                    <a:pt x="25775" y="555326"/>
                    <a:pt x="20005" y="561087"/>
                    <a:pt x="12888" y="561087"/>
                  </a:cubicBezTo>
                  <a:cubicBezTo>
                    <a:pt x="5770" y="561087"/>
                    <a:pt x="0" y="555326"/>
                    <a:pt x="0" y="548222"/>
                  </a:cubicBezTo>
                  <a:lnTo>
                    <a:pt x="0" y="389236"/>
                  </a:lnTo>
                  <a:lnTo>
                    <a:pt x="0" y="373895"/>
                  </a:lnTo>
                  <a:lnTo>
                    <a:pt x="0" y="93775"/>
                  </a:lnTo>
                  <a:cubicBezTo>
                    <a:pt x="0" y="82366"/>
                    <a:pt x="7526" y="72319"/>
                    <a:pt x="18489" y="69093"/>
                  </a:cubicBezTo>
                  <a:lnTo>
                    <a:pt x="249712" y="1066"/>
                  </a:lnTo>
                  <a:close/>
                  <a:moveTo>
                    <a:pt x="249712" y="1066"/>
                  </a:moveTo>
                  <a:lnTo>
                    <a:pt x="249660" y="1160"/>
                  </a:lnTo>
                  <a:lnTo>
                    <a:pt x="249663" y="1158"/>
                  </a:lnTo>
                  <a:lnTo>
                    <a:pt x="249712" y="1066"/>
                  </a:lnTo>
                  <a:close/>
                </a:path>
              </a:pathLst>
            </a:custGeom>
            <a:solidFill>
              <a:srgbClr val="FC1C4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33" name="Google Shape;2533;p33"/>
            <p:cNvSpPr/>
            <p:nvPr/>
          </p:nvSpPr>
          <p:spPr>
            <a:xfrm>
              <a:off x="6696734" y="3159921"/>
              <a:ext cx="25774" cy="154684"/>
            </a:xfrm>
            <a:custGeom>
              <a:rect b="b" l="l" r="r" t="t"/>
              <a:pathLst>
                <a:path extrusionOk="0" h="154684" w="25774">
                  <a:moveTo>
                    <a:pt x="12887" y="154684"/>
                  </a:moveTo>
                  <a:cubicBezTo>
                    <a:pt x="5770" y="154684"/>
                    <a:pt x="0" y="148925"/>
                    <a:pt x="0" y="141819"/>
                  </a:cubicBezTo>
                  <a:lnTo>
                    <a:pt x="0" y="12865"/>
                  </a:lnTo>
                  <a:cubicBezTo>
                    <a:pt x="0" y="5760"/>
                    <a:pt x="5770" y="0"/>
                    <a:pt x="12887" y="0"/>
                  </a:cubicBezTo>
                  <a:cubicBezTo>
                    <a:pt x="20005" y="0"/>
                    <a:pt x="25775" y="5760"/>
                    <a:pt x="25775" y="12865"/>
                  </a:cubicBezTo>
                  <a:lnTo>
                    <a:pt x="25775" y="141819"/>
                  </a:lnTo>
                  <a:cubicBezTo>
                    <a:pt x="25775" y="148925"/>
                    <a:pt x="20005" y="154684"/>
                    <a:pt x="12887" y="15468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534" name="Google Shape;2534;p33"/>
          <p:cNvGrpSpPr/>
          <p:nvPr/>
        </p:nvGrpSpPr>
        <p:grpSpPr>
          <a:xfrm>
            <a:off x="1488196" y="2475169"/>
            <a:ext cx="367767" cy="367768"/>
            <a:chOff x="682640" y="4412040"/>
            <a:chExt cx="538448" cy="538449"/>
          </a:xfrm>
        </p:grpSpPr>
        <p:sp>
          <p:nvSpPr>
            <p:cNvPr id="2535" name="Google Shape;2535;p33"/>
            <p:cNvSpPr/>
            <p:nvPr/>
          </p:nvSpPr>
          <p:spPr>
            <a:xfrm>
              <a:off x="682640" y="4412040"/>
              <a:ext cx="538448" cy="538449"/>
            </a:xfrm>
            <a:custGeom>
              <a:rect b="b" l="l" r="r" t="t"/>
              <a:pathLst>
                <a:path extrusionOk="0" h="538449" w="538448">
                  <a:moveTo>
                    <a:pt x="269224" y="538449"/>
                  </a:moveTo>
                  <a:cubicBezTo>
                    <a:pt x="417913" y="538449"/>
                    <a:pt x="538449" y="417913"/>
                    <a:pt x="538449" y="269225"/>
                  </a:cubicBezTo>
                  <a:cubicBezTo>
                    <a:pt x="538449" y="120536"/>
                    <a:pt x="417913" y="0"/>
                    <a:pt x="269224" y="0"/>
                  </a:cubicBezTo>
                  <a:cubicBezTo>
                    <a:pt x="120536" y="0"/>
                    <a:pt x="0" y="120536"/>
                    <a:pt x="0" y="269225"/>
                  </a:cubicBezTo>
                  <a:cubicBezTo>
                    <a:pt x="0" y="417913"/>
                    <a:pt x="120536" y="538449"/>
                    <a:pt x="269224" y="538449"/>
                  </a:cubicBezTo>
                  <a:close/>
                </a:path>
              </a:pathLst>
            </a:custGeom>
            <a:solidFill>
              <a:srgbClr val="FC1C4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36" name="Google Shape;2536;p33"/>
            <p:cNvSpPr/>
            <p:nvPr/>
          </p:nvSpPr>
          <p:spPr>
            <a:xfrm>
              <a:off x="879166" y="4748730"/>
              <a:ext cx="145389" cy="46758"/>
            </a:xfrm>
            <a:custGeom>
              <a:rect b="b" l="l" r="r" t="t"/>
              <a:pathLst>
                <a:path extrusionOk="0" h="46758" w="145389">
                  <a:moveTo>
                    <a:pt x="2831" y="4811"/>
                  </a:moveTo>
                  <a:cubicBezTo>
                    <a:pt x="7275" y="-728"/>
                    <a:pt x="15368" y="-1614"/>
                    <a:pt x="20907" y="2831"/>
                  </a:cubicBezTo>
                  <a:cubicBezTo>
                    <a:pt x="51163" y="27112"/>
                    <a:pt x="94226" y="27112"/>
                    <a:pt x="124483" y="2831"/>
                  </a:cubicBezTo>
                  <a:cubicBezTo>
                    <a:pt x="130022" y="-1614"/>
                    <a:pt x="138115" y="-728"/>
                    <a:pt x="142559" y="4811"/>
                  </a:cubicBezTo>
                  <a:cubicBezTo>
                    <a:pt x="147004" y="10350"/>
                    <a:pt x="146118" y="18443"/>
                    <a:pt x="140579" y="22887"/>
                  </a:cubicBezTo>
                  <a:cubicBezTo>
                    <a:pt x="100919" y="54715"/>
                    <a:pt x="44471" y="54715"/>
                    <a:pt x="4811" y="22887"/>
                  </a:cubicBezTo>
                  <a:cubicBezTo>
                    <a:pt x="-728" y="18443"/>
                    <a:pt x="-1614" y="10350"/>
                    <a:pt x="2831" y="481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37" name="Google Shape;2537;p33"/>
            <p:cNvSpPr/>
            <p:nvPr/>
          </p:nvSpPr>
          <p:spPr>
            <a:xfrm>
              <a:off x="862940" y="4628943"/>
              <a:ext cx="49576" cy="49576"/>
            </a:xfrm>
            <a:custGeom>
              <a:rect b="b" l="l" r="r" t="t"/>
              <a:pathLst>
                <a:path extrusionOk="0" h="49576" w="49576">
                  <a:moveTo>
                    <a:pt x="49577" y="24788"/>
                  </a:moveTo>
                  <a:cubicBezTo>
                    <a:pt x="49577" y="38479"/>
                    <a:pt x="38479" y="49577"/>
                    <a:pt x="24788" y="49577"/>
                  </a:cubicBezTo>
                  <a:cubicBezTo>
                    <a:pt x="11098" y="49577"/>
                    <a:pt x="0" y="38479"/>
                    <a:pt x="0" y="24788"/>
                  </a:cubicBezTo>
                  <a:cubicBezTo>
                    <a:pt x="0" y="11098"/>
                    <a:pt x="11098" y="0"/>
                    <a:pt x="24788" y="0"/>
                  </a:cubicBezTo>
                  <a:cubicBezTo>
                    <a:pt x="38479" y="0"/>
                    <a:pt x="49577" y="11098"/>
                    <a:pt x="49577" y="2478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38" name="Google Shape;2538;p33"/>
            <p:cNvSpPr/>
            <p:nvPr/>
          </p:nvSpPr>
          <p:spPr>
            <a:xfrm>
              <a:off x="986902" y="4628943"/>
              <a:ext cx="49576" cy="49576"/>
            </a:xfrm>
            <a:custGeom>
              <a:rect b="b" l="l" r="r" t="t"/>
              <a:pathLst>
                <a:path extrusionOk="0" h="49576" w="49576">
                  <a:moveTo>
                    <a:pt x="49577" y="24788"/>
                  </a:moveTo>
                  <a:cubicBezTo>
                    <a:pt x="49577" y="38479"/>
                    <a:pt x="38479" y="49577"/>
                    <a:pt x="24788" y="49577"/>
                  </a:cubicBezTo>
                  <a:cubicBezTo>
                    <a:pt x="11098" y="49577"/>
                    <a:pt x="0" y="38479"/>
                    <a:pt x="0" y="24788"/>
                  </a:cubicBezTo>
                  <a:cubicBezTo>
                    <a:pt x="0" y="11098"/>
                    <a:pt x="11098" y="0"/>
                    <a:pt x="24788" y="0"/>
                  </a:cubicBezTo>
                  <a:cubicBezTo>
                    <a:pt x="38479" y="0"/>
                    <a:pt x="49577" y="11098"/>
                    <a:pt x="49577" y="2478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539" name="Google Shape;2539;p33"/>
          <p:cNvGrpSpPr/>
          <p:nvPr/>
        </p:nvGrpSpPr>
        <p:grpSpPr>
          <a:xfrm>
            <a:off x="4021783" y="2423103"/>
            <a:ext cx="436013" cy="415817"/>
            <a:chOff x="666809" y="3048591"/>
            <a:chExt cx="580332" cy="553452"/>
          </a:xfrm>
        </p:grpSpPr>
        <p:sp>
          <p:nvSpPr>
            <p:cNvPr id="2540" name="Google Shape;2540;p33"/>
            <p:cNvSpPr/>
            <p:nvPr/>
          </p:nvSpPr>
          <p:spPr>
            <a:xfrm>
              <a:off x="666809" y="3048591"/>
              <a:ext cx="580332" cy="553452"/>
            </a:xfrm>
            <a:custGeom>
              <a:rect b="b" l="l" r="r" t="t"/>
              <a:pathLst>
                <a:path extrusionOk="0" h="553452" w="580332">
                  <a:moveTo>
                    <a:pt x="323801" y="19286"/>
                  </a:moveTo>
                  <a:cubicBezTo>
                    <a:pt x="308811" y="-6429"/>
                    <a:pt x="271522" y="-6429"/>
                    <a:pt x="256532" y="19286"/>
                  </a:cubicBezTo>
                  <a:lnTo>
                    <a:pt x="182802" y="145767"/>
                  </a:lnTo>
                  <a:cubicBezTo>
                    <a:pt x="180968" y="148912"/>
                    <a:pt x="177887" y="151142"/>
                    <a:pt x="174316" y="151906"/>
                  </a:cubicBezTo>
                  <a:lnTo>
                    <a:pt x="30746" y="182655"/>
                  </a:lnTo>
                  <a:cubicBezTo>
                    <a:pt x="1558" y="188907"/>
                    <a:pt x="-9965" y="224225"/>
                    <a:pt x="9959" y="246369"/>
                  </a:cubicBezTo>
                  <a:lnTo>
                    <a:pt x="107961" y="355287"/>
                  </a:lnTo>
                  <a:cubicBezTo>
                    <a:pt x="110399" y="357996"/>
                    <a:pt x="111576" y="361604"/>
                    <a:pt x="111202" y="365222"/>
                  </a:cubicBezTo>
                  <a:lnTo>
                    <a:pt x="96201" y="510707"/>
                  </a:lnTo>
                  <a:cubicBezTo>
                    <a:pt x="93152" y="540284"/>
                    <a:pt x="123319" y="562112"/>
                    <a:pt x="150623" y="550084"/>
                  </a:cubicBezTo>
                  <a:lnTo>
                    <a:pt x="284922" y="490918"/>
                  </a:lnTo>
                  <a:cubicBezTo>
                    <a:pt x="288262" y="489446"/>
                    <a:pt x="292071" y="489446"/>
                    <a:pt x="295411" y="490918"/>
                  </a:cubicBezTo>
                  <a:lnTo>
                    <a:pt x="429709" y="550084"/>
                  </a:lnTo>
                  <a:cubicBezTo>
                    <a:pt x="457013" y="562113"/>
                    <a:pt x="487181" y="540284"/>
                    <a:pt x="484131" y="510707"/>
                  </a:cubicBezTo>
                  <a:lnTo>
                    <a:pt x="469129" y="365222"/>
                  </a:lnTo>
                  <a:cubicBezTo>
                    <a:pt x="468757" y="361604"/>
                    <a:pt x="469934" y="357996"/>
                    <a:pt x="472371" y="355287"/>
                  </a:cubicBezTo>
                  <a:lnTo>
                    <a:pt x="570373" y="246369"/>
                  </a:lnTo>
                  <a:cubicBezTo>
                    <a:pt x="590297" y="224225"/>
                    <a:pt x="578775" y="188907"/>
                    <a:pt x="549586" y="182655"/>
                  </a:cubicBezTo>
                  <a:lnTo>
                    <a:pt x="406016" y="151906"/>
                  </a:lnTo>
                  <a:cubicBezTo>
                    <a:pt x="402445" y="151142"/>
                    <a:pt x="399364" y="148912"/>
                    <a:pt x="397531" y="145767"/>
                  </a:cubicBezTo>
                  <a:lnTo>
                    <a:pt x="323801" y="19286"/>
                  </a:lnTo>
                  <a:close/>
                </a:path>
              </a:pathLst>
            </a:custGeom>
            <a:solidFill>
              <a:srgbClr val="FC1C4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41" name="Google Shape;2541;p33"/>
            <p:cNvSpPr/>
            <p:nvPr/>
          </p:nvSpPr>
          <p:spPr>
            <a:xfrm>
              <a:off x="812088" y="3149144"/>
              <a:ext cx="150718" cy="142998"/>
            </a:xfrm>
            <a:custGeom>
              <a:rect b="b" l="l" r="r" t="t"/>
              <a:pathLst>
                <a:path extrusionOk="0" h="142998" w="150718">
                  <a:moveTo>
                    <a:pt x="144216" y="1721"/>
                  </a:moveTo>
                  <a:cubicBezTo>
                    <a:pt x="150422" y="5276"/>
                    <a:pt x="152559" y="13169"/>
                    <a:pt x="148990" y="19350"/>
                  </a:cubicBezTo>
                  <a:lnTo>
                    <a:pt x="96831" y="109659"/>
                  </a:lnTo>
                  <a:cubicBezTo>
                    <a:pt x="91635" y="118654"/>
                    <a:pt x="83032" y="125197"/>
                    <a:pt x="72950" y="127820"/>
                  </a:cubicBezTo>
                  <a:lnTo>
                    <a:pt x="16244" y="142576"/>
                  </a:lnTo>
                  <a:cubicBezTo>
                    <a:pt x="9317" y="144378"/>
                    <a:pt x="2234" y="140247"/>
                    <a:pt x="424" y="133348"/>
                  </a:cubicBezTo>
                  <a:cubicBezTo>
                    <a:pt x="-1386" y="126449"/>
                    <a:pt x="2763" y="119396"/>
                    <a:pt x="9690" y="117593"/>
                  </a:cubicBezTo>
                  <a:lnTo>
                    <a:pt x="66395" y="102838"/>
                  </a:lnTo>
                  <a:cubicBezTo>
                    <a:pt x="69756" y="101964"/>
                    <a:pt x="72624" y="99783"/>
                    <a:pt x="74356" y="96784"/>
                  </a:cubicBezTo>
                  <a:lnTo>
                    <a:pt x="126515" y="6476"/>
                  </a:lnTo>
                  <a:cubicBezTo>
                    <a:pt x="130084" y="295"/>
                    <a:pt x="138010" y="-1834"/>
                    <a:pt x="144216" y="172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6" name="Shape 2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7" name="Google Shape;2547;p34"/>
          <p:cNvSpPr txBox="1"/>
          <p:nvPr>
            <p:ph idx="1" type="body"/>
          </p:nvPr>
        </p:nvSpPr>
        <p:spPr>
          <a:xfrm>
            <a:off x="417525" y="182918"/>
            <a:ext cx="5335912" cy="2605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3B3B3"/>
              </a:buClr>
              <a:buSzPts val="1100"/>
              <a:buFont typeface="Arial"/>
              <a:buNone/>
            </a:pPr>
            <a:r>
              <a:rPr lang="ko-KR"/>
              <a:t>TITLE</a:t>
            </a:r>
            <a:endParaRPr/>
          </a:p>
        </p:txBody>
      </p:sp>
      <p:sp>
        <p:nvSpPr>
          <p:cNvPr id="2548" name="Google Shape;2548;p34"/>
          <p:cNvSpPr txBox="1"/>
          <p:nvPr>
            <p:ph idx="2" type="body"/>
          </p:nvPr>
        </p:nvSpPr>
        <p:spPr>
          <a:xfrm>
            <a:off x="1206882" y="1992881"/>
            <a:ext cx="3499620" cy="4757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42727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Arial"/>
              <a:buNone/>
            </a:pPr>
            <a:r>
              <a:rPr lang="ko-KR"/>
              <a:t>주제를 입력해주세요</a:t>
            </a:r>
            <a:endParaRPr/>
          </a:p>
        </p:txBody>
      </p:sp>
      <p:sp>
        <p:nvSpPr>
          <p:cNvPr id="2549" name="Google Shape;2549;p34"/>
          <p:cNvSpPr txBox="1"/>
          <p:nvPr>
            <p:ph idx="3" type="body"/>
          </p:nvPr>
        </p:nvSpPr>
        <p:spPr>
          <a:xfrm>
            <a:off x="1206882" y="2439823"/>
            <a:ext cx="3499620" cy="83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ko-KR"/>
              <a:t>내용을 입력해주세요</a:t>
            </a:r>
            <a:br>
              <a:rPr lang="ko-KR"/>
            </a:br>
            <a:r>
              <a:rPr lang="ko-KR"/>
              <a:t>내용을 입력해주세요</a:t>
            </a:r>
            <a:endParaRPr/>
          </a:p>
        </p:txBody>
      </p:sp>
      <p:sp>
        <p:nvSpPr>
          <p:cNvPr id="2550" name="Google Shape;2550;p34"/>
          <p:cNvSpPr txBox="1"/>
          <p:nvPr>
            <p:ph idx="4" type="body"/>
          </p:nvPr>
        </p:nvSpPr>
        <p:spPr>
          <a:xfrm>
            <a:off x="6360773" y="1994001"/>
            <a:ext cx="3499620" cy="4757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42727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Arial"/>
              <a:buNone/>
            </a:pPr>
            <a:r>
              <a:rPr lang="ko-KR"/>
              <a:t>주제를 입력해주세요</a:t>
            </a:r>
            <a:endParaRPr/>
          </a:p>
        </p:txBody>
      </p:sp>
      <p:sp>
        <p:nvSpPr>
          <p:cNvPr id="2551" name="Google Shape;2551;p34"/>
          <p:cNvSpPr txBox="1"/>
          <p:nvPr>
            <p:ph idx="5" type="body"/>
          </p:nvPr>
        </p:nvSpPr>
        <p:spPr>
          <a:xfrm>
            <a:off x="6360773" y="2440942"/>
            <a:ext cx="3499620" cy="83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4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ko-KR"/>
              <a:t>내용을 입력해주세요</a:t>
            </a:r>
            <a:br>
              <a:rPr lang="ko-KR"/>
            </a:br>
            <a:r>
              <a:rPr lang="ko-KR"/>
              <a:t>내용을 입력해주세요</a:t>
            </a:r>
            <a:endParaRPr/>
          </a:p>
        </p:txBody>
      </p:sp>
      <p:sp>
        <p:nvSpPr>
          <p:cNvPr id="2552" name="Google Shape;2552;p34"/>
          <p:cNvSpPr txBox="1"/>
          <p:nvPr>
            <p:ph idx="6" type="body"/>
          </p:nvPr>
        </p:nvSpPr>
        <p:spPr>
          <a:xfrm>
            <a:off x="1206882" y="4253581"/>
            <a:ext cx="3499620" cy="4757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42727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Arial"/>
              <a:buNone/>
            </a:pPr>
            <a:r>
              <a:rPr lang="ko-KR"/>
              <a:t>주제를 입력해주세요</a:t>
            </a:r>
            <a:endParaRPr/>
          </a:p>
        </p:txBody>
      </p:sp>
      <p:sp>
        <p:nvSpPr>
          <p:cNvPr id="2553" name="Google Shape;2553;p34"/>
          <p:cNvSpPr txBox="1"/>
          <p:nvPr>
            <p:ph idx="7" type="body"/>
          </p:nvPr>
        </p:nvSpPr>
        <p:spPr>
          <a:xfrm>
            <a:off x="1206882" y="4700522"/>
            <a:ext cx="3499620" cy="83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4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ko-KR"/>
              <a:t>내용을 입력해주세요</a:t>
            </a:r>
            <a:br>
              <a:rPr lang="ko-KR"/>
            </a:br>
            <a:r>
              <a:rPr lang="ko-KR"/>
              <a:t>내용을 입력해주세요</a:t>
            </a:r>
            <a:endParaRPr/>
          </a:p>
        </p:txBody>
      </p:sp>
      <p:sp>
        <p:nvSpPr>
          <p:cNvPr id="2554" name="Google Shape;2554;p34"/>
          <p:cNvSpPr txBox="1"/>
          <p:nvPr>
            <p:ph idx="8" type="body"/>
          </p:nvPr>
        </p:nvSpPr>
        <p:spPr>
          <a:xfrm>
            <a:off x="6360773" y="4253581"/>
            <a:ext cx="3499620" cy="4757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42727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Arial"/>
              <a:buNone/>
            </a:pPr>
            <a:r>
              <a:rPr lang="ko-KR"/>
              <a:t>주제를 입력해주세요</a:t>
            </a:r>
            <a:endParaRPr/>
          </a:p>
        </p:txBody>
      </p:sp>
      <p:sp>
        <p:nvSpPr>
          <p:cNvPr id="2555" name="Google Shape;2555;p34"/>
          <p:cNvSpPr txBox="1"/>
          <p:nvPr>
            <p:ph idx="9" type="body"/>
          </p:nvPr>
        </p:nvSpPr>
        <p:spPr>
          <a:xfrm>
            <a:off x="6360773" y="4700522"/>
            <a:ext cx="3499620" cy="83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4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ko-KR"/>
              <a:t>내용을 입력해주세요</a:t>
            </a:r>
            <a:br>
              <a:rPr lang="ko-KR"/>
            </a:br>
            <a:r>
              <a:rPr lang="ko-KR"/>
              <a:t>내용을 입력해주세요</a:t>
            </a:r>
            <a:endParaRPr/>
          </a:p>
        </p:txBody>
      </p:sp>
      <p:sp>
        <p:nvSpPr>
          <p:cNvPr id="2556" name="Google Shape;2556;p34"/>
          <p:cNvSpPr txBox="1"/>
          <p:nvPr>
            <p:ph idx="14" type="body"/>
          </p:nvPr>
        </p:nvSpPr>
        <p:spPr>
          <a:xfrm>
            <a:off x="417525" y="835144"/>
            <a:ext cx="5335912" cy="5003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ko-KR"/>
              <a:t>주제를 입력해주세요</a:t>
            </a:r>
            <a:endParaRPr/>
          </a:p>
        </p:txBody>
      </p:sp>
      <p:grpSp>
        <p:nvGrpSpPr>
          <p:cNvPr id="2557" name="Google Shape;2557;p34"/>
          <p:cNvGrpSpPr/>
          <p:nvPr/>
        </p:nvGrpSpPr>
        <p:grpSpPr>
          <a:xfrm>
            <a:off x="5187013" y="3248319"/>
            <a:ext cx="640046" cy="526382"/>
            <a:chOff x="8666228" y="1699960"/>
            <a:chExt cx="566424" cy="465834"/>
          </a:xfrm>
        </p:grpSpPr>
        <p:sp>
          <p:nvSpPr>
            <p:cNvPr id="2558" name="Google Shape;2558;p34"/>
            <p:cNvSpPr/>
            <p:nvPr/>
          </p:nvSpPr>
          <p:spPr>
            <a:xfrm>
              <a:off x="8666228" y="1812985"/>
              <a:ext cx="64097" cy="157041"/>
            </a:xfrm>
            <a:custGeom>
              <a:rect b="b" l="l" r="r" t="t"/>
              <a:pathLst>
                <a:path extrusionOk="0" h="157041" w="64097">
                  <a:moveTo>
                    <a:pt x="62378" y="6520"/>
                  </a:moveTo>
                  <a:cubicBezTo>
                    <a:pt x="58832" y="292"/>
                    <a:pt x="50966" y="-1848"/>
                    <a:pt x="44809" y="1739"/>
                  </a:cubicBezTo>
                  <a:cubicBezTo>
                    <a:pt x="18177" y="17252"/>
                    <a:pt x="0" y="45687"/>
                    <a:pt x="0" y="78521"/>
                  </a:cubicBezTo>
                  <a:cubicBezTo>
                    <a:pt x="0" y="111354"/>
                    <a:pt x="18177" y="139789"/>
                    <a:pt x="44809" y="155303"/>
                  </a:cubicBezTo>
                  <a:cubicBezTo>
                    <a:pt x="50966" y="158889"/>
                    <a:pt x="58832" y="156749"/>
                    <a:pt x="62378" y="150522"/>
                  </a:cubicBezTo>
                  <a:cubicBezTo>
                    <a:pt x="65924" y="144295"/>
                    <a:pt x="63808" y="136340"/>
                    <a:pt x="57651" y="132753"/>
                  </a:cubicBezTo>
                  <a:cubicBezTo>
                    <a:pt x="38296" y="121478"/>
                    <a:pt x="25730" y="101261"/>
                    <a:pt x="25730" y="78521"/>
                  </a:cubicBezTo>
                  <a:cubicBezTo>
                    <a:pt x="25730" y="55780"/>
                    <a:pt x="38296" y="35563"/>
                    <a:pt x="57651" y="24289"/>
                  </a:cubicBezTo>
                  <a:cubicBezTo>
                    <a:pt x="63808" y="20702"/>
                    <a:pt x="65924" y="12746"/>
                    <a:pt x="62378" y="6520"/>
                  </a:cubicBezTo>
                  <a:close/>
                </a:path>
              </a:pathLst>
            </a:custGeom>
            <a:solidFill>
              <a:srgbClr val="FC1C4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59" name="Google Shape;2559;p34"/>
            <p:cNvSpPr/>
            <p:nvPr/>
          </p:nvSpPr>
          <p:spPr>
            <a:xfrm>
              <a:off x="9032973" y="1922262"/>
              <a:ext cx="115510" cy="243532"/>
            </a:xfrm>
            <a:custGeom>
              <a:rect b="b" l="l" r="r" t="t"/>
              <a:pathLst>
                <a:path extrusionOk="0" h="243532" w="115510">
                  <a:moveTo>
                    <a:pt x="115510" y="4683"/>
                  </a:moveTo>
                  <a:cubicBezTo>
                    <a:pt x="115510" y="2097"/>
                    <a:pt x="113437" y="0"/>
                    <a:pt x="110880" y="0"/>
                  </a:cubicBezTo>
                  <a:lnTo>
                    <a:pt x="4630" y="0"/>
                  </a:lnTo>
                  <a:cubicBezTo>
                    <a:pt x="2073" y="0"/>
                    <a:pt x="0" y="2097"/>
                    <a:pt x="0" y="4683"/>
                  </a:cubicBezTo>
                  <a:lnTo>
                    <a:pt x="0" y="185121"/>
                  </a:lnTo>
                  <a:cubicBezTo>
                    <a:pt x="0" y="217381"/>
                    <a:pt x="25858" y="243533"/>
                    <a:pt x="57755" y="243533"/>
                  </a:cubicBezTo>
                </a:path>
              </a:pathLst>
            </a:custGeom>
            <a:solidFill>
              <a:srgbClr val="FC1C4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60" name="Google Shape;2560;p34"/>
            <p:cNvSpPr/>
            <p:nvPr/>
          </p:nvSpPr>
          <p:spPr>
            <a:xfrm>
              <a:off x="9032973" y="1922262"/>
              <a:ext cx="115510" cy="243532"/>
            </a:xfrm>
            <a:custGeom>
              <a:rect b="b" l="l" r="r" t="t"/>
              <a:pathLst>
                <a:path extrusionOk="0" h="243532" w="115510">
                  <a:moveTo>
                    <a:pt x="89780" y="26023"/>
                  </a:moveTo>
                  <a:lnTo>
                    <a:pt x="89780" y="185121"/>
                  </a:lnTo>
                  <a:cubicBezTo>
                    <a:pt x="89780" y="203009"/>
                    <a:pt x="75442" y="217510"/>
                    <a:pt x="57755" y="217510"/>
                  </a:cubicBezTo>
                  <a:cubicBezTo>
                    <a:pt x="40068" y="217510"/>
                    <a:pt x="25730" y="203009"/>
                    <a:pt x="25730" y="185121"/>
                  </a:cubicBezTo>
                  <a:lnTo>
                    <a:pt x="25730" y="26023"/>
                  </a:lnTo>
                  <a:lnTo>
                    <a:pt x="89780" y="26023"/>
                  </a:lnTo>
                  <a:close/>
                  <a:moveTo>
                    <a:pt x="110880" y="0"/>
                  </a:moveTo>
                  <a:cubicBezTo>
                    <a:pt x="113437" y="0"/>
                    <a:pt x="115510" y="2097"/>
                    <a:pt x="115510" y="4683"/>
                  </a:cubicBezTo>
                  <a:lnTo>
                    <a:pt x="115510" y="185121"/>
                  </a:lnTo>
                  <a:cubicBezTo>
                    <a:pt x="115510" y="217381"/>
                    <a:pt x="89652" y="243533"/>
                    <a:pt x="57755" y="243533"/>
                  </a:cubicBezTo>
                  <a:cubicBezTo>
                    <a:pt x="25858" y="243533"/>
                    <a:pt x="0" y="217381"/>
                    <a:pt x="0" y="185121"/>
                  </a:cubicBezTo>
                  <a:lnTo>
                    <a:pt x="0" y="4683"/>
                  </a:lnTo>
                  <a:cubicBezTo>
                    <a:pt x="0" y="2097"/>
                    <a:pt x="2073" y="0"/>
                    <a:pt x="4630" y="0"/>
                  </a:cubicBezTo>
                  <a:lnTo>
                    <a:pt x="110880" y="0"/>
                  </a:lnTo>
                  <a:close/>
                </a:path>
              </a:pathLst>
            </a:custGeom>
            <a:solidFill>
              <a:srgbClr val="FC1C4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61" name="Google Shape;2561;p34"/>
            <p:cNvSpPr/>
            <p:nvPr/>
          </p:nvSpPr>
          <p:spPr>
            <a:xfrm>
              <a:off x="8746023" y="1699960"/>
              <a:ext cx="317058" cy="383377"/>
            </a:xfrm>
            <a:custGeom>
              <a:rect b="b" l="l" r="r" t="t"/>
              <a:pathLst>
                <a:path extrusionOk="0" h="383377" w="317058">
                  <a:moveTo>
                    <a:pt x="317058" y="92494"/>
                  </a:moveTo>
                  <a:cubicBezTo>
                    <a:pt x="317058" y="77390"/>
                    <a:pt x="306779" y="64273"/>
                    <a:pt x="292239" y="60824"/>
                  </a:cubicBezTo>
                  <a:lnTo>
                    <a:pt x="39507" y="874"/>
                  </a:lnTo>
                  <a:cubicBezTo>
                    <a:pt x="19324" y="-3914"/>
                    <a:pt x="0" y="11576"/>
                    <a:pt x="0" y="32543"/>
                  </a:cubicBezTo>
                  <a:lnTo>
                    <a:pt x="0" y="350835"/>
                  </a:lnTo>
                  <a:cubicBezTo>
                    <a:pt x="0" y="371801"/>
                    <a:pt x="19324" y="387292"/>
                    <a:pt x="39507" y="382504"/>
                  </a:cubicBezTo>
                  <a:lnTo>
                    <a:pt x="292239" y="322554"/>
                  </a:lnTo>
                  <a:cubicBezTo>
                    <a:pt x="306779" y="319104"/>
                    <a:pt x="317058" y="305988"/>
                    <a:pt x="317058" y="290885"/>
                  </a:cubicBezTo>
                  <a:lnTo>
                    <a:pt x="317058" y="9249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62" name="Google Shape;2562;p34"/>
            <p:cNvSpPr/>
            <p:nvPr/>
          </p:nvSpPr>
          <p:spPr>
            <a:xfrm>
              <a:off x="8746023" y="1699960"/>
              <a:ext cx="317058" cy="383377"/>
            </a:xfrm>
            <a:custGeom>
              <a:rect b="b" l="l" r="r" t="t"/>
              <a:pathLst>
                <a:path extrusionOk="0" h="383377" w="317058">
                  <a:moveTo>
                    <a:pt x="33632" y="26209"/>
                  </a:moveTo>
                  <a:lnTo>
                    <a:pt x="286364" y="86160"/>
                  </a:lnTo>
                  <a:cubicBezTo>
                    <a:pt x="289272" y="86849"/>
                    <a:pt x="291328" y="89473"/>
                    <a:pt x="291328" y="92494"/>
                  </a:cubicBezTo>
                  <a:lnTo>
                    <a:pt x="291328" y="290885"/>
                  </a:lnTo>
                  <a:cubicBezTo>
                    <a:pt x="291328" y="293905"/>
                    <a:pt x="289272" y="296528"/>
                    <a:pt x="286364" y="297219"/>
                  </a:cubicBezTo>
                  <a:lnTo>
                    <a:pt x="33632" y="357169"/>
                  </a:lnTo>
                  <a:cubicBezTo>
                    <a:pt x="29595" y="358126"/>
                    <a:pt x="25730" y="355028"/>
                    <a:pt x="25730" y="350835"/>
                  </a:cubicBezTo>
                  <a:lnTo>
                    <a:pt x="25730" y="32543"/>
                  </a:lnTo>
                  <a:cubicBezTo>
                    <a:pt x="25730" y="28350"/>
                    <a:pt x="29595" y="25252"/>
                    <a:pt x="33632" y="26209"/>
                  </a:cubicBezTo>
                  <a:close/>
                  <a:moveTo>
                    <a:pt x="292239" y="60824"/>
                  </a:moveTo>
                  <a:cubicBezTo>
                    <a:pt x="306779" y="64273"/>
                    <a:pt x="317058" y="77390"/>
                    <a:pt x="317058" y="92494"/>
                  </a:cubicBezTo>
                  <a:lnTo>
                    <a:pt x="317058" y="290885"/>
                  </a:lnTo>
                  <a:cubicBezTo>
                    <a:pt x="317058" y="305988"/>
                    <a:pt x="306779" y="319104"/>
                    <a:pt x="292239" y="322554"/>
                  </a:cubicBezTo>
                  <a:lnTo>
                    <a:pt x="39507" y="382504"/>
                  </a:lnTo>
                  <a:cubicBezTo>
                    <a:pt x="19324" y="387292"/>
                    <a:pt x="0" y="371801"/>
                    <a:pt x="0" y="350835"/>
                  </a:cubicBezTo>
                  <a:lnTo>
                    <a:pt x="0" y="32543"/>
                  </a:lnTo>
                  <a:cubicBezTo>
                    <a:pt x="0" y="11576"/>
                    <a:pt x="19324" y="-3914"/>
                    <a:pt x="39507" y="874"/>
                  </a:cubicBezTo>
                  <a:lnTo>
                    <a:pt x="292239" y="60824"/>
                  </a:lnTo>
                  <a:close/>
                </a:path>
              </a:pathLst>
            </a:custGeom>
            <a:solidFill>
              <a:srgbClr val="FC1C4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63" name="Google Shape;2563;p34"/>
            <p:cNvSpPr/>
            <p:nvPr/>
          </p:nvSpPr>
          <p:spPr>
            <a:xfrm>
              <a:off x="9032972" y="1759697"/>
              <a:ext cx="199680" cy="263609"/>
            </a:xfrm>
            <a:custGeom>
              <a:rect b="b" l="l" r="r" t="t"/>
              <a:pathLst>
                <a:path extrusionOk="0" h="263609" w="199680">
                  <a:moveTo>
                    <a:pt x="72667" y="263568"/>
                  </a:moveTo>
                  <a:cubicBezTo>
                    <a:pt x="71569" y="263596"/>
                    <a:pt x="70465" y="263610"/>
                    <a:pt x="69357" y="263610"/>
                  </a:cubicBezTo>
                  <a:lnTo>
                    <a:pt x="0" y="263610"/>
                  </a:lnTo>
                  <a:lnTo>
                    <a:pt x="0" y="0"/>
                  </a:lnTo>
                  <a:lnTo>
                    <a:pt x="69357" y="0"/>
                  </a:lnTo>
                  <a:cubicBezTo>
                    <a:pt x="140280" y="0"/>
                    <a:pt x="197970" y="57296"/>
                    <a:pt x="199644" y="128618"/>
                  </a:cubicBezTo>
                  <a:cubicBezTo>
                    <a:pt x="199668" y="129678"/>
                    <a:pt x="199681" y="130740"/>
                    <a:pt x="199681" y="131805"/>
                  </a:cubicBezTo>
                  <a:cubicBezTo>
                    <a:pt x="199681" y="203480"/>
                    <a:pt x="143113" y="261792"/>
                    <a:pt x="72667" y="263568"/>
                  </a:cubicBezTo>
                  <a:close/>
                </a:path>
              </a:pathLst>
            </a:custGeom>
            <a:solidFill>
              <a:srgbClr val="FC1C4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564" name="Google Shape;2564;p34"/>
          <p:cNvSpPr txBox="1"/>
          <p:nvPr>
            <p:ph idx="13" type="body"/>
          </p:nvPr>
        </p:nvSpPr>
        <p:spPr>
          <a:xfrm>
            <a:off x="4630794" y="3843479"/>
            <a:ext cx="1795858" cy="4757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42727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Arial"/>
              <a:buNone/>
            </a:pPr>
            <a:r>
              <a:rPr b="1" i="0" lang="ko-KR" sz="22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주제</a:t>
            </a:r>
            <a:endParaRPr b="1" i="0" sz="2200" u="none" cap="none" strike="noStrike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8" name="Shape 2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9" name="Google Shape;2569;p35"/>
          <p:cNvSpPr txBox="1"/>
          <p:nvPr>
            <p:ph idx="1" type="body"/>
          </p:nvPr>
        </p:nvSpPr>
        <p:spPr>
          <a:xfrm>
            <a:off x="417525" y="182918"/>
            <a:ext cx="5335912" cy="2605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3B3B3"/>
              </a:buClr>
              <a:buSzPts val="1100"/>
              <a:buFont typeface="Arial"/>
              <a:buNone/>
            </a:pPr>
            <a:r>
              <a:rPr lang="ko-KR"/>
              <a:t>TITLE</a:t>
            </a:r>
            <a:endParaRPr/>
          </a:p>
        </p:txBody>
      </p:sp>
      <p:sp>
        <p:nvSpPr>
          <p:cNvPr id="2570" name="Google Shape;2570;p35"/>
          <p:cNvSpPr txBox="1"/>
          <p:nvPr>
            <p:ph idx="2" type="body"/>
          </p:nvPr>
        </p:nvSpPr>
        <p:spPr>
          <a:xfrm>
            <a:off x="804375" y="2094594"/>
            <a:ext cx="2843062" cy="108766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rtl="0" algn="ctr">
              <a:lnSpc>
                <a:spcPct val="14857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ko-KR"/>
              <a:t>내용을 입력해주세요</a:t>
            </a:r>
            <a:br>
              <a:rPr lang="ko-KR"/>
            </a:br>
            <a:r>
              <a:rPr lang="ko-KR"/>
              <a:t>내용을 입력해주세요</a:t>
            </a:r>
            <a:endParaRPr/>
          </a:p>
        </p:txBody>
      </p:sp>
      <p:sp>
        <p:nvSpPr>
          <p:cNvPr id="2571" name="Google Shape;2571;p35"/>
          <p:cNvSpPr txBox="1"/>
          <p:nvPr>
            <p:ph idx="3" type="body"/>
          </p:nvPr>
        </p:nvSpPr>
        <p:spPr>
          <a:xfrm>
            <a:off x="7389997" y="2092972"/>
            <a:ext cx="2843062" cy="108766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rtl="0" algn="ctr">
              <a:lnSpc>
                <a:spcPct val="14857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ko-KR"/>
              <a:t>내용을 입력해주세요</a:t>
            </a:r>
            <a:br>
              <a:rPr lang="ko-KR"/>
            </a:br>
            <a:r>
              <a:rPr lang="ko-KR"/>
              <a:t>내용을 입력해주세요</a:t>
            </a:r>
            <a:endParaRPr/>
          </a:p>
        </p:txBody>
      </p:sp>
      <p:sp>
        <p:nvSpPr>
          <p:cNvPr id="2572" name="Google Shape;2572;p35"/>
          <p:cNvSpPr txBox="1"/>
          <p:nvPr>
            <p:ph idx="4" type="body"/>
          </p:nvPr>
        </p:nvSpPr>
        <p:spPr>
          <a:xfrm>
            <a:off x="804375" y="4331480"/>
            <a:ext cx="2843062" cy="108766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rtl="0" algn="ctr">
              <a:lnSpc>
                <a:spcPct val="14857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ko-KR"/>
              <a:t>내용을 입력해주세요</a:t>
            </a:r>
            <a:br>
              <a:rPr lang="ko-KR"/>
            </a:br>
            <a:r>
              <a:rPr lang="ko-KR"/>
              <a:t>내용을 입력해주세요</a:t>
            </a:r>
            <a:endParaRPr/>
          </a:p>
        </p:txBody>
      </p:sp>
      <p:sp>
        <p:nvSpPr>
          <p:cNvPr id="2573" name="Google Shape;2573;p35"/>
          <p:cNvSpPr txBox="1"/>
          <p:nvPr>
            <p:ph idx="5" type="body"/>
          </p:nvPr>
        </p:nvSpPr>
        <p:spPr>
          <a:xfrm>
            <a:off x="7389997" y="4331480"/>
            <a:ext cx="2843062" cy="108766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rtl="0" algn="ctr">
              <a:lnSpc>
                <a:spcPct val="14857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ko-KR"/>
              <a:t>내용을 입력해주세요</a:t>
            </a:r>
            <a:br>
              <a:rPr lang="ko-KR"/>
            </a:br>
            <a:r>
              <a:rPr lang="ko-KR"/>
              <a:t>내용을 입력해주세요</a:t>
            </a:r>
            <a:endParaRPr/>
          </a:p>
        </p:txBody>
      </p:sp>
      <p:sp>
        <p:nvSpPr>
          <p:cNvPr id="2574" name="Google Shape;2574;p35"/>
          <p:cNvSpPr txBox="1"/>
          <p:nvPr>
            <p:ph idx="6" type="body"/>
          </p:nvPr>
        </p:nvSpPr>
        <p:spPr>
          <a:xfrm>
            <a:off x="417525" y="835144"/>
            <a:ext cx="5335912" cy="5003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ko-KR"/>
              <a:t>주제를 입력해주세요</a:t>
            </a:r>
            <a:endParaRPr/>
          </a:p>
        </p:txBody>
      </p:sp>
      <p:sp>
        <p:nvSpPr>
          <p:cNvPr id="2575" name="Google Shape;2575;p35"/>
          <p:cNvSpPr/>
          <p:nvPr/>
        </p:nvSpPr>
        <p:spPr>
          <a:xfrm>
            <a:off x="3375394" y="1655169"/>
            <a:ext cx="4286646" cy="4286646"/>
          </a:xfrm>
          <a:prstGeom prst="donut">
            <a:avLst>
              <a:gd fmla="val 29805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6" name="Google Shape;2576;p35"/>
          <p:cNvSpPr/>
          <p:nvPr/>
        </p:nvSpPr>
        <p:spPr>
          <a:xfrm>
            <a:off x="5909526" y="4285673"/>
            <a:ext cx="1255048" cy="1255048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7" name="Google Shape;2577;p35"/>
          <p:cNvSpPr/>
          <p:nvPr/>
        </p:nvSpPr>
        <p:spPr>
          <a:xfrm>
            <a:off x="3872859" y="4285673"/>
            <a:ext cx="1255048" cy="1255048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8" name="Google Shape;2578;p35"/>
          <p:cNvSpPr/>
          <p:nvPr/>
        </p:nvSpPr>
        <p:spPr>
          <a:xfrm>
            <a:off x="5909526" y="2056450"/>
            <a:ext cx="1255048" cy="1255048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9" name="Google Shape;2579;p35"/>
          <p:cNvSpPr/>
          <p:nvPr/>
        </p:nvSpPr>
        <p:spPr>
          <a:xfrm>
            <a:off x="3872859" y="2056450"/>
            <a:ext cx="1255048" cy="1255048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580" name="Google Shape;2580;p35"/>
          <p:cNvGrpSpPr/>
          <p:nvPr/>
        </p:nvGrpSpPr>
        <p:grpSpPr>
          <a:xfrm>
            <a:off x="6274765" y="4673933"/>
            <a:ext cx="581860" cy="478529"/>
            <a:chOff x="8666228" y="1699960"/>
            <a:chExt cx="566424" cy="465834"/>
          </a:xfrm>
        </p:grpSpPr>
        <p:sp>
          <p:nvSpPr>
            <p:cNvPr id="2581" name="Google Shape;2581;p35"/>
            <p:cNvSpPr/>
            <p:nvPr/>
          </p:nvSpPr>
          <p:spPr>
            <a:xfrm>
              <a:off x="8666228" y="1812985"/>
              <a:ext cx="64097" cy="157041"/>
            </a:xfrm>
            <a:custGeom>
              <a:rect b="b" l="l" r="r" t="t"/>
              <a:pathLst>
                <a:path extrusionOk="0" h="157041" w="64097">
                  <a:moveTo>
                    <a:pt x="62378" y="6520"/>
                  </a:moveTo>
                  <a:cubicBezTo>
                    <a:pt x="58832" y="292"/>
                    <a:pt x="50966" y="-1848"/>
                    <a:pt x="44809" y="1739"/>
                  </a:cubicBezTo>
                  <a:cubicBezTo>
                    <a:pt x="18177" y="17252"/>
                    <a:pt x="0" y="45687"/>
                    <a:pt x="0" y="78521"/>
                  </a:cubicBezTo>
                  <a:cubicBezTo>
                    <a:pt x="0" y="111354"/>
                    <a:pt x="18177" y="139789"/>
                    <a:pt x="44809" y="155303"/>
                  </a:cubicBezTo>
                  <a:cubicBezTo>
                    <a:pt x="50966" y="158889"/>
                    <a:pt x="58832" y="156749"/>
                    <a:pt x="62378" y="150522"/>
                  </a:cubicBezTo>
                  <a:cubicBezTo>
                    <a:pt x="65924" y="144295"/>
                    <a:pt x="63808" y="136340"/>
                    <a:pt x="57651" y="132753"/>
                  </a:cubicBezTo>
                  <a:cubicBezTo>
                    <a:pt x="38296" y="121478"/>
                    <a:pt x="25730" y="101261"/>
                    <a:pt x="25730" y="78521"/>
                  </a:cubicBezTo>
                  <a:cubicBezTo>
                    <a:pt x="25730" y="55780"/>
                    <a:pt x="38296" y="35563"/>
                    <a:pt x="57651" y="24289"/>
                  </a:cubicBezTo>
                  <a:cubicBezTo>
                    <a:pt x="63808" y="20702"/>
                    <a:pt x="65924" y="12746"/>
                    <a:pt x="62378" y="6520"/>
                  </a:cubicBezTo>
                  <a:close/>
                </a:path>
              </a:pathLst>
            </a:custGeom>
            <a:solidFill>
              <a:srgbClr val="FC1C4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82" name="Google Shape;2582;p35"/>
            <p:cNvSpPr/>
            <p:nvPr/>
          </p:nvSpPr>
          <p:spPr>
            <a:xfrm>
              <a:off x="9032973" y="1922262"/>
              <a:ext cx="115510" cy="243532"/>
            </a:xfrm>
            <a:custGeom>
              <a:rect b="b" l="l" r="r" t="t"/>
              <a:pathLst>
                <a:path extrusionOk="0" h="243532" w="115510">
                  <a:moveTo>
                    <a:pt x="115510" y="4683"/>
                  </a:moveTo>
                  <a:cubicBezTo>
                    <a:pt x="115510" y="2097"/>
                    <a:pt x="113437" y="0"/>
                    <a:pt x="110880" y="0"/>
                  </a:cubicBezTo>
                  <a:lnTo>
                    <a:pt x="4630" y="0"/>
                  </a:lnTo>
                  <a:cubicBezTo>
                    <a:pt x="2073" y="0"/>
                    <a:pt x="0" y="2097"/>
                    <a:pt x="0" y="4683"/>
                  </a:cubicBezTo>
                  <a:lnTo>
                    <a:pt x="0" y="185121"/>
                  </a:lnTo>
                  <a:cubicBezTo>
                    <a:pt x="0" y="217381"/>
                    <a:pt x="25858" y="243533"/>
                    <a:pt x="57755" y="243533"/>
                  </a:cubicBezTo>
                </a:path>
              </a:pathLst>
            </a:custGeom>
            <a:solidFill>
              <a:srgbClr val="FC1C4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83" name="Google Shape;2583;p35"/>
            <p:cNvSpPr/>
            <p:nvPr/>
          </p:nvSpPr>
          <p:spPr>
            <a:xfrm>
              <a:off x="9032973" y="1922262"/>
              <a:ext cx="115510" cy="243532"/>
            </a:xfrm>
            <a:custGeom>
              <a:rect b="b" l="l" r="r" t="t"/>
              <a:pathLst>
                <a:path extrusionOk="0" h="243532" w="115510">
                  <a:moveTo>
                    <a:pt x="89780" y="26023"/>
                  </a:moveTo>
                  <a:lnTo>
                    <a:pt x="89780" y="185121"/>
                  </a:lnTo>
                  <a:cubicBezTo>
                    <a:pt x="89780" y="203009"/>
                    <a:pt x="75442" y="217510"/>
                    <a:pt x="57755" y="217510"/>
                  </a:cubicBezTo>
                  <a:cubicBezTo>
                    <a:pt x="40068" y="217510"/>
                    <a:pt x="25730" y="203009"/>
                    <a:pt x="25730" y="185121"/>
                  </a:cubicBezTo>
                  <a:lnTo>
                    <a:pt x="25730" y="26023"/>
                  </a:lnTo>
                  <a:lnTo>
                    <a:pt x="89780" y="26023"/>
                  </a:lnTo>
                  <a:close/>
                  <a:moveTo>
                    <a:pt x="110880" y="0"/>
                  </a:moveTo>
                  <a:cubicBezTo>
                    <a:pt x="113437" y="0"/>
                    <a:pt x="115510" y="2097"/>
                    <a:pt x="115510" y="4683"/>
                  </a:cubicBezTo>
                  <a:lnTo>
                    <a:pt x="115510" y="185121"/>
                  </a:lnTo>
                  <a:cubicBezTo>
                    <a:pt x="115510" y="217381"/>
                    <a:pt x="89652" y="243533"/>
                    <a:pt x="57755" y="243533"/>
                  </a:cubicBezTo>
                  <a:cubicBezTo>
                    <a:pt x="25858" y="243533"/>
                    <a:pt x="0" y="217381"/>
                    <a:pt x="0" y="185121"/>
                  </a:cubicBezTo>
                  <a:lnTo>
                    <a:pt x="0" y="4683"/>
                  </a:lnTo>
                  <a:cubicBezTo>
                    <a:pt x="0" y="2097"/>
                    <a:pt x="2073" y="0"/>
                    <a:pt x="4630" y="0"/>
                  </a:cubicBezTo>
                  <a:lnTo>
                    <a:pt x="110880" y="0"/>
                  </a:lnTo>
                  <a:close/>
                </a:path>
              </a:pathLst>
            </a:custGeom>
            <a:solidFill>
              <a:srgbClr val="FC1C4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84" name="Google Shape;2584;p35"/>
            <p:cNvSpPr/>
            <p:nvPr/>
          </p:nvSpPr>
          <p:spPr>
            <a:xfrm>
              <a:off x="8746023" y="1699960"/>
              <a:ext cx="317058" cy="383377"/>
            </a:xfrm>
            <a:custGeom>
              <a:rect b="b" l="l" r="r" t="t"/>
              <a:pathLst>
                <a:path extrusionOk="0" h="383377" w="317058">
                  <a:moveTo>
                    <a:pt x="317058" y="92494"/>
                  </a:moveTo>
                  <a:cubicBezTo>
                    <a:pt x="317058" y="77390"/>
                    <a:pt x="306779" y="64273"/>
                    <a:pt x="292239" y="60824"/>
                  </a:cubicBezTo>
                  <a:lnTo>
                    <a:pt x="39507" y="874"/>
                  </a:lnTo>
                  <a:cubicBezTo>
                    <a:pt x="19324" y="-3914"/>
                    <a:pt x="0" y="11576"/>
                    <a:pt x="0" y="32543"/>
                  </a:cubicBezTo>
                  <a:lnTo>
                    <a:pt x="0" y="350835"/>
                  </a:lnTo>
                  <a:cubicBezTo>
                    <a:pt x="0" y="371801"/>
                    <a:pt x="19324" y="387292"/>
                    <a:pt x="39507" y="382504"/>
                  </a:cubicBezTo>
                  <a:lnTo>
                    <a:pt x="292239" y="322554"/>
                  </a:lnTo>
                  <a:cubicBezTo>
                    <a:pt x="306779" y="319104"/>
                    <a:pt x="317058" y="305988"/>
                    <a:pt x="317058" y="290885"/>
                  </a:cubicBezTo>
                  <a:lnTo>
                    <a:pt x="317058" y="9249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85" name="Google Shape;2585;p35"/>
            <p:cNvSpPr/>
            <p:nvPr/>
          </p:nvSpPr>
          <p:spPr>
            <a:xfrm>
              <a:off x="8746023" y="1699960"/>
              <a:ext cx="317058" cy="383377"/>
            </a:xfrm>
            <a:custGeom>
              <a:rect b="b" l="l" r="r" t="t"/>
              <a:pathLst>
                <a:path extrusionOk="0" h="383377" w="317058">
                  <a:moveTo>
                    <a:pt x="33632" y="26209"/>
                  </a:moveTo>
                  <a:lnTo>
                    <a:pt x="286364" y="86160"/>
                  </a:lnTo>
                  <a:cubicBezTo>
                    <a:pt x="289272" y="86849"/>
                    <a:pt x="291328" y="89473"/>
                    <a:pt x="291328" y="92494"/>
                  </a:cubicBezTo>
                  <a:lnTo>
                    <a:pt x="291328" y="290885"/>
                  </a:lnTo>
                  <a:cubicBezTo>
                    <a:pt x="291328" y="293905"/>
                    <a:pt x="289272" y="296528"/>
                    <a:pt x="286364" y="297219"/>
                  </a:cubicBezTo>
                  <a:lnTo>
                    <a:pt x="33632" y="357169"/>
                  </a:lnTo>
                  <a:cubicBezTo>
                    <a:pt x="29595" y="358126"/>
                    <a:pt x="25730" y="355028"/>
                    <a:pt x="25730" y="350835"/>
                  </a:cubicBezTo>
                  <a:lnTo>
                    <a:pt x="25730" y="32543"/>
                  </a:lnTo>
                  <a:cubicBezTo>
                    <a:pt x="25730" y="28350"/>
                    <a:pt x="29595" y="25252"/>
                    <a:pt x="33632" y="26209"/>
                  </a:cubicBezTo>
                  <a:close/>
                  <a:moveTo>
                    <a:pt x="292239" y="60824"/>
                  </a:moveTo>
                  <a:cubicBezTo>
                    <a:pt x="306779" y="64273"/>
                    <a:pt x="317058" y="77390"/>
                    <a:pt x="317058" y="92494"/>
                  </a:cubicBezTo>
                  <a:lnTo>
                    <a:pt x="317058" y="290885"/>
                  </a:lnTo>
                  <a:cubicBezTo>
                    <a:pt x="317058" y="305988"/>
                    <a:pt x="306779" y="319104"/>
                    <a:pt x="292239" y="322554"/>
                  </a:cubicBezTo>
                  <a:lnTo>
                    <a:pt x="39507" y="382504"/>
                  </a:lnTo>
                  <a:cubicBezTo>
                    <a:pt x="19324" y="387292"/>
                    <a:pt x="0" y="371801"/>
                    <a:pt x="0" y="350835"/>
                  </a:cubicBezTo>
                  <a:lnTo>
                    <a:pt x="0" y="32543"/>
                  </a:lnTo>
                  <a:cubicBezTo>
                    <a:pt x="0" y="11576"/>
                    <a:pt x="19324" y="-3914"/>
                    <a:pt x="39507" y="874"/>
                  </a:cubicBezTo>
                  <a:lnTo>
                    <a:pt x="292239" y="60824"/>
                  </a:lnTo>
                  <a:close/>
                </a:path>
              </a:pathLst>
            </a:custGeom>
            <a:solidFill>
              <a:srgbClr val="FC1C4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86" name="Google Shape;2586;p35"/>
            <p:cNvSpPr/>
            <p:nvPr/>
          </p:nvSpPr>
          <p:spPr>
            <a:xfrm>
              <a:off x="9032972" y="1759697"/>
              <a:ext cx="199680" cy="263609"/>
            </a:xfrm>
            <a:custGeom>
              <a:rect b="b" l="l" r="r" t="t"/>
              <a:pathLst>
                <a:path extrusionOk="0" h="263609" w="199680">
                  <a:moveTo>
                    <a:pt x="72667" y="263568"/>
                  </a:moveTo>
                  <a:cubicBezTo>
                    <a:pt x="71569" y="263596"/>
                    <a:pt x="70465" y="263610"/>
                    <a:pt x="69357" y="263610"/>
                  </a:cubicBezTo>
                  <a:lnTo>
                    <a:pt x="0" y="263610"/>
                  </a:lnTo>
                  <a:lnTo>
                    <a:pt x="0" y="0"/>
                  </a:lnTo>
                  <a:lnTo>
                    <a:pt x="69357" y="0"/>
                  </a:lnTo>
                  <a:cubicBezTo>
                    <a:pt x="140280" y="0"/>
                    <a:pt x="197970" y="57296"/>
                    <a:pt x="199644" y="128618"/>
                  </a:cubicBezTo>
                  <a:cubicBezTo>
                    <a:pt x="199668" y="129678"/>
                    <a:pt x="199681" y="130740"/>
                    <a:pt x="199681" y="131805"/>
                  </a:cubicBezTo>
                  <a:cubicBezTo>
                    <a:pt x="199681" y="203480"/>
                    <a:pt x="143113" y="261792"/>
                    <a:pt x="72667" y="263568"/>
                  </a:cubicBezTo>
                  <a:close/>
                </a:path>
              </a:pathLst>
            </a:custGeom>
            <a:solidFill>
              <a:srgbClr val="FC1C4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587" name="Google Shape;2587;p35"/>
          <p:cNvGrpSpPr/>
          <p:nvPr/>
        </p:nvGrpSpPr>
        <p:grpSpPr>
          <a:xfrm>
            <a:off x="4270426" y="4653626"/>
            <a:ext cx="440185" cy="561086"/>
            <a:chOff x="6440344" y="3029737"/>
            <a:chExt cx="440185" cy="561086"/>
          </a:xfrm>
        </p:grpSpPr>
        <p:sp>
          <p:nvSpPr>
            <p:cNvPr id="2588" name="Google Shape;2588;p35"/>
            <p:cNvSpPr/>
            <p:nvPr/>
          </p:nvSpPr>
          <p:spPr>
            <a:xfrm>
              <a:off x="6440344" y="3029737"/>
              <a:ext cx="440185" cy="561086"/>
            </a:xfrm>
            <a:custGeom>
              <a:rect b="b" l="l" r="r" t="t"/>
              <a:pathLst>
                <a:path extrusionOk="0" h="561086" w="440185">
                  <a:moveTo>
                    <a:pt x="249712" y="1066"/>
                  </a:moveTo>
                  <a:cubicBezTo>
                    <a:pt x="266223" y="-3792"/>
                    <a:pt x="282773" y="8563"/>
                    <a:pt x="282773" y="25747"/>
                  </a:cubicBezTo>
                  <a:lnTo>
                    <a:pt x="282773" y="67215"/>
                  </a:lnTo>
                  <a:lnTo>
                    <a:pt x="407494" y="32532"/>
                  </a:lnTo>
                  <a:cubicBezTo>
                    <a:pt x="423922" y="27964"/>
                    <a:pt x="440185" y="40295"/>
                    <a:pt x="440185" y="57319"/>
                  </a:cubicBezTo>
                  <a:lnTo>
                    <a:pt x="440185" y="343345"/>
                  </a:lnTo>
                  <a:cubicBezTo>
                    <a:pt x="440185" y="354562"/>
                    <a:pt x="432905" y="364487"/>
                    <a:pt x="422193" y="367874"/>
                  </a:cubicBezTo>
                  <a:lnTo>
                    <a:pt x="278062" y="413444"/>
                  </a:lnTo>
                  <a:cubicBezTo>
                    <a:pt x="261445" y="418697"/>
                    <a:pt x="244505" y="406314"/>
                    <a:pt x="244505" y="388914"/>
                  </a:cubicBezTo>
                  <a:lnTo>
                    <a:pt x="244505" y="351150"/>
                  </a:lnTo>
                  <a:lnTo>
                    <a:pt x="33122" y="413899"/>
                  </a:lnTo>
                  <a:lnTo>
                    <a:pt x="33122" y="413898"/>
                  </a:lnTo>
                  <a:lnTo>
                    <a:pt x="33121" y="413898"/>
                  </a:lnTo>
                  <a:lnTo>
                    <a:pt x="33122" y="413899"/>
                  </a:lnTo>
                  <a:lnTo>
                    <a:pt x="33101" y="413905"/>
                  </a:lnTo>
                  <a:lnTo>
                    <a:pt x="25775" y="416518"/>
                  </a:lnTo>
                  <a:lnTo>
                    <a:pt x="25775" y="548222"/>
                  </a:lnTo>
                  <a:cubicBezTo>
                    <a:pt x="25775" y="555326"/>
                    <a:pt x="20005" y="561087"/>
                    <a:pt x="12888" y="561087"/>
                  </a:cubicBezTo>
                  <a:cubicBezTo>
                    <a:pt x="5770" y="561087"/>
                    <a:pt x="0" y="555326"/>
                    <a:pt x="0" y="548222"/>
                  </a:cubicBezTo>
                  <a:lnTo>
                    <a:pt x="0" y="389236"/>
                  </a:lnTo>
                  <a:lnTo>
                    <a:pt x="0" y="373895"/>
                  </a:lnTo>
                  <a:lnTo>
                    <a:pt x="0" y="93775"/>
                  </a:lnTo>
                  <a:cubicBezTo>
                    <a:pt x="0" y="82366"/>
                    <a:pt x="7526" y="72319"/>
                    <a:pt x="18489" y="69093"/>
                  </a:cubicBezTo>
                  <a:lnTo>
                    <a:pt x="249712" y="1066"/>
                  </a:lnTo>
                  <a:close/>
                  <a:moveTo>
                    <a:pt x="249712" y="1066"/>
                  </a:moveTo>
                  <a:lnTo>
                    <a:pt x="249660" y="1160"/>
                  </a:lnTo>
                  <a:lnTo>
                    <a:pt x="249663" y="1158"/>
                  </a:lnTo>
                  <a:lnTo>
                    <a:pt x="249712" y="1066"/>
                  </a:lnTo>
                  <a:close/>
                </a:path>
              </a:pathLst>
            </a:custGeom>
            <a:solidFill>
              <a:srgbClr val="FC1C4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89" name="Google Shape;2589;p35"/>
            <p:cNvSpPr/>
            <p:nvPr/>
          </p:nvSpPr>
          <p:spPr>
            <a:xfrm>
              <a:off x="6696734" y="3159921"/>
              <a:ext cx="25774" cy="154684"/>
            </a:xfrm>
            <a:custGeom>
              <a:rect b="b" l="l" r="r" t="t"/>
              <a:pathLst>
                <a:path extrusionOk="0" h="154684" w="25774">
                  <a:moveTo>
                    <a:pt x="12887" y="154684"/>
                  </a:moveTo>
                  <a:cubicBezTo>
                    <a:pt x="5770" y="154684"/>
                    <a:pt x="0" y="148925"/>
                    <a:pt x="0" y="141819"/>
                  </a:cubicBezTo>
                  <a:lnTo>
                    <a:pt x="0" y="12865"/>
                  </a:lnTo>
                  <a:cubicBezTo>
                    <a:pt x="0" y="5760"/>
                    <a:pt x="5770" y="0"/>
                    <a:pt x="12887" y="0"/>
                  </a:cubicBezTo>
                  <a:cubicBezTo>
                    <a:pt x="20005" y="0"/>
                    <a:pt x="25775" y="5760"/>
                    <a:pt x="25775" y="12865"/>
                  </a:cubicBezTo>
                  <a:lnTo>
                    <a:pt x="25775" y="141819"/>
                  </a:lnTo>
                  <a:cubicBezTo>
                    <a:pt x="25775" y="148925"/>
                    <a:pt x="20005" y="154684"/>
                    <a:pt x="12887" y="15468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590" name="Google Shape;2590;p35"/>
          <p:cNvGrpSpPr/>
          <p:nvPr/>
        </p:nvGrpSpPr>
        <p:grpSpPr>
          <a:xfrm>
            <a:off x="4209384" y="2381378"/>
            <a:ext cx="592293" cy="592295"/>
            <a:chOff x="682640" y="4412040"/>
            <a:chExt cx="538448" cy="538449"/>
          </a:xfrm>
        </p:grpSpPr>
        <p:sp>
          <p:nvSpPr>
            <p:cNvPr id="2591" name="Google Shape;2591;p35"/>
            <p:cNvSpPr/>
            <p:nvPr/>
          </p:nvSpPr>
          <p:spPr>
            <a:xfrm>
              <a:off x="682640" y="4412040"/>
              <a:ext cx="538448" cy="538449"/>
            </a:xfrm>
            <a:custGeom>
              <a:rect b="b" l="l" r="r" t="t"/>
              <a:pathLst>
                <a:path extrusionOk="0" h="538449" w="538448">
                  <a:moveTo>
                    <a:pt x="269224" y="538449"/>
                  </a:moveTo>
                  <a:cubicBezTo>
                    <a:pt x="417913" y="538449"/>
                    <a:pt x="538449" y="417913"/>
                    <a:pt x="538449" y="269225"/>
                  </a:cubicBezTo>
                  <a:cubicBezTo>
                    <a:pt x="538449" y="120536"/>
                    <a:pt x="417913" y="0"/>
                    <a:pt x="269224" y="0"/>
                  </a:cubicBezTo>
                  <a:cubicBezTo>
                    <a:pt x="120536" y="0"/>
                    <a:pt x="0" y="120536"/>
                    <a:pt x="0" y="269225"/>
                  </a:cubicBezTo>
                  <a:cubicBezTo>
                    <a:pt x="0" y="417913"/>
                    <a:pt x="120536" y="538449"/>
                    <a:pt x="269224" y="538449"/>
                  </a:cubicBezTo>
                  <a:close/>
                </a:path>
              </a:pathLst>
            </a:custGeom>
            <a:solidFill>
              <a:srgbClr val="FC1C4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92" name="Google Shape;2592;p35"/>
            <p:cNvSpPr/>
            <p:nvPr/>
          </p:nvSpPr>
          <p:spPr>
            <a:xfrm>
              <a:off x="879166" y="4748730"/>
              <a:ext cx="145389" cy="46758"/>
            </a:xfrm>
            <a:custGeom>
              <a:rect b="b" l="l" r="r" t="t"/>
              <a:pathLst>
                <a:path extrusionOk="0" h="46758" w="145389">
                  <a:moveTo>
                    <a:pt x="2831" y="4811"/>
                  </a:moveTo>
                  <a:cubicBezTo>
                    <a:pt x="7275" y="-728"/>
                    <a:pt x="15368" y="-1614"/>
                    <a:pt x="20907" y="2831"/>
                  </a:cubicBezTo>
                  <a:cubicBezTo>
                    <a:pt x="51163" y="27112"/>
                    <a:pt x="94226" y="27112"/>
                    <a:pt x="124483" y="2831"/>
                  </a:cubicBezTo>
                  <a:cubicBezTo>
                    <a:pt x="130022" y="-1614"/>
                    <a:pt x="138115" y="-728"/>
                    <a:pt x="142559" y="4811"/>
                  </a:cubicBezTo>
                  <a:cubicBezTo>
                    <a:pt x="147004" y="10350"/>
                    <a:pt x="146118" y="18443"/>
                    <a:pt x="140579" y="22887"/>
                  </a:cubicBezTo>
                  <a:cubicBezTo>
                    <a:pt x="100919" y="54715"/>
                    <a:pt x="44471" y="54715"/>
                    <a:pt x="4811" y="22887"/>
                  </a:cubicBezTo>
                  <a:cubicBezTo>
                    <a:pt x="-728" y="18443"/>
                    <a:pt x="-1614" y="10350"/>
                    <a:pt x="2831" y="481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93" name="Google Shape;2593;p35"/>
            <p:cNvSpPr/>
            <p:nvPr/>
          </p:nvSpPr>
          <p:spPr>
            <a:xfrm>
              <a:off x="862940" y="4628943"/>
              <a:ext cx="49576" cy="49576"/>
            </a:xfrm>
            <a:custGeom>
              <a:rect b="b" l="l" r="r" t="t"/>
              <a:pathLst>
                <a:path extrusionOk="0" h="49576" w="49576">
                  <a:moveTo>
                    <a:pt x="49577" y="24788"/>
                  </a:moveTo>
                  <a:cubicBezTo>
                    <a:pt x="49577" y="38479"/>
                    <a:pt x="38479" y="49577"/>
                    <a:pt x="24788" y="49577"/>
                  </a:cubicBezTo>
                  <a:cubicBezTo>
                    <a:pt x="11098" y="49577"/>
                    <a:pt x="0" y="38479"/>
                    <a:pt x="0" y="24788"/>
                  </a:cubicBezTo>
                  <a:cubicBezTo>
                    <a:pt x="0" y="11098"/>
                    <a:pt x="11098" y="0"/>
                    <a:pt x="24788" y="0"/>
                  </a:cubicBezTo>
                  <a:cubicBezTo>
                    <a:pt x="38479" y="0"/>
                    <a:pt x="49577" y="11098"/>
                    <a:pt x="49577" y="2478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94" name="Google Shape;2594;p35"/>
            <p:cNvSpPr/>
            <p:nvPr/>
          </p:nvSpPr>
          <p:spPr>
            <a:xfrm>
              <a:off x="986902" y="4628943"/>
              <a:ext cx="49576" cy="49576"/>
            </a:xfrm>
            <a:custGeom>
              <a:rect b="b" l="l" r="r" t="t"/>
              <a:pathLst>
                <a:path extrusionOk="0" h="49576" w="49576">
                  <a:moveTo>
                    <a:pt x="49577" y="24788"/>
                  </a:moveTo>
                  <a:cubicBezTo>
                    <a:pt x="49577" y="38479"/>
                    <a:pt x="38479" y="49577"/>
                    <a:pt x="24788" y="49577"/>
                  </a:cubicBezTo>
                  <a:cubicBezTo>
                    <a:pt x="11098" y="49577"/>
                    <a:pt x="0" y="38479"/>
                    <a:pt x="0" y="24788"/>
                  </a:cubicBezTo>
                  <a:cubicBezTo>
                    <a:pt x="0" y="11098"/>
                    <a:pt x="11098" y="0"/>
                    <a:pt x="24788" y="0"/>
                  </a:cubicBezTo>
                  <a:cubicBezTo>
                    <a:pt x="38479" y="0"/>
                    <a:pt x="49577" y="11098"/>
                    <a:pt x="49577" y="2478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595" name="Google Shape;2595;p35"/>
          <p:cNvGrpSpPr/>
          <p:nvPr/>
        </p:nvGrpSpPr>
        <p:grpSpPr>
          <a:xfrm>
            <a:off x="6266263" y="2372757"/>
            <a:ext cx="580333" cy="553453"/>
            <a:chOff x="666809" y="3048591"/>
            <a:chExt cx="580332" cy="553452"/>
          </a:xfrm>
        </p:grpSpPr>
        <p:sp>
          <p:nvSpPr>
            <p:cNvPr id="2596" name="Google Shape;2596;p35"/>
            <p:cNvSpPr/>
            <p:nvPr/>
          </p:nvSpPr>
          <p:spPr>
            <a:xfrm>
              <a:off x="666809" y="3048591"/>
              <a:ext cx="580332" cy="553452"/>
            </a:xfrm>
            <a:custGeom>
              <a:rect b="b" l="l" r="r" t="t"/>
              <a:pathLst>
                <a:path extrusionOk="0" h="553452" w="580332">
                  <a:moveTo>
                    <a:pt x="323801" y="19286"/>
                  </a:moveTo>
                  <a:cubicBezTo>
                    <a:pt x="308811" y="-6429"/>
                    <a:pt x="271522" y="-6429"/>
                    <a:pt x="256532" y="19286"/>
                  </a:cubicBezTo>
                  <a:lnTo>
                    <a:pt x="182802" y="145767"/>
                  </a:lnTo>
                  <a:cubicBezTo>
                    <a:pt x="180968" y="148912"/>
                    <a:pt x="177887" y="151142"/>
                    <a:pt x="174316" y="151906"/>
                  </a:cubicBezTo>
                  <a:lnTo>
                    <a:pt x="30746" y="182655"/>
                  </a:lnTo>
                  <a:cubicBezTo>
                    <a:pt x="1558" y="188907"/>
                    <a:pt x="-9965" y="224225"/>
                    <a:pt x="9959" y="246369"/>
                  </a:cubicBezTo>
                  <a:lnTo>
                    <a:pt x="107961" y="355287"/>
                  </a:lnTo>
                  <a:cubicBezTo>
                    <a:pt x="110399" y="357996"/>
                    <a:pt x="111576" y="361604"/>
                    <a:pt x="111202" y="365222"/>
                  </a:cubicBezTo>
                  <a:lnTo>
                    <a:pt x="96201" y="510707"/>
                  </a:lnTo>
                  <a:cubicBezTo>
                    <a:pt x="93152" y="540284"/>
                    <a:pt x="123319" y="562112"/>
                    <a:pt x="150623" y="550084"/>
                  </a:cubicBezTo>
                  <a:lnTo>
                    <a:pt x="284922" y="490918"/>
                  </a:lnTo>
                  <a:cubicBezTo>
                    <a:pt x="288262" y="489446"/>
                    <a:pt x="292071" y="489446"/>
                    <a:pt x="295411" y="490918"/>
                  </a:cubicBezTo>
                  <a:lnTo>
                    <a:pt x="429709" y="550084"/>
                  </a:lnTo>
                  <a:cubicBezTo>
                    <a:pt x="457013" y="562113"/>
                    <a:pt x="487181" y="540284"/>
                    <a:pt x="484131" y="510707"/>
                  </a:cubicBezTo>
                  <a:lnTo>
                    <a:pt x="469129" y="365222"/>
                  </a:lnTo>
                  <a:cubicBezTo>
                    <a:pt x="468757" y="361604"/>
                    <a:pt x="469934" y="357996"/>
                    <a:pt x="472371" y="355287"/>
                  </a:cubicBezTo>
                  <a:lnTo>
                    <a:pt x="570373" y="246369"/>
                  </a:lnTo>
                  <a:cubicBezTo>
                    <a:pt x="590297" y="224225"/>
                    <a:pt x="578775" y="188907"/>
                    <a:pt x="549586" y="182655"/>
                  </a:cubicBezTo>
                  <a:lnTo>
                    <a:pt x="406016" y="151906"/>
                  </a:lnTo>
                  <a:cubicBezTo>
                    <a:pt x="402445" y="151142"/>
                    <a:pt x="399364" y="148912"/>
                    <a:pt x="397531" y="145767"/>
                  </a:cubicBezTo>
                  <a:lnTo>
                    <a:pt x="323801" y="19286"/>
                  </a:lnTo>
                  <a:close/>
                </a:path>
              </a:pathLst>
            </a:custGeom>
            <a:solidFill>
              <a:srgbClr val="FC1C4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97" name="Google Shape;2597;p35"/>
            <p:cNvSpPr/>
            <p:nvPr/>
          </p:nvSpPr>
          <p:spPr>
            <a:xfrm>
              <a:off x="812088" y="3149144"/>
              <a:ext cx="150718" cy="142998"/>
            </a:xfrm>
            <a:custGeom>
              <a:rect b="b" l="l" r="r" t="t"/>
              <a:pathLst>
                <a:path extrusionOk="0" h="142998" w="150718">
                  <a:moveTo>
                    <a:pt x="144216" y="1721"/>
                  </a:moveTo>
                  <a:cubicBezTo>
                    <a:pt x="150422" y="5276"/>
                    <a:pt x="152559" y="13169"/>
                    <a:pt x="148990" y="19350"/>
                  </a:cubicBezTo>
                  <a:lnTo>
                    <a:pt x="96831" y="109659"/>
                  </a:lnTo>
                  <a:cubicBezTo>
                    <a:pt x="91635" y="118654"/>
                    <a:pt x="83032" y="125197"/>
                    <a:pt x="72950" y="127820"/>
                  </a:cubicBezTo>
                  <a:lnTo>
                    <a:pt x="16244" y="142576"/>
                  </a:lnTo>
                  <a:cubicBezTo>
                    <a:pt x="9317" y="144378"/>
                    <a:pt x="2234" y="140247"/>
                    <a:pt x="424" y="133348"/>
                  </a:cubicBezTo>
                  <a:cubicBezTo>
                    <a:pt x="-1386" y="126449"/>
                    <a:pt x="2763" y="119396"/>
                    <a:pt x="9690" y="117593"/>
                  </a:cubicBezTo>
                  <a:lnTo>
                    <a:pt x="66395" y="102838"/>
                  </a:lnTo>
                  <a:cubicBezTo>
                    <a:pt x="69756" y="101964"/>
                    <a:pt x="72624" y="99783"/>
                    <a:pt x="74356" y="96784"/>
                  </a:cubicBezTo>
                  <a:lnTo>
                    <a:pt x="126515" y="6476"/>
                  </a:lnTo>
                  <a:cubicBezTo>
                    <a:pt x="130084" y="295"/>
                    <a:pt x="138010" y="-1834"/>
                    <a:pt x="144216" y="172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598" name="Google Shape;2598;p35"/>
          <p:cNvGrpSpPr/>
          <p:nvPr/>
        </p:nvGrpSpPr>
        <p:grpSpPr>
          <a:xfrm>
            <a:off x="5261391" y="3437849"/>
            <a:ext cx="533124" cy="703660"/>
            <a:chOff x="7594892" y="4402050"/>
            <a:chExt cx="440598" cy="581537"/>
          </a:xfrm>
        </p:grpSpPr>
        <p:sp>
          <p:nvSpPr>
            <p:cNvPr id="2599" name="Google Shape;2599;p35"/>
            <p:cNvSpPr/>
            <p:nvPr/>
          </p:nvSpPr>
          <p:spPr>
            <a:xfrm>
              <a:off x="7594892" y="4402050"/>
              <a:ext cx="440598" cy="581537"/>
            </a:xfrm>
            <a:custGeom>
              <a:rect b="b" l="l" r="r" t="t"/>
              <a:pathLst>
                <a:path extrusionOk="0" h="581537" w="440598">
                  <a:moveTo>
                    <a:pt x="440599" y="32409"/>
                  </a:moveTo>
                  <a:cubicBezTo>
                    <a:pt x="440599" y="14510"/>
                    <a:pt x="426174" y="0"/>
                    <a:pt x="408380" y="0"/>
                  </a:cubicBezTo>
                  <a:lnTo>
                    <a:pt x="32219" y="0"/>
                  </a:lnTo>
                  <a:cubicBezTo>
                    <a:pt x="14425" y="0"/>
                    <a:pt x="0" y="14510"/>
                    <a:pt x="0" y="32409"/>
                  </a:cubicBezTo>
                  <a:lnTo>
                    <a:pt x="0" y="549129"/>
                  </a:lnTo>
                  <a:cubicBezTo>
                    <a:pt x="0" y="567028"/>
                    <a:pt x="14425" y="581538"/>
                    <a:pt x="32219" y="581538"/>
                  </a:cubicBezTo>
                  <a:lnTo>
                    <a:pt x="294410" y="581538"/>
                  </a:lnTo>
                  <a:cubicBezTo>
                    <a:pt x="302999" y="581538"/>
                    <a:pt x="311233" y="578088"/>
                    <a:pt x="317281" y="571955"/>
                  </a:cubicBezTo>
                  <a:lnTo>
                    <a:pt x="431251" y="456404"/>
                  </a:lnTo>
                  <a:cubicBezTo>
                    <a:pt x="437239" y="450334"/>
                    <a:pt x="440599" y="442129"/>
                    <a:pt x="440599" y="433578"/>
                  </a:cubicBezTo>
                  <a:lnTo>
                    <a:pt x="440599" y="32409"/>
                  </a:lnTo>
                  <a:close/>
                </a:path>
              </a:pathLst>
            </a:custGeom>
            <a:solidFill>
              <a:srgbClr val="FC1C4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00" name="Google Shape;2600;p35"/>
            <p:cNvSpPr/>
            <p:nvPr/>
          </p:nvSpPr>
          <p:spPr>
            <a:xfrm>
              <a:off x="7859524" y="4798752"/>
              <a:ext cx="121721" cy="125289"/>
            </a:xfrm>
            <a:custGeom>
              <a:rect b="b" l="l" r="r" t="t"/>
              <a:pathLst>
                <a:path extrusionOk="0" h="125289" w="121721">
                  <a:moveTo>
                    <a:pt x="12887" y="125290"/>
                  </a:moveTo>
                  <a:cubicBezTo>
                    <a:pt x="5770" y="125290"/>
                    <a:pt x="0" y="119486"/>
                    <a:pt x="0" y="112326"/>
                  </a:cubicBezTo>
                  <a:lnTo>
                    <a:pt x="0" y="12964"/>
                  </a:lnTo>
                  <a:cubicBezTo>
                    <a:pt x="0" y="5804"/>
                    <a:pt x="5770" y="0"/>
                    <a:pt x="12887" y="0"/>
                  </a:cubicBezTo>
                  <a:lnTo>
                    <a:pt x="108834" y="0"/>
                  </a:lnTo>
                  <a:cubicBezTo>
                    <a:pt x="115952" y="0"/>
                    <a:pt x="121722" y="5804"/>
                    <a:pt x="121722" y="12964"/>
                  </a:cubicBezTo>
                  <a:cubicBezTo>
                    <a:pt x="121722" y="20123"/>
                    <a:pt x="115952" y="25927"/>
                    <a:pt x="108834" y="25927"/>
                  </a:cubicBezTo>
                  <a:lnTo>
                    <a:pt x="25775" y="25927"/>
                  </a:lnTo>
                  <a:lnTo>
                    <a:pt x="25775" y="112326"/>
                  </a:lnTo>
                  <a:cubicBezTo>
                    <a:pt x="25775" y="119486"/>
                    <a:pt x="20005" y="125290"/>
                    <a:pt x="12887" y="12529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4" name="Shape 2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5" name="Google Shape;2605;p36"/>
          <p:cNvSpPr/>
          <p:nvPr/>
        </p:nvSpPr>
        <p:spPr>
          <a:xfrm>
            <a:off x="3034271" y="2384689"/>
            <a:ext cx="383569" cy="635075"/>
          </a:xfrm>
          <a:custGeom>
            <a:rect b="b" l="l" r="r" t="t"/>
            <a:pathLst>
              <a:path extrusionOk="0" h="635075" w="383569">
                <a:moveTo>
                  <a:pt x="32529" y="0"/>
                </a:moveTo>
                <a:cubicBezTo>
                  <a:pt x="14563" y="0"/>
                  <a:pt x="0" y="14515"/>
                  <a:pt x="0" y="32419"/>
                </a:cubicBezTo>
                <a:lnTo>
                  <a:pt x="0" y="602656"/>
                </a:lnTo>
                <a:cubicBezTo>
                  <a:pt x="0" y="620561"/>
                  <a:pt x="14563" y="635075"/>
                  <a:pt x="32528" y="635075"/>
                </a:cubicBezTo>
                <a:lnTo>
                  <a:pt x="351041" y="635075"/>
                </a:lnTo>
                <a:cubicBezTo>
                  <a:pt x="369006" y="635075"/>
                  <a:pt x="383570" y="620561"/>
                  <a:pt x="383570" y="602656"/>
                </a:cubicBezTo>
                <a:lnTo>
                  <a:pt x="383570" y="32419"/>
                </a:lnTo>
                <a:cubicBezTo>
                  <a:pt x="383570" y="14514"/>
                  <a:pt x="369007" y="0"/>
                  <a:pt x="351041" y="0"/>
                </a:cubicBezTo>
                <a:lnTo>
                  <a:pt x="32529" y="0"/>
                </a:lnTo>
                <a:close/>
              </a:path>
            </a:pathLst>
          </a:custGeom>
          <a:solidFill>
            <a:srgbClr val="FC1C4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6" name="Google Shape;2606;p36"/>
          <p:cNvSpPr/>
          <p:nvPr/>
        </p:nvSpPr>
        <p:spPr>
          <a:xfrm>
            <a:off x="3513635" y="2384689"/>
            <a:ext cx="383569" cy="635075"/>
          </a:xfrm>
          <a:custGeom>
            <a:rect b="b" l="l" r="r" t="t"/>
            <a:pathLst>
              <a:path extrusionOk="0" h="635075" w="383569">
                <a:moveTo>
                  <a:pt x="32529" y="0"/>
                </a:moveTo>
                <a:cubicBezTo>
                  <a:pt x="14563" y="0"/>
                  <a:pt x="0" y="14515"/>
                  <a:pt x="0" y="32419"/>
                </a:cubicBezTo>
                <a:lnTo>
                  <a:pt x="0" y="602656"/>
                </a:lnTo>
                <a:cubicBezTo>
                  <a:pt x="0" y="620561"/>
                  <a:pt x="14563" y="635075"/>
                  <a:pt x="32528" y="635075"/>
                </a:cubicBezTo>
                <a:lnTo>
                  <a:pt x="351041" y="635075"/>
                </a:lnTo>
                <a:cubicBezTo>
                  <a:pt x="369006" y="635075"/>
                  <a:pt x="383570" y="620561"/>
                  <a:pt x="383570" y="602656"/>
                </a:cubicBezTo>
                <a:lnTo>
                  <a:pt x="383570" y="32419"/>
                </a:lnTo>
                <a:cubicBezTo>
                  <a:pt x="383570" y="14514"/>
                  <a:pt x="369007" y="0"/>
                  <a:pt x="351041" y="0"/>
                </a:cubicBezTo>
                <a:lnTo>
                  <a:pt x="32529" y="0"/>
                </a:lnTo>
                <a:close/>
              </a:path>
            </a:pathLst>
          </a:custGeom>
          <a:solidFill>
            <a:srgbClr val="FC1C4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7" name="Google Shape;2607;p36"/>
          <p:cNvSpPr/>
          <p:nvPr/>
        </p:nvSpPr>
        <p:spPr>
          <a:xfrm>
            <a:off x="9291217" y="2460525"/>
            <a:ext cx="696197" cy="483402"/>
          </a:xfrm>
          <a:custGeom>
            <a:rect b="b" l="l" r="r" t="t"/>
            <a:pathLst>
              <a:path extrusionOk="0" h="439456" w="632906">
                <a:moveTo>
                  <a:pt x="32307" y="0"/>
                </a:moveTo>
                <a:cubicBezTo>
                  <a:pt x="14464" y="0"/>
                  <a:pt x="0" y="14352"/>
                  <a:pt x="0" y="32057"/>
                </a:cubicBezTo>
                <a:lnTo>
                  <a:pt x="0" y="407400"/>
                </a:lnTo>
                <a:cubicBezTo>
                  <a:pt x="0" y="425104"/>
                  <a:pt x="14464" y="439457"/>
                  <a:pt x="32307" y="439457"/>
                </a:cubicBezTo>
                <a:lnTo>
                  <a:pt x="600599" y="439457"/>
                </a:lnTo>
                <a:cubicBezTo>
                  <a:pt x="618442" y="439457"/>
                  <a:pt x="632907" y="425104"/>
                  <a:pt x="632907" y="407400"/>
                </a:cubicBezTo>
                <a:lnTo>
                  <a:pt x="632907" y="32057"/>
                </a:lnTo>
                <a:cubicBezTo>
                  <a:pt x="632907" y="14352"/>
                  <a:pt x="618442" y="0"/>
                  <a:pt x="600599" y="0"/>
                </a:cubicBezTo>
                <a:lnTo>
                  <a:pt x="32307" y="0"/>
                </a:lnTo>
                <a:close/>
              </a:path>
            </a:pathLst>
          </a:custGeom>
          <a:solidFill>
            <a:srgbClr val="FC1C4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8" name="Google Shape;2608;p36"/>
          <p:cNvSpPr txBox="1"/>
          <p:nvPr>
            <p:ph idx="1" type="body"/>
          </p:nvPr>
        </p:nvSpPr>
        <p:spPr>
          <a:xfrm>
            <a:off x="417525" y="182918"/>
            <a:ext cx="5335912" cy="2605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3B3B3"/>
              </a:buClr>
              <a:buSzPts val="1100"/>
              <a:buFont typeface="Arial"/>
              <a:buNone/>
            </a:pPr>
            <a:r>
              <a:rPr lang="ko-KR"/>
              <a:t>TITLE</a:t>
            </a:r>
            <a:endParaRPr/>
          </a:p>
        </p:txBody>
      </p:sp>
      <p:sp>
        <p:nvSpPr>
          <p:cNvPr id="2609" name="Google Shape;2609;p36"/>
          <p:cNvSpPr txBox="1"/>
          <p:nvPr>
            <p:ph idx="2" type="body"/>
          </p:nvPr>
        </p:nvSpPr>
        <p:spPr>
          <a:xfrm>
            <a:off x="378343" y="4275920"/>
            <a:ext cx="2054681" cy="1581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72000">
            <a:noAutofit/>
          </a:bodyPr>
          <a:lstStyle/>
          <a:p>
            <a:pPr indent="0" lvl="0" marL="0" rtl="0" algn="ctr">
              <a:lnSpc>
                <a:spcPct val="15846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</a:pPr>
            <a:r>
              <a:rPr lang="ko-KR"/>
              <a:t>내용을 입력해주세요</a:t>
            </a:r>
            <a:br>
              <a:rPr lang="ko-KR"/>
            </a:br>
            <a:r>
              <a:rPr lang="ko-KR"/>
              <a:t>내용을 입력해주세요</a:t>
            </a:r>
            <a:endParaRPr/>
          </a:p>
        </p:txBody>
      </p:sp>
      <p:sp>
        <p:nvSpPr>
          <p:cNvPr id="2610" name="Google Shape;2610;p36"/>
          <p:cNvSpPr txBox="1"/>
          <p:nvPr>
            <p:ph idx="3" type="body"/>
          </p:nvPr>
        </p:nvSpPr>
        <p:spPr>
          <a:xfrm>
            <a:off x="378342" y="3565437"/>
            <a:ext cx="2054681" cy="6896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48571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</a:pPr>
            <a:r>
              <a:rPr lang="ko-KR"/>
              <a:t>주제를</a:t>
            </a:r>
            <a:br>
              <a:rPr lang="ko-KR"/>
            </a:br>
            <a:r>
              <a:rPr lang="ko-KR"/>
              <a:t>입력해주세요</a:t>
            </a:r>
            <a:endParaRPr/>
          </a:p>
        </p:txBody>
      </p:sp>
      <p:sp>
        <p:nvSpPr>
          <p:cNvPr id="2611" name="Google Shape;2611;p36"/>
          <p:cNvSpPr txBox="1"/>
          <p:nvPr>
            <p:ph idx="4" type="body"/>
          </p:nvPr>
        </p:nvSpPr>
        <p:spPr>
          <a:xfrm>
            <a:off x="2446837" y="4275920"/>
            <a:ext cx="2054681" cy="1581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72000">
            <a:noAutofit/>
          </a:bodyPr>
          <a:lstStyle/>
          <a:p>
            <a:pPr indent="0" lvl="0" marL="0" rtl="0" algn="ctr">
              <a:lnSpc>
                <a:spcPct val="15846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</a:pPr>
            <a:r>
              <a:rPr lang="ko-KR"/>
              <a:t>내용을 입력해주세요</a:t>
            </a:r>
            <a:br>
              <a:rPr lang="ko-KR"/>
            </a:br>
            <a:r>
              <a:rPr lang="ko-KR"/>
              <a:t>내용을 입력해주세요</a:t>
            </a:r>
            <a:endParaRPr/>
          </a:p>
        </p:txBody>
      </p:sp>
      <p:sp>
        <p:nvSpPr>
          <p:cNvPr id="2612" name="Google Shape;2612;p36"/>
          <p:cNvSpPr txBox="1"/>
          <p:nvPr>
            <p:ph idx="5" type="body"/>
          </p:nvPr>
        </p:nvSpPr>
        <p:spPr>
          <a:xfrm>
            <a:off x="2446836" y="3565437"/>
            <a:ext cx="2054681" cy="6896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48571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</a:pPr>
            <a:r>
              <a:rPr lang="ko-KR"/>
              <a:t>주제를</a:t>
            </a:r>
            <a:br>
              <a:rPr lang="ko-KR"/>
            </a:br>
            <a:r>
              <a:rPr lang="ko-KR"/>
              <a:t>입력해주세요</a:t>
            </a:r>
            <a:endParaRPr/>
          </a:p>
        </p:txBody>
      </p:sp>
      <p:sp>
        <p:nvSpPr>
          <p:cNvPr id="2613" name="Google Shape;2613;p36"/>
          <p:cNvSpPr txBox="1"/>
          <p:nvPr>
            <p:ph idx="6" type="body"/>
          </p:nvPr>
        </p:nvSpPr>
        <p:spPr>
          <a:xfrm>
            <a:off x="4515331" y="4275920"/>
            <a:ext cx="2054681" cy="1581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72000">
            <a:noAutofit/>
          </a:bodyPr>
          <a:lstStyle/>
          <a:p>
            <a:pPr indent="0" lvl="0" marL="0" rtl="0" algn="ctr">
              <a:lnSpc>
                <a:spcPct val="15846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</a:pPr>
            <a:r>
              <a:rPr lang="ko-KR"/>
              <a:t>내용을 입력해주세요</a:t>
            </a:r>
            <a:br>
              <a:rPr lang="ko-KR"/>
            </a:br>
            <a:r>
              <a:rPr lang="ko-KR"/>
              <a:t>내용을 입력해주세요</a:t>
            </a:r>
            <a:endParaRPr/>
          </a:p>
        </p:txBody>
      </p:sp>
      <p:sp>
        <p:nvSpPr>
          <p:cNvPr id="2614" name="Google Shape;2614;p36"/>
          <p:cNvSpPr txBox="1"/>
          <p:nvPr>
            <p:ph idx="7" type="body"/>
          </p:nvPr>
        </p:nvSpPr>
        <p:spPr>
          <a:xfrm>
            <a:off x="4515330" y="3565437"/>
            <a:ext cx="2054681" cy="6896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48571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</a:pPr>
            <a:r>
              <a:rPr lang="ko-KR"/>
              <a:t>주제를</a:t>
            </a:r>
            <a:br>
              <a:rPr lang="ko-KR"/>
            </a:br>
            <a:r>
              <a:rPr lang="ko-KR"/>
              <a:t>입력해주세요</a:t>
            </a:r>
            <a:endParaRPr/>
          </a:p>
        </p:txBody>
      </p:sp>
      <p:sp>
        <p:nvSpPr>
          <p:cNvPr id="2615" name="Google Shape;2615;p36"/>
          <p:cNvSpPr txBox="1"/>
          <p:nvPr>
            <p:ph idx="8" type="body"/>
          </p:nvPr>
        </p:nvSpPr>
        <p:spPr>
          <a:xfrm>
            <a:off x="6583825" y="4275920"/>
            <a:ext cx="2054681" cy="1581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72000">
            <a:noAutofit/>
          </a:bodyPr>
          <a:lstStyle/>
          <a:p>
            <a:pPr indent="0" lvl="0" marL="0" rtl="0" algn="ctr">
              <a:lnSpc>
                <a:spcPct val="15846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</a:pPr>
            <a:r>
              <a:rPr lang="ko-KR"/>
              <a:t>내용을 입력해주세요</a:t>
            </a:r>
            <a:br>
              <a:rPr lang="ko-KR"/>
            </a:br>
            <a:r>
              <a:rPr lang="ko-KR"/>
              <a:t>내용을 입력해주세요</a:t>
            </a:r>
            <a:endParaRPr/>
          </a:p>
        </p:txBody>
      </p:sp>
      <p:sp>
        <p:nvSpPr>
          <p:cNvPr id="2616" name="Google Shape;2616;p36"/>
          <p:cNvSpPr txBox="1"/>
          <p:nvPr>
            <p:ph idx="9" type="body"/>
          </p:nvPr>
        </p:nvSpPr>
        <p:spPr>
          <a:xfrm>
            <a:off x="6583824" y="3565437"/>
            <a:ext cx="2054681" cy="6896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48571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</a:pPr>
            <a:r>
              <a:rPr lang="ko-KR"/>
              <a:t>주제를</a:t>
            </a:r>
            <a:br>
              <a:rPr lang="ko-KR"/>
            </a:br>
            <a:r>
              <a:rPr lang="ko-KR"/>
              <a:t>입력해주세요</a:t>
            </a:r>
            <a:endParaRPr/>
          </a:p>
        </p:txBody>
      </p:sp>
      <p:sp>
        <p:nvSpPr>
          <p:cNvPr id="2617" name="Google Shape;2617;p36"/>
          <p:cNvSpPr txBox="1"/>
          <p:nvPr>
            <p:ph idx="13" type="body"/>
          </p:nvPr>
        </p:nvSpPr>
        <p:spPr>
          <a:xfrm>
            <a:off x="8652319" y="4275920"/>
            <a:ext cx="2054681" cy="1581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72000">
            <a:noAutofit/>
          </a:bodyPr>
          <a:lstStyle/>
          <a:p>
            <a:pPr indent="0" lvl="0" marL="0" rtl="0" algn="ctr">
              <a:lnSpc>
                <a:spcPct val="15846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</a:pPr>
            <a:r>
              <a:rPr lang="ko-KR"/>
              <a:t>내용을 입력해주세요</a:t>
            </a:r>
            <a:br>
              <a:rPr lang="ko-KR"/>
            </a:br>
            <a:r>
              <a:rPr lang="ko-KR"/>
              <a:t>내용을 입력해주세요</a:t>
            </a:r>
            <a:endParaRPr/>
          </a:p>
        </p:txBody>
      </p:sp>
      <p:sp>
        <p:nvSpPr>
          <p:cNvPr id="2618" name="Google Shape;2618;p36"/>
          <p:cNvSpPr txBox="1"/>
          <p:nvPr>
            <p:ph idx="14" type="body"/>
          </p:nvPr>
        </p:nvSpPr>
        <p:spPr>
          <a:xfrm>
            <a:off x="8652318" y="3565437"/>
            <a:ext cx="2054681" cy="6896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48571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</a:pPr>
            <a:r>
              <a:rPr lang="ko-KR"/>
              <a:t>주제를</a:t>
            </a:r>
            <a:br>
              <a:rPr lang="ko-KR"/>
            </a:br>
            <a:r>
              <a:rPr lang="ko-KR"/>
              <a:t>입력해주세요</a:t>
            </a:r>
            <a:endParaRPr/>
          </a:p>
        </p:txBody>
      </p:sp>
      <p:sp>
        <p:nvSpPr>
          <p:cNvPr id="2619" name="Google Shape;2619;p36"/>
          <p:cNvSpPr txBox="1"/>
          <p:nvPr>
            <p:ph idx="15" type="body"/>
          </p:nvPr>
        </p:nvSpPr>
        <p:spPr>
          <a:xfrm>
            <a:off x="417525" y="835144"/>
            <a:ext cx="5335912" cy="5003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ko-KR"/>
              <a:t>주제를 입력해주세요</a:t>
            </a:r>
            <a:endParaRPr/>
          </a:p>
        </p:txBody>
      </p:sp>
      <p:sp>
        <p:nvSpPr>
          <p:cNvPr id="2620" name="Google Shape;2620;p36"/>
          <p:cNvSpPr/>
          <p:nvPr/>
        </p:nvSpPr>
        <p:spPr>
          <a:xfrm>
            <a:off x="1026181" y="2283059"/>
            <a:ext cx="720578" cy="749451"/>
          </a:xfrm>
          <a:custGeom>
            <a:rect b="b" l="l" r="r" t="t"/>
            <a:pathLst>
              <a:path extrusionOk="0" h="619381" w="595519">
                <a:moveTo>
                  <a:pt x="552478" y="229"/>
                </a:moveTo>
                <a:cubicBezTo>
                  <a:pt x="557281" y="-1068"/>
                  <a:pt x="561676" y="3359"/>
                  <a:pt x="560390" y="8196"/>
                </a:cubicBezTo>
                <a:lnTo>
                  <a:pt x="543041" y="73405"/>
                </a:lnTo>
                <a:cubicBezTo>
                  <a:pt x="541754" y="78243"/>
                  <a:pt x="535750" y="79863"/>
                  <a:pt x="532234" y="76322"/>
                </a:cubicBezTo>
                <a:lnTo>
                  <a:pt x="517959" y="61945"/>
                </a:lnTo>
                <a:lnTo>
                  <a:pt x="304924" y="276500"/>
                </a:lnTo>
                <a:cubicBezTo>
                  <a:pt x="299879" y="281581"/>
                  <a:pt x="291699" y="281581"/>
                  <a:pt x="286654" y="276500"/>
                </a:cubicBezTo>
                <a:lnTo>
                  <a:pt x="226283" y="215698"/>
                </a:lnTo>
                <a:lnTo>
                  <a:pt x="44556" y="398726"/>
                </a:lnTo>
                <a:cubicBezTo>
                  <a:pt x="39510" y="403808"/>
                  <a:pt x="31331" y="403808"/>
                  <a:pt x="26285" y="398727"/>
                </a:cubicBezTo>
                <a:cubicBezTo>
                  <a:pt x="21240" y="393645"/>
                  <a:pt x="21240" y="385407"/>
                  <a:pt x="26285" y="380325"/>
                </a:cubicBezTo>
                <a:lnTo>
                  <a:pt x="217147" y="188097"/>
                </a:lnTo>
                <a:cubicBezTo>
                  <a:pt x="219570" y="185656"/>
                  <a:pt x="222856" y="184286"/>
                  <a:pt x="226282" y="184286"/>
                </a:cubicBezTo>
                <a:cubicBezTo>
                  <a:pt x="229709" y="184286"/>
                  <a:pt x="232995" y="185656"/>
                  <a:pt x="235418" y="188097"/>
                </a:cubicBezTo>
                <a:lnTo>
                  <a:pt x="295789" y="248898"/>
                </a:lnTo>
                <a:lnTo>
                  <a:pt x="499688" y="43544"/>
                </a:lnTo>
                <a:lnTo>
                  <a:pt x="484836" y="28586"/>
                </a:lnTo>
                <a:cubicBezTo>
                  <a:pt x="481320" y="25044"/>
                  <a:pt x="482928" y="18997"/>
                  <a:pt x="487732" y="17701"/>
                </a:cubicBezTo>
                <a:lnTo>
                  <a:pt x="552478" y="229"/>
                </a:lnTo>
                <a:close/>
                <a:moveTo>
                  <a:pt x="440048" y="196070"/>
                </a:moveTo>
                <a:cubicBezTo>
                  <a:pt x="429346" y="196070"/>
                  <a:pt x="420670" y="204809"/>
                  <a:pt x="420670" y="215587"/>
                </a:cubicBezTo>
                <a:lnTo>
                  <a:pt x="420670" y="599864"/>
                </a:lnTo>
                <a:cubicBezTo>
                  <a:pt x="420670" y="610643"/>
                  <a:pt x="429346" y="619381"/>
                  <a:pt x="440048" y="619381"/>
                </a:cubicBezTo>
                <a:lnTo>
                  <a:pt x="576141" y="619381"/>
                </a:lnTo>
                <a:cubicBezTo>
                  <a:pt x="586843" y="619381"/>
                  <a:pt x="595519" y="610643"/>
                  <a:pt x="595519" y="599864"/>
                </a:cubicBezTo>
                <a:lnTo>
                  <a:pt x="595519" y="215587"/>
                </a:lnTo>
                <a:cubicBezTo>
                  <a:pt x="595519" y="204809"/>
                  <a:pt x="586843" y="196070"/>
                  <a:pt x="576141" y="196070"/>
                </a:cubicBezTo>
                <a:lnTo>
                  <a:pt x="440048" y="196070"/>
                </a:lnTo>
                <a:close/>
                <a:moveTo>
                  <a:pt x="210333" y="336364"/>
                </a:moveTo>
                <a:cubicBezTo>
                  <a:pt x="210333" y="325586"/>
                  <a:pt x="219009" y="316847"/>
                  <a:pt x="229712" y="316847"/>
                </a:cubicBezTo>
                <a:lnTo>
                  <a:pt x="365804" y="316847"/>
                </a:lnTo>
                <a:cubicBezTo>
                  <a:pt x="376506" y="316847"/>
                  <a:pt x="385183" y="325586"/>
                  <a:pt x="385183" y="336364"/>
                </a:cubicBezTo>
                <a:lnTo>
                  <a:pt x="385183" y="599864"/>
                </a:lnTo>
                <a:cubicBezTo>
                  <a:pt x="385183" y="610643"/>
                  <a:pt x="376506" y="619382"/>
                  <a:pt x="365804" y="619382"/>
                </a:cubicBezTo>
                <a:lnTo>
                  <a:pt x="229712" y="619382"/>
                </a:lnTo>
                <a:cubicBezTo>
                  <a:pt x="219009" y="619382"/>
                  <a:pt x="210333" y="610643"/>
                  <a:pt x="210333" y="599864"/>
                </a:cubicBezTo>
                <a:lnTo>
                  <a:pt x="210333" y="336364"/>
                </a:lnTo>
                <a:close/>
                <a:moveTo>
                  <a:pt x="0" y="458179"/>
                </a:moveTo>
                <a:cubicBezTo>
                  <a:pt x="0" y="447400"/>
                  <a:pt x="8676" y="438662"/>
                  <a:pt x="19379" y="438662"/>
                </a:cubicBezTo>
                <a:lnTo>
                  <a:pt x="155470" y="438662"/>
                </a:lnTo>
                <a:cubicBezTo>
                  <a:pt x="166173" y="438662"/>
                  <a:pt x="174850" y="447400"/>
                  <a:pt x="174850" y="458179"/>
                </a:cubicBezTo>
                <a:lnTo>
                  <a:pt x="174850" y="599864"/>
                </a:lnTo>
                <a:cubicBezTo>
                  <a:pt x="174850" y="610643"/>
                  <a:pt x="166173" y="619381"/>
                  <a:pt x="155471" y="619381"/>
                </a:cubicBezTo>
                <a:lnTo>
                  <a:pt x="19379" y="619381"/>
                </a:lnTo>
                <a:cubicBezTo>
                  <a:pt x="8676" y="619381"/>
                  <a:pt x="0" y="610643"/>
                  <a:pt x="0" y="599864"/>
                </a:cubicBezTo>
                <a:lnTo>
                  <a:pt x="0" y="458179"/>
                </a:lnTo>
                <a:close/>
              </a:path>
            </a:pathLst>
          </a:custGeom>
          <a:solidFill>
            <a:srgbClr val="FC1C4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621" name="Google Shape;2621;p36"/>
          <p:cNvGrpSpPr/>
          <p:nvPr/>
        </p:nvGrpSpPr>
        <p:grpSpPr>
          <a:xfrm>
            <a:off x="5223555" y="2388823"/>
            <a:ext cx="603747" cy="613620"/>
            <a:chOff x="7542636" y="3035390"/>
            <a:chExt cx="548861" cy="557836"/>
          </a:xfrm>
        </p:grpSpPr>
        <p:sp>
          <p:nvSpPr>
            <p:cNvPr id="2622" name="Google Shape;2622;p36"/>
            <p:cNvSpPr/>
            <p:nvPr/>
          </p:nvSpPr>
          <p:spPr>
            <a:xfrm>
              <a:off x="7542636" y="3035390"/>
              <a:ext cx="548861" cy="557836"/>
            </a:xfrm>
            <a:custGeom>
              <a:rect b="b" l="l" r="r" t="t"/>
              <a:pathLst>
                <a:path extrusionOk="0" h="557836" w="548861">
                  <a:moveTo>
                    <a:pt x="28731" y="448265"/>
                  </a:moveTo>
                  <a:cubicBezTo>
                    <a:pt x="89209" y="456841"/>
                    <a:pt x="198085" y="486696"/>
                    <a:pt x="265126" y="553862"/>
                  </a:cubicBezTo>
                  <a:cubicBezTo>
                    <a:pt x="266301" y="555088"/>
                    <a:pt x="267725" y="556091"/>
                    <a:pt x="269344" y="556788"/>
                  </a:cubicBezTo>
                  <a:cubicBezTo>
                    <a:pt x="270810" y="557418"/>
                    <a:pt x="272349" y="557760"/>
                    <a:pt x="273885" y="557825"/>
                  </a:cubicBezTo>
                  <a:cubicBezTo>
                    <a:pt x="274214" y="557838"/>
                    <a:pt x="274542" y="557840"/>
                    <a:pt x="274870" y="557829"/>
                  </a:cubicBezTo>
                  <a:cubicBezTo>
                    <a:pt x="275694" y="557800"/>
                    <a:pt x="276521" y="557693"/>
                    <a:pt x="277340" y="557503"/>
                  </a:cubicBezTo>
                  <a:cubicBezTo>
                    <a:pt x="279810" y="556930"/>
                    <a:pt x="282017" y="555651"/>
                    <a:pt x="283726" y="553872"/>
                  </a:cubicBezTo>
                  <a:cubicBezTo>
                    <a:pt x="350766" y="486699"/>
                    <a:pt x="459650" y="456842"/>
                    <a:pt x="520131" y="448265"/>
                  </a:cubicBezTo>
                  <a:cubicBezTo>
                    <a:pt x="536059" y="446007"/>
                    <a:pt x="548861" y="432481"/>
                    <a:pt x="548861" y="415553"/>
                  </a:cubicBezTo>
                  <a:lnTo>
                    <a:pt x="548861" y="32012"/>
                  </a:lnTo>
                  <a:cubicBezTo>
                    <a:pt x="548861" y="14229"/>
                    <a:pt x="534345" y="-752"/>
                    <a:pt x="515998" y="29"/>
                  </a:cubicBezTo>
                  <a:cubicBezTo>
                    <a:pt x="386957" y="5522"/>
                    <a:pt x="307901" y="63632"/>
                    <a:pt x="274431" y="105225"/>
                  </a:cubicBezTo>
                  <a:cubicBezTo>
                    <a:pt x="240961" y="63632"/>
                    <a:pt x="161905" y="5522"/>
                    <a:pt x="32864" y="29"/>
                  </a:cubicBezTo>
                  <a:cubicBezTo>
                    <a:pt x="14517" y="-752"/>
                    <a:pt x="0" y="14229"/>
                    <a:pt x="0" y="32012"/>
                  </a:cubicBezTo>
                  <a:lnTo>
                    <a:pt x="0" y="415553"/>
                  </a:lnTo>
                  <a:cubicBezTo>
                    <a:pt x="0" y="432481"/>
                    <a:pt x="12802" y="446007"/>
                    <a:pt x="28731" y="448265"/>
                  </a:cubicBezTo>
                  <a:close/>
                </a:path>
              </a:pathLst>
            </a:custGeom>
            <a:solidFill>
              <a:srgbClr val="FC1C4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23" name="Google Shape;2623;p36"/>
            <p:cNvSpPr/>
            <p:nvPr/>
          </p:nvSpPr>
          <p:spPr>
            <a:xfrm>
              <a:off x="7805511" y="3228523"/>
              <a:ext cx="25821" cy="241915"/>
            </a:xfrm>
            <a:custGeom>
              <a:rect b="b" l="l" r="r" t="t"/>
              <a:pathLst>
                <a:path extrusionOk="0" h="241915" w="25821">
                  <a:moveTo>
                    <a:pt x="12911" y="241915"/>
                  </a:moveTo>
                  <a:cubicBezTo>
                    <a:pt x="5780" y="241915"/>
                    <a:pt x="0" y="236112"/>
                    <a:pt x="0" y="228954"/>
                  </a:cubicBezTo>
                  <a:lnTo>
                    <a:pt x="0" y="12962"/>
                  </a:lnTo>
                  <a:cubicBezTo>
                    <a:pt x="0" y="5803"/>
                    <a:pt x="5780" y="0"/>
                    <a:pt x="12911" y="0"/>
                  </a:cubicBezTo>
                  <a:cubicBezTo>
                    <a:pt x="20041" y="0"/>
                    <a:pt x="25821" y="5803"/>
                    <a:pt x="25821" y="12962"/>
                  </a:cubicBezTo>
                  <a:lnTo>
                    <a:pt x="25821" y="228954"/>
                  </a:lnTo>
                  <a:cubicBezTo>
                    <a:pt x="25821" y="236112"/>
                    <a:pt x="20041" y="241915"/>
                    <a:pt x="12911" y="24191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624" name="Google Shape;2624;p36"/>
          <p:cNvGrpSpPr/>
          <p:nvPr/>
        </p:nvGrpSpPr>
        <p:grpSpPr>
          <a:xfrm>
            <a:off x="7345334" y="2377533"/>
            <a:ext cx="484658" cy="639691"/>
            <a:chOff x="7594892" y="4402050"/>
            <a:chExt cx="440598" cy="581537"/>
          </a:xfrm>
        </p:grpSpPr>
        <p:sp>
          <p:nvSpPr>
            <p:cNvPr id="2625" name="Google Shape;2625;p36"/>
            <p:cNvSpPr/>
            <p:nvPr/>
          </p:nvSpPr>
          <p:spPr>
            <a:xfrm>
              <a:off x="7594892" y="4402050"/>
              <a:ext cx="440598" cy="581537"/>
            </a:xfrm>
            <a:custGeom>
              <a:rect b="b" l="l" r="r" t="t"/>
              <a:pathLst>
                <a:path extrusionOk="0" h="581537" w="440598">
                  <a:moveTo>
                    <a:pt x="440599" y="32409"/>
                  </a:moveTo>
                  <a:cubicBezTo>
                    <a:pt x="440599" y="14510"/>
                    <a:pt x="426174" y="0"/>
                    <a:pt x="408380" y="0"/>
                  </a:cubicBezTo>
                  <a:lnTo>
                    <a:pt x="32219" y="0"/>
                  </a:lnTo>
                  <a:cubicBezTo>
                    <a:pt x="14425" y="0"/>
                    <a:pt x="0" y="14510"/>
                    <a:pt x="0" y="32409"/>
                  </a:cubicBezTo>
                  <a:lnTo>
                    <a:pt x="0" y="549129"/>
                  </a:lnTo>
                  <a:cubicBezTo>
                    <a:pt x="0" y="567028"/>
                    <a:pt x="14425" y="581538"/>
                    <a:pt x="32219" y="581538"/>
                  </a:cubicBezTo>
                  <a:lnTo>
                    <a:pt x="294410" y="581538"/>
                  </a:lnTo>
                  <a:cubicBezTo>
                    <a:pt x="302999" y="581538"/>
                    <a:pt x="311233" y="578088"/>
                    <a:pt x="317281" y="571955"/>
                  </a:cubicBezTo>
                  <a:lnTo>
                    <a:pt x="431251" y="456404"/>
                  </a:lnTo>
                  <a:cubicBezTo>
                    <a:pt x="437239" y="450334"/>
                    <a:pt x="440599" y="442129"/>
                    <a:pt x="440599" y="433578"/>
                  </a:cubicBezTo>
                  <a:lnTo>
                    <a:pt x="440599" y="32409"/>
                  </a:lnTo>
                  <a:close/>
                </a:path>
              </a:pathLst>
            </a:custGeom>
            <a:solidFill>
              <a:srgbClr val="FC1C4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26" name="Google Shape;2626;p36"/>
            <p:cNvSpPr/>
            <p:nvPr/>
          </p:nvSpPr>
          <p:spPr>
            <a:xfrm>
              <a:off x="7859524" y="4798752"/>
              <a:ext cx="121721" cy="125289"/>
            </a:xfrm>
            <a:custGeom>
              <a:rect b="b" l="l" r="r" t="t"/>
              <a:pathLst>
                <a:path extrusionOk="0" h="125289" w="121721">
                  <a:moveTo>
                    <a:pt x="12887" y="125290"/>
                  </a:moveTo>
                  <a:cubicBezTo>
                    <a:pt x="5770" y="125290"/>
                    <a:pt x="0" y="119486"/>
                    <a:pt x="0" y="112326"/>
                  </a:cubicBezTo>
                  <a:lnTo>
                    <a:pt x="0" y="12964"/>
                  </a:lnTo>
                  <a:cubicBezTo>
                    <a:pt x="0" y="5804"/>
                    <a:pt x="5770" y="0"/>
                    <a:pt x="12887" y="0"/>
                  </a:cubicBezTo>
                  <a:lnTo>
                    <a:pt x="108834" y="0"/>
                  </a:lnTo>
                  <a:cubicBezTo>
                    <a:pt x="115952" y="0"/>
                    <a:pt x="121722" y="5804"/>
                    <a:pt x="121722" y="12964"/>
                  </a:cubicBezTo>
                  <a:cubicBezTo>
                    <a:pt x="121722" y="20123"/>
                    <a:pt x="115952" y="25927"/>
                    <a:pt x="108834" y="25927"/>
                  </a:cubicBezTo>
                  <a:lnTo>
                    <a:pt x="25775" y="25927"/>
                  </a:lnTo>
                  <a:lnTo>
                    <a:pt x="25775" y="112326"/>
                  </a:lnTo>
                  <a:cubicBezTo>
                    <a:pt x="25775" y="119486"/>
                    <a:pt x="20005" y="125290"/>
                    <a:pt x="12887" y="12529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627" name="Google Shape;2627;p36"/>
          <p:cNvSpPr txBox="1"/>
          <p:nvPr/>
        </p:nvSpPr>
        <p:spPr>
          <a:xfrm>
            <a:off x="3066787" y="2517560"/>
            <a:ext cx="33534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ko-KR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 b="1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8" name="Google Shape;2628;p36"/>
          <p:cNvSpPr txBox="1"/>
          <p:nvPr/>
        </p:nvSpPr>
        <p:spPr>
          <a:xfrm>
            <a:off x="3537304" y="2517560"/>
            <a:ext cx="33534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ko-KR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 b="1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9" name="Google Shape;2629;p36"/>
          <p:cNvSpPr txBox="1"/>
          <p:nvPr/>
        </p:nvSpPr>
        <p:spPr>
          <a:xfrm>
            <a:off x="9318507" y="2517560"/>
            <a:ext cx="63350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ko-KR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CSV</a:t>
            </a:r>
            <a:endParaRPr b="1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3" name="Shape 2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4" name="Google Shape;2634;p37"/>
          <p:cNvSpPr txBox="1"/>
          <p:nvPr>
            <p:ph idx="1" type="body"/>
          </p:nvPr>
        </p:nvSpPr>
        <p:spPr>
          <a:xfrm>
            <a:off x="417525" y="182918"/>
            <a:ext cx="5335912" cy="2605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3B3B3"/>
              </a:buClr>
              <a:buSzPts val="1100"/>
              <a:buFont typeface="Arial"/>
              <a:buNone/>
            </a:pPr>
            <a:r>
              <a:rPr lang="ko-KR"/>
              <a:t>TITLE</a:t>
            </a:r>
            <a:endParaRPr/>
          </a:p>
        </p:txBody>
      </p:sp>
      <p:sp>
        <p:nvSpPr>
          <p:cNvPr id="2635" name="Google Shape;2635;p37"/>
          <p:cNvSpPr txBox="1"/>
          <p:nvPr>
            <p:ph idx="2" type="body"/>
          </p:nvPr>
        </p:nvSpPr>
        <p:spPr>
          <a:xfrm>
            <a:off x="1562719" y="2115550"/>
            <a:ext cx="3796494" cy="6423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4857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ko-KR"/>
              <a:t>내용을 입력해주세요</a:t>
            </a:r>
            <a:br>
              <a:rPr lang="ko-KR"/>
            </a:br>
            <a:r>
              <a:rPr lang="ko-KR"/>
              <a:t>내용을 입력해주세요</a:t>
            </a:r>
            <a:endParaRPr/>
          </a:p>
        </p:txBody>
      </p:sp>
      <p:sp>
        <p:nvSpPr>
          <p:cNvPr id="2636" name="Google Shape;2636;p37"/>
          <p:cNvSpPr txBox="1"/>
          <p:nvPr>
            <p:ph idx="3" type="body"/>
          </p:nvPr>
        </p:nvSpPr>
        <p:spPr>
          <a:xfrm>
            <a:off x="1562719" y="1802013"/>
            <a:ext cx="3796494" cy="3696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ko-KR"/>
              <a:t>주제를 입력해주세요</a:t>
            </a:r>
            <a:endParaRPr/>
          </a:p>
        </p:txBody>
      </p:sp>
      <p:sp>
        <p:nvSpPr>
          <p:cNvPr id="2637" name="Google Shape;2637;p37"/>
          <p:cNvSpPr txBox="1"/>
          <p:nvPr>
            <p:ph idx="4" type="body"/>
          </p:nvPr>
        </p:nvSpPr>
        <p:spPr>
          <a:xfrm>
            <a:off x="6705167" y="2115550"/>
            <a:ext cx="3796494" cy="6423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5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ko-KR"/>
              <a:t>내용을 입력해주세요</a:t>
            </a:r>
            <a:br>
              <a:rPr lang="ko-KR"/>
            </a:br>
            <a:r>
              <a:rPr lang="ko-KR"/>
              <a:t>내용을 입력해주세요</a:t>
            </a:r>
            <a:endParaRPr/>
          </a:p>
        </p:txBody>
      </p:sp>
      <p:sp>
        <p:nvSpPr>
          <p:cNvPr id="2638" name="Google Shape;2638;p37"/>
          <p:cNvSpPr txBox="1"/>
          <p:nvPr>
            <p:ph idx="5" type="body"/>
          </p:nvPr>
        </p:nvSpPr>
        <p:spPr>
          <a:xfrm>
            <a:off x="6705167" y="1802013"/>
            <a:ext cx="3796494" cy="3696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ko-KR"/>
              <a:t>주제를 입력해주세요</a:t>
            </a:r>
            <a:endParaRPr/>
          </a:p>
        </p:txBody>
      </p:sp>
      <p:sp>
        <p:nvSpPr>
          <p:cNvPr id="2639" name="Google Shape;2639;p37"/>
          <p:cNvSpPr txBox="1"/>
          <p:nvPr>
            <p:ph idx="6" type="body"/>
          </p:nvPr>
        </p:nvSpPr>
        <p:spPr>
          <a:xfrm>
            <a:off x="1562719" y="3630314"/>
            <a:ext cx="3796494" cy="6423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5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ko-KR"/>
              <a:t>내용을 입력해주세요</a:t>
            </a:r>
            <a:br>
              <a:rPr lang="ko-KR"/>
            </a:br>
            <a:r>
              <a:rPr lang="ko-KR"/>
              <a:t>내용을 입력해주세요</a:t>
            </a:r>
            <a:endParaRPr/>
          </a:p>
        </p:txBody>
      </p:sp>
      <p:sp>
        <p:nvSpPr>
          <p:cNvPr id="2640" name="Google Shape;2640;p37"/>
          <p:cNvSpPr txBox="1"/>
          <p:nvPr>
            <p:ph idx="7" type="body"/>
          </p:nvPr>
        </p:nvSpPr>
        <p:spPr>
          <a:xfrm>
            <a:off x="1562719" y="3316777"/>
            <a:ext cx="3796494" cy="3696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ko-KR"/>
              <a:t>주제를 입력해주세요</a:t>
            </a:r>
            <a:endParaRPr/>
          </a:p>
        </p:txBody>
      </p:sp>
      <p:sp>
        <p:nvSpPr>
          <p:cNvPr id="2641" name="Google Shape;2641;p37"/>
          <p:cNvSpPr txBox="1"/>
          <p:nvPr>
            <p:ph idx="8" type="body"/>
          </p:nvPr>
        </p:nvSpPr>
        <p:spPr>
          <a:xfrm>
            <a:off x="6705167" y="3630314"/>
            <a:ext cx="3796494" cy="6423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5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ko-KR"/>
              <a:t>내용을 입력해주세요</a:t>
            </a:r>
            <a:br>
              <a:rPr lang="ko-KR"/>
            </a:br>
            <a:r>
              <a:rPr lang="ko-KR"/>
              <a:t>내용을 입력해주세요</a:t>
            </a:r>
            <a:endParaRPr/>
          </a:p>
        </p:txBody>
      </p:sp>
      <p:sp>
        <p:nvSpPr>
          <p:cNvPr id="2642" name="Google Shape;2642;p37"/>
          <p:cNvSpPr txBox="1"/>
          <p:nvPr>
            <p:ph idx="9" type="body"/>
          </p:nvPr>
        </p:nvSpPr>
        <p:spPr>
          <a:xfrm>
            <a:off x="6705167" y="3316777"/>
            <a:ext cx="3796494" cy="3696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ko-KR"/>
              <a:t>주제를 입력해주세요</a:t>
            </a:r>
            <a:endParaRPr/>
          </a:p>
        </p:txBody>
      </p:sp>
      <p:sp>
        <p:nvSpPr>
          <p:cNvPr id="2643" name="Google Shape;2643;p37"/>
          <p:cNvSpPr txBox="1"/>
          <p:nvPr>
            <p:ph idx="13" type="body"/>
          </p:nvPr>
        </p:nvSpPr>
        <p:spPr>
          <a:xfrm>
            <a:off x="1562719" y="5145077"/>
            <a:ext cx="3796494" cy="6423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5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ko-KR"/>
              <a:t>내용을 입력해주세요</a:t>
            </a:r>
            <a:br>
              <a:rPr lang="ko-KR"/>
            </a:br>
            <a:r>
              <a:rPr lang="ko-KR"/>
              <a:t>내용을 입력해주세요</a:t>
            </a:r>
            <a:endParaRPr/>
          </a:p>
        </p:txBody>
      </p:sp>
      <p:sp>
        <p:nvSpPr>
          <p:cNvPr id="2644" name="Google Shape;2644;p37"/>
          <p:cNvSpPr txBox="1"/>
          <p:nvPr>
            <p:ph idx="14" type="body"/>
          </p:nvPr>
        </p:nvSpPr>
        <p:spPr>
          <a:xfrm>
            <a:off x="1562719" y="4831540"/>
            <a:ext cx="3796494" cy="3696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ko-KR"/>
              <a:t>주제를 입력해주세요</a:t>
            </a:r>
            <a:endParaRPr/>
          </a:p>
        </p:txBody>
      </p:sp>
      <p:sp>
        <p:nvSpPr>
          <p:cNvPr id="2645" name="Google Shape;2645;p37"/>
          <p:cNvSpPr txBox="1"/>
          <p:nvPr>
            <p:ph idx="15" type="body"/>
          </p:nvPr>
        </p:nvSpPr>
        <p:spPr>
          <a:xfrm>
            <a:off x="6705167" y="5145077"/>
            <a:ext cx="3796494" cy="6423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5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ko-KR"/>
              <a:t>내용을 입력해주세요</a:t>
            </a:r>
            <a:br>
              <a:rPr lang="ko-KR"/>
            </a:br>
            <a:r>
              <a:rPr lang="ko-KR"/>
              <a:t>내용을 입력해주세요</a:t>
            </a:r>
            <a:endParaRPr/>
          </a:p>
        </p:txBody>
      </p:sp>
      <p:sp>
        <p:nvSpPr>
          <p:cNvPr id="2646" name="Google Shape;2646;p37"/>
          <p:cNvSpPr txBox="1"/>
          <p:nvPr>
            <p:ph idx="16" type="body"/>
          </p:nvPr>
        </p:nvSpPr>
        <p:spPr>
          <a:xfrm>
            <a:off x="6705167" y="4831540"/>
            <a:ext cx="3796494" cy="3696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ko-KR"/>
              <a:t>주제를 입력해주세요</a:t>
            </a:r>
            <a:endParaRPr/>
          </a:p>
        </p:txBody>
      </p:sp>
      <p:sp>
        <p:nvSpPr>
          <p:cNvPr id="2647" name="Google Shape;2647;p37"/>
          <p:cNvSpPr txBox="1"/>
          <p:nvPr>
            <p:ph idx="17" type="body"/>
          </p:nvPr>
        </p:nvSpPr>
        <p:spPr>
          <a:xfrm>
            <a:off x="417525" y="835144"/>
            <a:ext cx="5335912" cy="5003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ko-KR"/>
              <a:t>주제를 입력해주세요</a:t>
            </a:r>
            <a:endParaRPr/>
          </a:p>
        </p:txBody>
      </p:sp>
      <p:sp>
        <p:nvSpPr>
          <p:cNvPr id="2648" name="Google Shape;2648;p37"/>
          <p:cNvSpPr/>
          <p:nvPr/>
        </p:nvSpPr>
        <p:spPr>
          <a:xfrm>
            <a:off x="716837" y="2035598"/>
            <a:ext cx="447423" cy="465350"/>
          </a:xfrm>
          <a:custGeom>
            <a:rect b="b" l="l" r="r" t="t"/>
            <a:pathLst>
              <a:path extrusionOk="0" h="619381" w="595519">
                <a:moveTo>
                  <a:pt x="552478" y="229"/>
                </a:moveTo>
                <a:cubicBezTo>
                  <a:pt x="557281" y="-1068"/>
                  <a:pt x="561676" y="3359"/>
                  <a:pt x="560390" y="8196"/>
                </a:cubicBezTo>
                <a:lnTo>
                  <a:pt x="543041" y="73405"/>
                </a:lnTo>
                <a:cubicBezTo>
                  <a:pt x="541754" y="78243"/>
                  <a:pt x="535750" y="79863"/>
                  <a:pt x="532234" y="76322"/>
                </a:cubicBezTo>
                <a:lnTo>
                  <a:pt x="517959" y="61945"/>
                </a:lnTo>
                <a:lnTo>
                  <a:pt x="304924" y="276500"/>
                </a:lnTo>
                <a:cubicBezTo>
                  <a:pt x="299879" y="281581"/>
                  <a:pt x="291699" y="281581"/>
                  <a:pt x="286654" y="276500"/>
                </a:cubicBezTo>
                <a:lnTo>
                  <a:pt x="226283" y="215698"/>
                </a:lnTo>
                <a:lnTo>
                  <a:pt x="44556" y="398726"/>
                </a:lnTo>
                <a:cubicBezTo>
                  <a:pt x="39510" y="403808"/>
                  <a:pt x="31331" y="403808"/>
                  <a:pt x="26285" y="398727"/>
                </a:cubicBezTo>
                <a:cubicBezTo>
                  <a:pt x="21240" y="393645"/>
                  <a:pt x="21240" y="385407"/>
                  <a:pt x="26285" y="380325"/>
                </a:cubicBezTo>
                <a:lnTo>
                  <a:pt x="217147" y="188097"/>
                </a:lnTo>
                <a:cubicBezTo>
                  <a:pt x="219570" y="185656"/>
                  <a:pt x="222856" y="184286"/>
                  <a:pt x="226282" y="184286"/>
                </a:cubicBezTo>
                <a:cubicBezTo>
                  <a:pt x="229709" y="184286"/>
                  <a:pt x="232995" y="185656"/>
                  <a:pt x="235418" y="188097"/>
                </a:cubicBezTo>
                <a:lnTo>
                  <a:pt x="295789" y="248898"/>
                </a:lnTo>
                <a:lnTo>
                  <a:pt x="499688" y="43544"/>
                </a:lnTo>
                <a:lnTo>
                  <a:pt x="484836" y="28586"/>
                </a:lnTo>
                <a:cubicBezTo>
                  <a:pt x="481320" y="25044"/>
                  <a:pt x="482928" y="18997"/>
                  <a:pt x="487732" y="17701"/>
                </a:cubicBezTo>
                <a:lnTo>
                  <a:pt x="552478" y="229"/>
                </a:lnTo>
                <a:close/>
                <a:moveTo>
                  <a:pt x="440048" y="196070"/>
                </a:moveTo>
                <a:cubicBezTo>
                  <a:pt x="429346" y="196070"/>
                  <a:pt x="420670" y="204809"/>
                  <a:pt x="420670" y="215587"/>
                </a:cubicBezTo>
                <a:lnTo>
                  <a:pt x="420670" y="599864"/>
                </a:lnTo>
                <a:cubicBezTo>
                  <a:pt x="420670" y="610643"/>
                  <a:pt x="429346" y="619381"/>
                  <a:pt x="440048" y="619381"/>
                </a:cubicBezTo>
                <a:lnTo>
                  <a:pt x="576141" y="619381"/>
                </a:lnTo>
                <a:cubicBezTo>
                  <a:pt x="586843" y="619381"/>
                  <a:pt x="595519" y="610643"/>
                  <a:pt x="595519" y="599864"/>
                </a:cubicBezTo>
                <a:lnTo>
                  <a:pt x="595519" y="215587"/>
                </a:lnTo>
                <a:cubicBezTo>
                  <a:pt x="595519" y="204809"/>
                  <a:pt x="586843" y="196070"/>
                  <a:pt x="576141" y="196070"/>
                </a:cubicBezTo>
                <a:lnTo>
                  <a:pt x="440048" y="196070"/>
                </a:lnTo>
                <a:close/>
                <a:moveTo>
                  <a:pt x="210333" y="336364"/>
                </a:moveTo>
                <a:cubicBezTo>
                  <a:pt x="210333" y="325586"/>
                  <a:pt x="219009" y="316847"/>
                  <a:pt x="229712" y="316847"/>
                </a:cubicBezTo>
                <a:lnTo>
                  <a:pt x="365804" y="316847"/>
                </a:lnTo>
                <a:cubicBezTo>
                  <a:pt x="376506" y="316847"/>
                  <a:pt x="385183" y="325586"/>
                  <a:pt x="385183" y="336364"/>
                </a:cubicBezTo>
                <a:lnTo>
                  <a:pt x="385183" y="599864"/>
                </a:lnTo>
                <a:cubicBezTo>
                  <a:pt x="385183" y="610643"/>
                  <a:pt x="376506" y="619382"/>
                  <a:pt x="365804" y="619382"/>
                </a:cubicBezTo>
                <a:lnTo>
                  <a:pt x="229712" y="619382"/>
                </a:lnTo>
                <a:cubicBezTo>
                  <a:pt x="219009" y="619382"/>
                  <a:pt x="210333" y="610643"/>
                  <a:pt x="210333" y="599864"/>
                </a:cubicBezTo>
                <a:lnTo>
                  <a:pt x="210333" y="336364"/>
                </a:lnTo>
                <a:close/>
                <a:moveTo>
                  <a:pt x="0" y="458179"/>
                </a:moveTo>
                <a:cubicBezTo>
                  <a:pt x="0" y="447400"/>
                  <a:pt x="8676" y="438662"/>
                  <a:pt x="19379" y="438662"/>
                </a:cubicBezTo>
                <a:lnTo>
                  <a:pt x="155470" y="438662"/>
                </a:lnTo>
                <a:cubicBezTo>
                  <a:pt x="166173" y="438662"/>
                  <a:pt x="174850" y="447400"/>
                  <a:pt x="174850" y="458179"/>
                </a:cubicBezTo>
                <a:lnTo>
                  <a:pt x="174850" y="599864"/>
                </a:lnTo>
                <a:cubicBezTo>
                  <a:pt x="174850" y="610643"/>
                  <a:pt x="166173" y="619381"/>
                  <a:pt x="155471" y="619381"/>
                </a:cubicBezTo>
                <a:lnTo>
                  <a:pt x="19379" y="619381"/>
                </a:lnTo>
                <a:cubicBezTo>
                  <a:pt x="8676" y="619381"/>
                  <a:pt x="0" y="610643"/>
                  <a:pt x="0" y="599864"/>
                </a:cubicBezTo>
                <a:lnTo>
                  <a:pt x="0" y="458179"/>
                </a:lnTo>
                <a:close/>
              </a:path>
            </a:pathLst>
          </a:custGeom>
          <a:solidFill>
            <a:srgbClr val="FC1C4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9" name="Google Shape;2649;p37"/>
          <p:cNvSpPr/>
          <p:nvPr/>
        </p:nvSpPr>
        <p:spPr>
          <a:xfrm>
            <a:off x="5804042" y="2115549"/>
            <a:ext cx="238166" cy="394332"/>
          </a:xfrm>
          <a:custGeom>
            <a:rect b="b" l="l" r="r" t="t"/>
            <a:pathLst>
              <a:path extrusionOk="0" h="635075" w="383569">
                <a:moveTo>
                  <a:pt x="32529" y="0"/>
                </a:moveTo>
                <a:cubicBezTo>
                  <a:pt x="14563" y="0"/>
                  <a:pt x="0" y="14515"/>
                  <a:pt x="0" y="32419"/>
                </a:cubicBezTo>
                <a:lnTo>
                  <a:pt x="0" y="602656"/>
                </a:lnTo>
                <a:cubicBezTo>
                  <a:pt x="0" y="620561"/>
                  <a:pt x="14563" y="635075"/>
                  <a:pt x="32528" y="635075"/>
                </a:cubicBezTo>
                <a:lnTo>
                  <a:pt x="351041" y="635075"/>
                </a:lnTo>
                <a:cubicBezTo>
                  <a:pt x="369006" y="635075"/>
                  <a:pt x="383570" y="620561"/>
                  <a:pt x="383570" y="602656"/>
                </a:cubicBezTo>
                <a:lnTo>
                  <a:pt x="383570" y="32419"/>
                </a:lnTo>
                <a:cubicBezTo>
                  <a:pt x="383570" y="14514"/>
                  <a:pt x="369007" y="0"/>
                  <a:pt x="351041" y="0"/>
                </a:cubicBezTo>
                <a:lnTo>
                  <a:pt x="32529" y="0"/>
                </a:lnTo>
                <a:close/>
              </a:path>
            </a:pathLst>
          </a:custGeom>
          <a:solidFill>
            <a:srgbClr val="FC1C4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0" name="Google Shape;2650;p37"/>
          <p:cNvSpPr/>
          <p:nvPr/>
        </p:nvSpPr>
        <p:spPr>
          <a:xfrm>
            <a:off x="6135630" y="2115549"/>
            <a:ext cx="238166" cy="394332"/>
          </a:xfrm>
          <a:custGeom>
            <a:rect b="b" l="l" r="r" t="t"/>
            <a:pathLst>
              <a:path extrusionOk="0" h="635075" w="383569">
                <a:moveTo>
                  <a:pt x="32529" y="0"/>
                </a:moveTo>
                <a:cubicBezTo>
                  <a:pt x="14563" y="0"/>
                  <a:pt x="0" y="14515"/>
                  <a:pt x="0" y="32419"/>
                </a:cubicBezTo>
                <a:lnTo>
                  <a:pt x="0" y="602656"/>
                </a:lnTo>
                <a:cubicBezTo>
                  <a:pt x="0" y="620561"/>
                  <a:pt x="14563" y="635075"/>
                  <a:pt x="32528" y="635075"/>
                </a:cubicBezTo>
                <a:lnTo>
                  <a:pt x="351041" y="635075"/>
                </a:lnTo>
                <a:cubicBezTo>
                  <a:pt x="369006" y="635075"/>
                  <a:pt x="383570" y="620561"/>
                  <a:pt x="383570" y="602656"/>
                </a:cubicBezTo>
                <a:lnTo>
                  <a:pt x="383570" y="32419"/>
                </a:lnTo>
                <a:cubicBezTo>
                  <a:pt x="383570" y="14514"/>
                  <a:pt x="369007" y="0"/>
                  <a:pt x="351041" y="0"/>
                </a:cubicBezTo>
                <a:lnTo>
                  <a:pt x="32529" y="0"/>
                </a:lnTo>
                <a:close/>
              </a:path>
            </a:pathLst>
          </a:custGeom>
          <a:solidFill>
            <a:srgbClr val="FC1C4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1" name="Google Shape;2651;p37"/>
          <p:cNvSpPr txBox="1"/>
          <p:nvPr/>
        </p:nvSpPr>
        <p:spPr>
          <a:xfrm>
            <a:off x="5808704" y="2181391"/>
            <a:ext cx="227832" cy="24634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Arial"/>
              <a:buNone/>
            </a:pPr>
            <a:r>
              <a:t/>
            </a:r>
            <a:endParaRPr b="1" i="0" sz="105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652" name="Google Shape;2652;p37"/>
          <p:cNvGrpSpPr/>
          <p:nvPr/>
        </p:nvGrpSpPr>
        <p:grpSpPr>
          <a:xfrm>
            <a:off x="754994" y="3621490"/>
            <a:ext cx="374880" cy="381010"/>
            <a:chOff x="7542636" y="3035390"/>
            <a:chExt cx="548861" cy="557836"/>
          </a:xfrm>
        </p:grpSpPr>
        <p:sp>
          <p:nvSpPr>
            <p:cNvPr id="2653" name="Google Shape;2653;p37"/>
            <p:cNvSpPr/>
            <p:nvPr/>
          </p:nvSpPr>
          <p:spPr>
            <a:xfrm>
              <a:off x="7542636" y="3035390"/>
              <a:ext cx="548861" cy="557836"/>
            </a:xfrm>
            <a:custGeom>
              <a:rect b="b" l="l" r="r" t="t"/>
              <a:pathLst>
                <a:path extrusionOk="0" h="557836" w="548861">
                  <a:moveTo>
                    <a:pt x="28731" y="448265"/>
                  </a:moveTo>
                  <a:cubicBezTo>
                    <a:pt x="89209" y="456841"/>
                    <a:pt x="198085" y="486696"/>
                    <a:pt x="265126" y="553862"/>
                  </a:cubicBezTo>
                  <a:cubicBezTo>
                    <a:pt x="266301" y="555088"/>
                    <a:pt x="267725" y="556091"/>
                    <a:pt x="269344" y="556788"/>
                  </a:cubicBezTo>
                  <a:cubicBezTo>
                    <a:pt x="270810" y="557418"/>
                    <a:pt x="272349" y="557760"/>
                    <a:pt x="273885" y="557825"/>
                  </a:cubicBezTo>
                  <a:cubicBezTo>
                    <a:pt x="274214" y="557838"/>
                    <a:pt x="274542" y="557840"/>
                    <a:pt x="274870" y="557829"/>
                  </a:cubicBezTo>
                  <a:cubicBezTo>
                    <a:pt x="275694" y="557800"/>
                    <a:pt x="276521" y="557693"/>
                    <a:pt x="277340" y="557503"/>
                  </a:cubicBezTo>
                  <a:cubicBezTo>
                    <a:pt x="279810" y="556930"/>
                    <a:pt x="282017" y="555651"/>
                    <a:pt x="283726" y="553872"/>
                  </a:cubicBezTo>
                  <a:cubicBezTo>
                    <a:pt x="350766" y="486699"/>
                    <a:pt x="459650" y="456842"/>
                    <a:pt x="520131" y="448265"/>
                  </a:cubicBezTo>
                  <a:cubicBezTo>
                    <a:pt x="536059" y="446007"/>
                    <a:pt x="548861" y="432481"/>
                    <a:pt x="548861" y="415553"/>
                  </a:cubicBezTo>
                  <a:lnTo>
                    <a:pt x="548861" y="32012"/>
                  </a:lnTo>
                  <a:cubicBezTo>
                    <a:pt x="548861" y="14229"/>
                    <a:pt x="534345" y="-752"/>
                    <a:pt x="515998" y="29"/>
                  </a:cubicBezTo>
                  <a:cubicBezTo>
                    <a:pt x="386957" y="5522"/>
                    <a:pt x="307901" y="63632"/>
                    <a:pt x="274431" y="105225"/>
                  </a:cubicBezTo>
                  <a:cubicBezTo>
                    <a:pt x="240961" y="63632"/>
                    <a:pt x="161905" y="5522"/>
                    <a:pt x="32864" y="29"/>
                  </a:cubicBezTo>
                  <a:cubicBezTo>
                    <a:pt x="14517" y="-752"/>
                    <a:pt x="0" y="14229"/>
                    <a:pt x="0" y="32012"/>
                  </a:cubicBezTo>
                  <a:lnTo>
                    <a:pt x="0" y="415553"/>
                  </a:lnTo>
                  <a:cubicBezTo>
                    <a:pt x="0" y="432481"/>
                    <a:pt x="12802" y="446007"/>
                    <a:pt x="28731" y="448265"/>
                  </a:cubicBezTo>
                  <a:close/>
                </a:path>
              </a:pathLst>
            </a:custGeom>
            <a:solidFill>
              <a:srgbClr val="FC1C4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54" name="Google Shape;2654;p37"/>
            <p:cNvSpPr/>
            <p:nvPr/>
          </p:nvSpPr>
          <p:spPr>
            <a:xfrm>
              <a:off x="7805511" y="3228523"/>
              <a:ext cx="25821" cy="241915"/>
            </a:xfrm>
            <a:custGeom>
              <a:rect b="b" l="l" r="r" t="t"/>
              <a:pathLst>
                <a:path extrusionOk="0" h="241915" w="25821">
                  <a:moveTo>
                    <a:pt x="12911" y="241915"/>
                  </a:moveTo>
                  <a:cubicBezTo>
                    <a:pt x="5780" y="241915"/>
                    <a:pt x="0" y="236112"/>
                    <a:pt x="0" y="228954"/>
                  </a:cubicBezTo>
                  <a:lnTo>
                    <a:pt x="0" y="12962"/>
                  </a:lnTo>
                  <a:cubicBezTo>
                    <a:pt x="0" y="5803"/>
                    <a:pt x="5780" y="0"/>
                    <a:pt x="12911" y="0"/>
                  </a:cubicBezTo>
                  <a:cubicBezTo>
                    <a:pt x="20041" y="0"/>
                    <a:pt x="25821" y="5803"/>
                    <a:pt x="25821" y="12962"/>
                  </a:cubicBezTo>
                  <a:lnTo>
                    <a:pt x="25821" y="228954"/>
                  </a:lnTo>
                  <a:cubicBezTo>
                    <a:pt x="25821" y="236112"/>
                    <a:pt x="20041" y="241915"/>
                    <a:pt x="12911" y="24191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655" name="Google Shape;2655;p37"/>
          <p:cNvGrpSpPr/>
          <p:nvPr/>
        </p:nvGrpSpPr>
        <p:grpSpPr>
          <a:xfrm>
            <a:off x="5951014" y="3615142"/>
            <a:ext cx="300935" cy="397197"/>
            <a:chOff x="7594892" y="4402050"/>
            <a:chExt cx="440598" cy="581537"/>
          </a:xfrm>
        </p:grpSpPr>
        <p:sp>
          <p:nvSpPr>
            <p:cNvPr id="2656" name="Google Shape;2656;p37"/>
            <p:cNvSpPr/>
            <p:nvPr/>
          </p:nvSpPr>
          <p:spPr>
            <a:xfrm>
              <a:off x="7594892" y="4402050"/>
              <a:ext cx="440598" cy="581537"/>
            </a:xfrm>
            <a:custGeom>
              <a:rect b="b" l="l" r="r" t="t"/>
              <a:pathLst>
                <a:path extrusionOk="0" h="581537" w="440598">
                  <a:moveTo>
                    <a:pt x="440599" y="32409"/>
                  </a:moveTo>
                  <a:cubicBezTo>
                    <a:pt x="440599" y="14510"/>
                    <a:pt x="426174" y="0"/>
                    <a:pt x="408380" y="0"/>
                  </a:cubicBezTo>
                  <a:lnTo>
                    <a:pt x="32219" y="0"/>
                  </a:lnTo>
                  <a:cubicBezTo>
                    <a:pt x="14425" y="0"/>
                    <a:pt x="0" y="14510"/>
                    <a:pt x="0" y="32409"/>
                  </a:cubicBezTo>
                  <a:lnTo>
                    <a:pt x="0" y="549129"/>
                  </a:lnTo>
                  <a:cubicBezTo>
                    <a:pt x="0" y="567028"/>
                    <a:pt x="14425" y="581538"/>
                    <a:pt x="32219" y="581538"/>
                  </a:cubicBezTo>
                  <a:lnTo>
                    <a:pt x="294410" y="581538"/>
                  </a:lnTo>
                  <a:cubicBezTo>
                    <a:pt x="302999" y="581538"/>
                    <a:pt x="311233" y="578088"/>
                    <a:pt x="317281" y="571955"/>
                  </a:cubicBezTo>
                  <a:lnTo>
                    <a:pt x="431251" y="456404"/>
                  </a:lnTo>
                  <a:cubicBezTo>
                    <a:pt x="437239" y="450334"/>
                    <a:pt x="440599" y="442129"/>
                    <a:pt x="440599" y="433578"/>
                  </a:cubicBezTo>
                  <a:lnTo>
                    <a:pt x="440599" y="32409"/>
                  </a:lnTo>
                  <a:close/>
                </a:path>
              </a:pathLst>
            </a:custGeom>
            <a:solidFill>
              <a:srgbClr val="FC1C4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57" name="Google Shape;2657;p37"/>
            <p:cNvSpPr/>
            <p:nvPr/>
          </p:nvSpPr>
          <p:spPr>
            <a:xfrm>
              <a:off x="7859524" y="4798752"/>
              <a:ext cx="121721" cy="125289"/>
            </a:xfrm>
            <a:custGeom>
              <a:rect b="b" l="l" r="r" t="t"/>
              <a:pathLst>
                <a:path extrusionOk="0" h="125289" w="121721">
                  <a:moveTo>
                    <a:pt x="12887" y="125290"/>
                  </a:moveTo>
                  <a:cubicBezTo>
                    <a:pt x="5770" y="125290"/>
                    <a:pt x="0" y="119486"/>
                    <a:pt x="0" y="112326"/>
                  </a:cubicBezTo>
                  <a:lnTo>
                    <a:pt x="0" y="12964"/>
                  </a:lnTo>
                  <a:cubicBezTo>
                    <a:pt x="0" y="5804"/>
                    <a:pt x="5770" y="0"/>
                    <a:pt x="12887" y="0"/>
                  </a:cubicBezTo>
                  <a:lnTo>
                    <a:pt x="108834" y="0"/>
                  </a:lnTo>
                  <a:cubicBezTo>
                    <a:pt x="115952" y="0"/>
                    <a:pt x="121722" y="5804"/>
                    <a:pt x="121722" y="12964"/>
                  </a:cubicBezTo>
                  <a:cubicBezTo>
                    <a:pt x="121722" y="20123"/>
                    <a:pt x="115952" y="25927"/>
                    <a:pt x="108834" y="25927"/>
                  </a:cubicBezTo>
                  <a:lnTo>
                    <a:pt x="25775" y="25927"/>
                  </a:lnTo>
                  <a:lnTo>
                    <a:pt x="25775" y="112326"/>
                  </a:lnTo>
                  <a:cubicBezTo>
                    <a:pt x="25775" y="119486"/>
                    <a:pt x="20005" y="125290"/>
                    <a:pt x="12887" y="12529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658" name="Google Shape;2658;p37"/>
          <p:cNvSpPr/>
          <p:nvPr/>
        </p:nvSpPr>
        <p:spPr>
          <a:xfrm>
            <a:off x="730815" y="5161664"/>
            <a:ext cx="432284" cy="300154"/>
          </a:xfrm>
          <a:custGeom>
            <a:rect b="b" l="l" r="r" t="t"/>
            <a:pathLst>
              <a:path extrusionOk="0" h="439456" w="632906">
                <a:moveTo>
                  <a:pt x="32307" y="0"/>
                </a:moveTo>
                <a:cubicBezTo>
                  <a:pt x="14464" y="0"/>
                  <a:pt x="0" y="14352"/>
                  <a:pt x="0" y="32057"/>
                </a:cubicBezTo>
                <a:lnTo>
                  <a:pt x="0" y="407400"/>
                </a:lnTo>
                <a:cubicBezTo>
                  <a:pt x="0" y="425104"/>
                  <a:pt x="14464" y="439457"/>
                  <a:pt x="32307" y="439457"/>
                </a:cubicBezTo>
                <a:lnTo>
                  <a:pt x="600599" y="439457"/>
                </a:lnTo>
                <a:cubicBezTo>
                  <a:pt x="618442" y="439457"/>
                  <a:pt x="632907" y="425104"/>
                  <a:pt x="632907" y="407400"/>
                </a:cubicBezTo>
                <a:lnTo>
                  <a:pt x="632907" y="32057"/>
                </a:lnTo>
                <a:cubicBezTo>
                  <a:pt x="632907" y="14352"/>
                  <a:pt x="618442" y="0"/>
                  <a:pt x="600599" y="0"/>
                </a:cubicBezTo>
                <a:lnTo>
                  <a:pt x="32307" y="0"/>
                </a:lnTo>
                <a:close/>
              </a:path>
            </a:pathLst>
          </a:custGeom>
          <a:solidFill>
            <a:srgbClr val="FC1C4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9" name="Google Shape;2659;p37"/>
          <p:cNvSpPr txBox="1"/>
          <p:nvPr/>
        </p:nvSpPr>
        <p:spPr>
          <a:xfrm>
            <a:off x="724967" y="5180417"/>
            <a:ext cx="443980" cy="24634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Arial"/>
              <a:buNone/>
            </a:pPr>
            <a:r>
              <a:rPr b="1" i="0" lang="ko-KR" sz="10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CSV</a:t>
            </a:r>
            <a:endParaRPr b="1" i="0" sz="105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660" name="Google Shape;2660;p37"/>
          <p:cNvGrpSpPr/>
          <p:nvPr/>
        </p:nvGrpSpPr>
        <p:grpSpPr>
          <a:xfrm>
            <a:off x="5866939" y="5128740"/>
            <a:ext cx="458121" cy="317875"/>
            <a:chOff x="5359038" y="7407567"/>
            <a:chExt cx="554326" cy="384629"/>
          </a:xfrm>
        </p:grpSpPr>
        <p:sp>
          <p:nvSpPr>
            <p:cNvPr id="2661" name="Google Shape;2661;p37"/>
            <p:cNvSpPr/>
            <p:nvPr/>
          </p:nvSpPr>
          <p:spPr>
            <a:xfrm>
              <a:off x="5359038" y="7407567"/>
              <a:ext cx="554326" cy="384629"/>
            </a:xfrm>
            <a:custGeom>
              <a:rect b="b" l="l" r="r" t="t"/>
              <a:pathLst>
                <a:path extrusionOk="0" h="384629" w="554326">
                  <a:moveTo>
                    <a:pt x="32276" y="0"/>
                  </a:moveTo>
                  <a:cubicBezTo>
                    <a:pt x="14451" y="0"/>
                    <a:pt x="0" y="14325"/>
                    <a:pt x="0" y="31995"/>
                  </a:cubicBezTo>
                  <a:lnTo>
                    <a:pt x="0" y="352634"/>
                  </a:lnTo>
                  <a:cubicBezTo>
                    <a:pt x="0" y="370305"/>
                    <a:pt x="14451" y="384629"/>
                    <a:pt x="32276" y="384629"/>
                  </a:cubicBezTo>
                  <a:lnTo>
                    <a:pt x="522051" y="384629"/>
                  </a:lnTo>
                  <a:cubicBezTo>
                    <a:pt x="539877" y="384629"/>
                    <a:pt x="554327" y="370305"/>
                    <a:pt x="554327" y="352634"/>
                  </a:cubicBezTo>
                  <a:lnTo>
                    <a:pt x="554327" y="31995"/>
                  </a:lnTo>
                  <a:cubicBezTo>
                    <a:pt x="554327" y="14325"/>
                    <a:pt x="539877" y="0"/>
                    <a:pt x="522051" y="0"/>
                  </a:cubicBezTo>
                  <a:lnTo>
                    <a:pt x="32276" y="0"/>
                  </a:lnTo>
                  <a:close/>
                </a:path>
              </a:pathLst>
            </a:custGeom>
            <a:solidFill>
              <a:srgbClr val="FC1C4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62" name="Google Shape;2662;p37"/>
            <p:cNvSpPr/>
            <p:nvPr/>
          </p:nvSpPr>
          <p:spPr>
            <a:xfrm>
              <a:off x="5410119" y="7466259"/>
              <a:ext cx="450609" cy="269210"/>
            </a:xfrm>
            <a:custGeom>
              <a:rect b="b" l="l" r="r" t="t"/>
              <a:pathLst>
                <a:path extrusionOk="0" h="269210" w="450609">
                  <a:moveTo>
                    <a:pt x="22073" y="3781"/>
                  </a:moveTo>
                  <a:cubicBezTo>
                    <a:pt x="17049" y="-1235"/>
                    <a:pt x="8875" y="-1264"/>
                    <a:pt x="3814" y="3716"/>
                  </a:cubicBezTo>
                  <a:cubicBezTo>
                    <a:pt x="-1246" y="8695"/>
                    <a:pt x="-1275" y="16799"/>
                    <a:pt x="3748" y="21815"/>
                  </a:cubicBezTo>
                  <a:lnTo>
                    <a:pt x="117118" y="135013"/>
                  </a:lnTo>
                  <a:lnTo>
                    <a:pt x="3781" y="247362"/>
                  </a:lnTo>
                  <a:cubicBezTo>
                    <a:pt x="-1260" y="252360"/>
                    <a:pt x="-1260" y="260463"/>
                    <a:pt x="3781" y="265462"/>
                  </a:cubicBezTo>
                  <a:cubicBezTo>
                    <a:pt x="8823" y="270459"/>
                    <a:pt x="16998" y="270459"/>
                    <a:pt x="22040" y="265462"/>
                  </a:cubicBezTo>
                  <a:lnTo>
                    <a:pt x="135310" y="153178"/>
                  </a:lnTo>
                  <a:lnTo>
                    <a:pt x="216139" y="233884"/>
                  </a:lnTo>
                  <a:cubicBezTo>
                    <a:pt x="218563" y="236304"/>
                    <a:pt x="221861" y="237665"/>
                    <a:pt x="225301" y="237665"/>
                  </a:cubicBezTo>
                  <a:cubicBezTo>
                    <a:pt x="228741" y="237665"/>
                    <a:pt x="232039" y="236304"/>
                    <a:pt x="234463" y="233884"/>
                  </a:cubicBezTo>
                  <a:lnTo>
                    <a:pt x="315297" y="153175"/>
                  </a:lnTo>
                  <a:lnTo>
                    <a:pt x="428570" y="265462"/>
                  </a:lnTo>
                  <a:cubicBezTo>
                    <a:pt x="433612" y="270459"/>
                    <a:pt x="441787" y="270459"/>
                    <a:pt x="446828" y="265462"/>
                  </a:cubicBezTo>
                  <a:cubicBezTo>
                    <a:pt x="451870" y="260463"/>
                    <a:pt x="451870" y="252360"/>
                    <a:pt x="446828" y="247362"/>
                  </a:cubicBezTo>
                  <a:lnTo>
                    <a:pt x="333490" y="135011"/>
                  </a:lnTo>
                  <a:lnTo>
                    <a:pt x="446861" y="21815"/>
                  </a:lnTo>
                  <a:cubicBezTo>
                    <a:pt x="451884" y="16799"/>
                    <a:pt x="451855" y="8696"/>
                    <a:pt x="446795" y="3716"/>
                  </a:cubicBezTo>
                  <a:cubicBezTo>
                    <a:pt x="441735" y="-1264"/>
                    <a:pt x="433561" y="-1235"/>
                    <a:pt x="428537" y="3781"/>
                  </a:cubicBezTo>
                  <a:lnTo>
                    <a:pt x="225301" y="206702"/>
                  </a:lnTo>
                  <a:lnTo>
                    <a:pt x="22073" y="378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663" name="Google Shape;2663;p37"/>
          <p:cNvSpPr txBox="1"/>
          <p:nvPr/>
        </p:nvSpPr>
        <p:spPr>
          <a:xfrm>
            <a:off x="5787161" y="2173562"/>
            <a:ext cx="28565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ko-KR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 b="1" i="0" sz="12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4" name="Google Shape;2664;p37"/>
          <p:cNvSpPr txBox="1"/>
          <p:nvPr/>
        </p:nvSpPr>
        <p:spPr>
          <a:xfrm>
            <a:off x="6109961" y="2173562"/>
            <a:ext cx="279243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ko-KR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 b="1" i="0" sz="12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68" name="Shape 2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9" name="Google Shape;2669;p38"/>
          <p:cNvSpPr txBox="1"/>
          <p:nvPr>
            <p:ph idx="1" type="body"/>
          </p:nvPr>
        </p:nvSpPr>
        <p:spPr>
          <a:xfrm>
            <a:off x="417525" y="182918"/>
            <a:ext cx="5335912" cy="2605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3B3B3"/>
              </a:buClr>
              <a:buSzPts val="1100"/>
              <a:buFont typeface="Arial"/>
              <a:buNone/>
            </a:pPr>
            <a:r>
              <a:rPr lang="ko-KR"/>
              <a:t>TITLE</a:t>
            </a:r>
            <a:endParaRPr/>
          </a:p>
        </p:txBody>
      </p:sp>
      <p:sp>
        <p:nvSpPr>
          <p:cNvPr id="2670" name="Google Shape;2670;p38"/>
          <p:cNvSpPr/>
          <p:nvPr>
            <p:ph idx="2" type="body"/>
          </p:nvPr>
        </p:nvSpPr>
        <p:spPr>
          <a:xfrm>
            <a:off x="516327" y="1627224"/>
            <a:ext cx="10003891" cy="654847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 cap="flat" cmpd="sng" w="222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88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Arial"/>
              <a:buNone/>
            </a:pPr>
            <a:r>
              <a:rPr lang="ko-KR"/>
              <a:t>주제를 입력해주세요</a:t>
            </a:r>
            <a:endParaRPr/>
          </a:p>
        </p:txBody>
      </p:sp>
      <p:sp>
        <p:nvSpPr>
          <p:cNvPr id="2671" name="Google Shape;2671;p38"/>
          <p:cNvSpPr/>
          <p:nvPr>
            <p:ph idx="3" type="body"/>
          </p:nvPr>
        </p:nvSpPr>
        <p:spPr>
          <a:xfrm>
            <a:off x="512634" y="2558295"/>
            <a:ext cx="3172676" cy="6480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133350" rtl="0" algn="l">
              <a:lnSpc>
                <a:spcPct val="13428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ko-KR"/>
              <a:t>내용을 입력해주세요</a:t>
            </a:r>
            <a:endParaRPr/>
          </a:p>
        </p:txBody>
      </p:sp>
      <p:sp>
        <p:nvSpPr>
          <p:cNvPr id="2672" name="Google Shape;2672;p38"/>
          <p:cNvSpPr/>
          <p:nvPr>
            <p:ph idx="4" type="body"/>
          </p:nvPr>
        </p:nvSpPr>
        <p:spPr>
          <a:xfrm>
            <a:off x="3931934" y="2558295"/>
            <a:ext cx="6588284" cy="648000"/>
          </a:xfrm>
          <a:prstGeom prst="roundRect">
            <a:avLst>
              <a:gd fmla="val 5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1333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ko-KR"/>
              <a:t>내용을 입력해주세요</a:t>
            </a:r>
            <a:endParaRPr/>
          </a:p>
        </p:txBody>
      </p:sp>
      <p:sp>
        <p:nvSpPr>
          <p:cNvPr id="2673" name="Google Shape;2673;p38"/>
          <p:cNvSpPr/>
          <p:nvPr>
            <p:ph idx="5" type="body"/>
          </p:nvPr>
        </p:nvSpPr>
        <p:spPr>
          <a:xfrm>
            <a:off x="512634" y="3451956"/>
            <a:ext cx="3172676" cy="6480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133350" rtl="0" algn="l">
              <a:lnSpc>
                <a:spcPct val="10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ko-KR"/>
              <a:t>내용을 입력해주세요</a:t>
            </a:r>
            <a:endParaRPr/>
          </a:p>
        </p:txBody>
      </p:sp>
      <p:sp>
        <p:nvSpPr>
          <p:cNvPr id="2674" name="Google Shape;2674;p38"/>
          <p:cNvSpPr/>
          <p:nvPr>
            <p:ph idx="6" type="body"/>
          </p:nvPr>
        </p:nvSpPr>
        <p:spPr>
          <a:xfrm>
            <a:off x="3931934" y="3451956"/>
            <a:ext cx="6588284" cy="648000"/>
          </a:xfrm>
          <a:prstGeom prst="roundRect">
            <a:avLst>
              <a:gd fmla="val 5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1333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ko-KR"/>
              <a:t>내용을 입력해주세요</a:t>
            </a:r>
            <a:endParaRPr/>
          </a:p>
        </p:txBody>
      </p:sp>
      <p:sp>
        <p:nvSpPr>
          <p:cNvPr id="2675" name="Google Shape;2675;p38"/>
          <p:cNvSpPr/>
          <p:nvPr>
            <p:ph idx="7" type="body"/>
          </p:nvPr>
        </p:nvSpPr>
        <p:spPr>
          <a:xfrm>
            <a:off x="512634" y="4345103"/>
            <a:ext cx="3172676" cy="6480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1333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ko-KR"/>
              <a:t>내용을 입력해주세요</a:t>
            </a:r>
            <a:endParaRPr/>
          </a:p>
        </p:txBody>
      </p:sp>
      <p:sp>
        <p:nvSpPr>
          <p:cNvPr id="2676" name="Google Shape;2676;p38"/>
          <p:cNvSpPr/>
          <p:nvPr>
            <p:ph idx="8" type="body"/>
          </p:nvPr>
        </p:nvSpPr>
        <p:spPr>
          <a:xfrm>
            <a:off x="3931934" y="4345103"/>
            <a:ext cx="6588284" cy="648000"/>
          </a:xfrm>
          <a:prstGeom prst="roundRect">
            <a:avLst>
              <a:gd fmla="val 5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1333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ko-KR"/>
              <a:t>내용을 입력해주세요</a:t>
            </a:r>
            <a:endParaRPr/>
          </a:p>
        </p:txBody>
      </p:sp>
      <p:sp>
        <p:nvSpPr>
          <p:cNvPr id="2677" name="Google Shape;2677;p38"/>
          <p:cNvSpPr/>
          <p:nvPr>
            <p:ph idx="9" type="body"/>
          </p:nvPr>
        </p:nvSpPr>
        <p:spPr>
          <a:xfrm>
            <a:off x="512634" y="5238250"/>
            <a:ext cx="3172676" cy="6480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1333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ko-KR"/>
              <a:t>내용을 입력해주세요</a:t>
            </a:r>
            <a:endParaRPr/>
          </a:p>
        </p:txBody>
      </p:sp>
      <p:sp>
        <p:nvSpPr>
          <p:cNvPr id="2678" name="Google Shape;2678;p38"/>
          <p:cNvSpPr/>
          <p:nvPr>
            <p:ph idx="13" type="body"/>
          </p:nvPr>
        </p:nvSpPr>
        <p:spPr>
          <a:xfrm>
            <a:off x="3931934" y="5238250"/>
            <a:ext cx="6588284" cy="648000"/>
          </a:xfrm>
          <a:prstGeom prst="roundRect">
            <a:avLst>
              <a:gd fmla="val 5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1333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ko-KR"/>
              <a:t>내용을 입력해주세요</a:t>
            </a:r>
            <a:endParaRPr/>
          </a:p>
        </p:txBody>
      </p:sp>
      <p:sp>
        <p:nvSpPr>
          <p:cNvPr id="2679" name="Google Shape;2679;p38"/>
          <p:cNvSpPr txBox="1"/>
          <p:nvPr>
            <p:ph idx="14" type="body"/>
          </p:nvPr>
        </p:nvSpPr>
        <p:spPr>
          <a:xfrm>
            <a:off x="417525" y="835144"/>
            <a:ext cx="5335912" cy="5003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ko-KR"/>
              <a:t>주제를 입력해주세요</a:t>
            </a: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3" name="Shape 26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4" name="Google Shape;2684;p39"/>
          <p:cNvSpPr txBox="1"/>
          <p:nvPr>
            <p:ph idx="1" type="body"/>
          </p:nvPr>
        </p:nvSpPr>
        <p:spPr>
          <a:xfrm>
            <a:off x="417525" y="182918"/>
            <a:ext cx="5335912" cy="2605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3B3B3"/>
              </a:buClr>
              <a:buSzPts val="1100"/>
              <a:buFont typeface="Arial"/>
              <a:buNone/>
            </a:pPr>
            <a:r>
              <a:rPr lang="ko-KR"/>
              <a:t>TITLE</a:t>
            </a:r>
            <a:endParaRPr/>
          </a:p>
        </p:txBody>
      </p:sp>
      <p:sp>
        <p:nvSpPr>
          <p:cNvPr id="2685" name="Google Shape;2685;p39"/>
          <p:cNvSpPr/>
          <p:nvPr>
            <p:ph idx="2" type="body"/>
          </p:nvPr>
        </p:nvSpPr>
        <p:spPr>
          <a:xfrm>
            <a:off x="516327" y="1627224"/>
            <a:ext cx="3151321" cy="654847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 cap="flat" cmpd="sng" w="222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952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300"/>
              <a:buFont typeface="Arial"/>
              <a:buNone/>
            </a:pPr>
            <a:r>
              <a:rPr lang="ko-KR"/>
              <a:t>주제</a:t>
            </a:r>
            <a:endParaRPr/>
          </a:p>
        </p:txBody>
      </p:sp>
      <p:sp>
        <p:nvSpPr>
          <p:cNvPr id="2686" name="Google Shape;2686;p39"/>
          <p:cNvSpPr/>
          <p:nvPr>
            <p:ph idx="3" type="body"/>
          </p:nvPr>
        </p:nvSpPr>
        <p:spPr>
          <a:xfrm>
            <a:off x="3952863" y="1627224"/>
            <a:ext cx="3151321" cy="654847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 cap="flat" cmpd="sng" w="222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952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300"/>
              <a:buFont typeface="Arial"/>
              <a:buNone/>
            </a:pPr>
            <a:r>
              <a:rPr lang="ko-KR"/>
              <a:t>주제</a:t>
            </a:r>
            <a:endParaRPr/>
          </a:p>
        </p:txBody>
      </p:sp>
      <p:sp>
        <p:nvSpPr>
          <p:cNvPr id="2687" name="Google Shape;2687;p39"/>
          <p:cNvSpPr/>
          <p:nvPr>
            <p:ph idx="4" type="body"/>
          </p:nvPr>
        </p:nvSpPr>
        <p:spPr>
          <a:xfrm>
            <a:off x="7389399" y="1627224"/>
            <a:ext cx="3151321" cy="654847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 cap="flat" cmpd="sng" w="222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952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300"/>
              <a:buFont typeface="Arial"/>
              <a:buNone/>
            </a:pPr>
            <a:r>
              <a:rPr lang="ko-KR"/>
              <a:t>주제</a:t>
            </a:r>
            <a:endParaRPr/>
          </a:p>
        </p:txBody>
      </p:sp>
      <p:sp>
        <p:nvSpPr>
          <p:cNvPr id="2688" name="Google Shape;2688;p39"/>
          <p:cNvSpPr/>
          <p:nvPr>
            <p:ph idx="5" type="body"/>
          </p:nvPr>
        </p:nvSpPr>
        <p:spPr>
          <a:xfrm>
            <a:off x="512634" y="2558295"/>
            <a:ext cx="3172676" cy="6480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952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ko-KR"/>
              <a:t>내용을 입력해주세요</a:t>
            </a:r>
            <a:endParaRPr/>
          </a:p>
        </p:txBody>
      </p:sp>
      <p:sp>
        <p:nvSpPr>
          <p:cNvPr id="2689" name="Google Shape;2689;p39"/>
          <p:cNvSpPr/>
          <p:nvPr>
            <p:ph idx="6" type="body"/>
          </p:nvPr>
        </p:nvSpPr>
        <p:spPr>
          <a:xfrm>
            <a:off x="512634" y="3449427"/>
            <a:ext cx="3172676" cy="6480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952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ko-KR"/>
              <a:t>내용을 입력해주세요</a:t>
            </a:r>
            <a:endParaRPr/>
          </a:p>
        </p:txBody>
      </p:sp>
      <p:sp>
        <p:nvSpPr>
          <p:cNvPr id="2690" name="Google Shape;2690;p39"/>
          <p:cNvSpPr/>
          <p:nvPr>
            <p:ph idx="7" type="body"/>
          </p:nvPr>
        </p:nvSpPr>
        <p:spPr>
          <a:xfrm>
            <a:off x="512634" y="4340559"/>
            <a:ext cx="3172676" cy="6480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952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ko-KR"/>
              <a:t>내용을 입력해주세요</a:t>
            </a:r>
            <a:endParaRPr/>
          </a:p>
        </p:txBody>
      </p:sp>
      <p:sp>
        <p:nvSpPr>
          <p:cNvPr id="2691" name="Google Shape;2691;p39"/>
          <p:cNvSpPr/>
          <p:nvPr>
            <p:ph idx="8" type="body"/>
          </p:nvPr>
        </p:nvSpPr>
        <p:spPr>
          <a:xfrm>
            <a:off x="512634" y="5231694"/>
            <a:ext cx="3172676" cy="6480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952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ko-KR"/>
              <a:t>내용을 입력해주세요</a:t>
            </a:r>
            <a:endParaRPr/>
          </a:p>
        </p:txBody>
      </p:sp>
      <p:sp>
        <p:nvSpPr>
          <p:cNvPr id="2692" name="Google Shape;2692;p39"/>
          <p:cNvSpPr/>
          <p:nvPr>
            <p:ph idx="9" type="body"/>
          </p:nvPr>
        </p:nvSpPr>
        <p:spPr>
          <a:xfrm>
            <a:off x="3931508" y="2558295"/>
            <a:ext cx="3172676" cy="6480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952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ko-KR"/>
              <a:t>내용을 입력해주세요</a:t>
            </a:r>
            <a:endParaRPr/>
          </a:p>
        </p:txBody>
      </p:sp>
      <p:sp>
        <p:nvSpPr>
          <p:cNvPr id="2693" name="Google Shape;2693;p39"/>
          <p:cNvSpPr/>
          <p:nvPr>
            <p:ph idx="13" type="body"/>
          </p:nvPr>
        </p:nvSpPr>
        <p:spPr>
          <a:xfrm>
            <a:off x="3931508" y="3449427"/>
            <a:ext cx="3172676" cy="6480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952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ko-KR"/>
              <a:t>내용을 입력해주세요</a:t>
            </a:r>
            <a:endParaRPr/>
          </a:p>
        </p:txBody>
      </p:sp>
      <p:sp>
        <p:nvSpPr>
          <p:cNvPr id="2694" name="Google Shape;2694;p39"/>
          <p:cNvSpPr/>
          <p:nvPr>
            <p:ph idx="14" type="body"/>
          </p:nvPr>
        </p:nvSpPr>
        <p:spPr>
          <a:xfrm>
            <a:off x="7368044" y="2558295"/>
            <a:ext cx="3172676" cy="6480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952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ko-KR"/>
              <a:t>내용을 입력해주세요</a:t>
            </a:r>
            <a:endParaRPr/>
          </a:p>
        </p:txBody>
      </p:sp>
      <p:sp>
        <p:nvSpPr>
          <p:cNvPr id="2695" name="Google Shape;2695;p39"/>
          <p:cNvSpPr/>
          <p:nvPr>
            <p:ph idx="15" type="body"/>
          </p:nvPr>
        </p:nvSpPr>
        <p:spPr>
          <a:xfrm>
            <a:off x="7368044" y="3449427"/>
            <a:ext cx="3172676" cy="6480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952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ko-KR"/>
              <a:t>내용을 입력해주세요</a:t>
            </a:r>
            <a:endParaRPr/>
          </a:p>
        </p:txBody>
      </p:sp>
      <p:sp>
        <p:nvSpPr>
          <p:cNvPr id="2696" name="Google Shape;2696;p39"/>
          <p:cNvSpPr/>
          <p:nvPr>
            <p:ph idx="16" type="body"/>
          </p:nvPr>
        </p:nvSpPr>
        <p:spPr>
          <a:xfrm>
            <a:off x="7368044" y="4340559"/>
            <a:ext cx="3172676" cy="6480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952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ko-KR"/>
              <a:t>내용을 입력해주세요</a:t>
            </a:r>
            <a:endParaRPr/>
          </a:p>
        </p:txBody>
      </p:sp>
      <p:sp>
        <p:nvSpPr>
          <p:cNvPr id="2697" name="Google Shape;2697;p39"/>
          <p:cNvSpPr/>
          <p:nvPr>
            <p:ph idx="17" type="body"/>
          </p:nvPr>
        </p:nvSpPr>
        <p:spPr>
          <a:xfrm>
            <a:off x="7368044" y="5231694"/>
            <a:ext cx="3172676" cy="6480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952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ko-KR"/>
              <a:t>내용을 입력해주세요</a:t>
            </a:r>
            <a:endParaRPr/>
          </a:p>
        </p:txBody>
      </p:sp>
      <p:sp>
        <p:nvSpPr>
          <p:cNvPr id="2698" name="Google Shape;2698;p39"/>
          <p:cNvSpPr txBox="1"/>
          <p:nvPr>
            <p:ph idx="18" type="body"/>
          </p:nvPr>
        </p:nvSpPr>
        <p:spPr>
          <a:xfrm>
            <a:off x="417525" y="835144"/>
            <a:ext cx="5335912" cy="5003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ko-KR"/>
              <a:t>주제를 입력해주세요</a:t>
            </a:r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2" name="Shape 27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3" name="Google Shape;2703;p40"/>
          <p:cNvSpPr txBox="1"/>
          <p:nvPr>
            <p:ph idx="1" type="body"/>
          </p:nvPr>
        </p:nvSpPr>
        <p:spPr>
          <a:xfrm>
            <a:off x="417525" y="182918"/>
            <a:ext cx="5335912" cy="2605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3B3B3"/>
              </a:buClr>
              <a:buSzPts val="1100"/>
              <a:buFont typeface="Arial"/>
              <a:buNone/>
            </a:pPr>
            <a:r>
              <a:rPr lang="ko-KR"/>
              <a:t>TITLE</a:t>
            </a:r>
            <a:endParaRPr/>
          </a:p>
        </p:txBody>
      </p:sp>
      <p:sp>
        <p:nvSpPr>
          <p:cNvPr id="2704" name="Google Shape;2704;p40"/>
          <p:cNvSpPr/>
          <p:nvPr>
            <p:ph idx="2" type="body"/>
          </p:nvPr>
        </p:nvSpPr>
        <p:spPr>
          <a:xfrm>
            <a:off x="517435" y="1627224"/>
            <a:ext cx="2300193" cy="654847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Arial"/>
              <a:buNone/>
            </a:pPr>
            <a:r>
              <a:rPr lang="ko-KR"/>
              <a:t>주제</a:t>
            </a:r>
            <a:endParaRPr/>
          </a:p>
        </p:txBody>
      </p:sp>
      <p:sp>
        <p:nvSpPr>
          <p:cNvPr id="2705" name="Google Shape;2705;p40"/>
          <p:cNvSpPr/>
          <p:nvPr>
            <p:ph idx="3" type="body"/>
          </p:nvPr>
        </p:nvSpPr>
        <p:spPr>
          <a:xfrm>
            <a:off x="512634" y="2558295"/>
            <a:ext cx="2300193" cy="6480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952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ko-KR"/>
              <a:t>내용 입력</a:t>
            </a:r>
            <a:endParaRPr/>
          </a:p>
        </p:txBody>
      </p:sp>
      <p:sp>
        <p:nvSpPr>
          <p:cNvPr id="2706" name="Google Shape;2706;p40"/>
          <p:cNvSpPr/>
          <p:nvPr>
            <p:ph idx="4" type="body"/>
          </p:nvPr>
        </p:nvSpPr>
        <p:spPr>
          <a:xfrm>
            <a:off x="512634" y="3449427"/>
            <a:ext cx="2300193" cy="6480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952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ko-KR"/>
              <a:t>내용 입력</a:t>
            </a:r>
            <a:endParaRPr/>
          </a:p>
        </p:txBody>
      </p:sp>
      <p:sp>
        <p:nvSpPr>
          <p:cNvPr id="2707" name="Google Shape;2707;p40"/>
          <p:cNvSpPr/>
          <p:nvPr>
            <p:ph idx="5" type="body"/>
          </p:nvPr>
        </p:nvSpPr>
        <p:spPr>
          <a:xfrm>
            <a:off x="512634" y="4340559"/>
            <a:ext cx="2300193" cy="6480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952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ko-KR"/>
              <a:t>내용 입력</a:t>
            </a:r>
            <a:endParaRPr/>
          </a:p>
        </p:txBody>
      </p:sp>
      <p:sp>
        <p:nvSpPr>
          <p:cNvPr id="2708" name="Google Shape;2708;p40"/>
          <p:cNvSpPr/>
          <p:nvPr>
            <p:ph idx="6" type="body"/>
          </p:nvPr>
        </p:nvSpPr>
        <p:spPr>
          <a:xfrm>
            <a:off x="512634" y="5231694"/>
            <a:ext cx="2300193" cy="6480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952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ko-KR"/>
              <a:t>내용 입력</a:t>
            </a:r>
            <a:endParaRPr/>
          </a:p>
        </p:txBody>
      </p:sp>
      <p:sp>
        <p:nvSpPr>
          <p:cNvPr id="2709" name="Google Shape;2709;p40"/>
          <p:cNvSpPr/>
          <p:nvPr>
            <p:ph idx="7" type="body"/>
          </p:nvPr>
        </p:nvSpPr>
        <p:spPr>
          <a:xfrm>
            <a:off x="3090515" y="1627224"/>
            <a:ext cx="2300193" cy="654847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Arial"/>
              <a:buNone/>
            </a:pPr>
            <a:r>
              <a:rPr lang="ko-KR"/>
              <a:t>주제</a:t>
            </a:r>
            <a:endParaRPr/>
          </a:p>
        </p:txBody>
      </p:sp>
      <p:sp>
        <p:nvSpPr>
          <p:cNvPr id="2710" name="Google Shape;2710;p40"/>
          <p:cNvSpPr/>
          <p:nvPr>
            <p:ph idx="8" type="body"/>
          </p:nvPr>
        </p:nvSpPr>
        <p:spPr>
          <a:xfrm>
            <a:off x="3085714" y="2558295"/>
            <a:ext cx="2300193" cy="6480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952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ko-KR"/>
              <a:t>내용 입력</a:t>
            </a:r>
            <a:endParaRPr/>
          </a:p>
        </p:txBody>
      </p:sp>
      <p:sp>
        <p:nvSpPr>
          <p:cNvPr id="2711" name="Google Shape;2711;p40"/>
          <p:cNvSpPr/>
          <p:nvPr>
            <p:ph idx="9" type="body"/>
          </p:nvPr>
        </p:nvSpPr>
        <p:spPr>
          <a:xfrm>
            <a:off x="3085714" y="3449427"/>
            <a:ext cx="2300193" cy="6480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952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ko-KR"/>
              <a:t>내용 입력</a:t>
            </a:r>
            <a:endParaRPr/>
          </a:p>
        </p:txBody>
      </p:sp>
      <p:sp>
        <p:nvSpPr>
          <p:cNvPr id="2712" name="Google Shape;2712;p40"/>
          <p:cNvSpPr/>
          <p:nvPr>
            <p:ph idx="13" type="body"/>
          </p:nvPr>
        </p:nvSpPr>
        <p:spPr>
          <a:xfrm>
            <a:off x="5663595" y="1627224"/>
            <a:ext cx="2300193" cy="654847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Arial"/>
              <a:buNone/>
            </a:pPr>
            <a:r>
              <a:rPr lang="ko-KR"/>
              <a:t>주제</a:t>
            </a:r>
            <a:endParaRPr/>
          </a:p>
        </p:txBody>
      </p:sp>
      <p:sp>
        <p:nvSpPr>
          <p:cNvPr id="2713" name="Google Shape;2713;p40"/>
          <p:cNvSpPr/>
          <p:nvPr>
            <p:ph idx="14" type="body"/>
          </p:nvPr>
        </p:nvSpPr>
        <p:spPr>
          <a:xfrm>
            <a:off x="5658794" y="2558295"/>
            <a:ext cx="2300193" cy="6480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952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ko-KR"/>
              <a:t>내용 입력</a:t>
            </a:r>
            <a:endParaRPr/>
          </a:p>
        </p:txBody>
      </p:sp>
      <p:sp>
        <p:nvSpPr>
          <p:cNvPr id="2714" name="Google Shape;2714;p40"/>
          <p:cNvSpPr/>
          <p:nvPr>
            <p:ph idx="15" type="body"/>
          </p:nvPr>
        </p:nvSpPr>
        <p:spPr>
          <a:xfrm>
            <a:off x="5658794" y="3449427"/>
            <a:ext cx="2300193" cy="6480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952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ko-KR"/>
              <a:t>내용 입력</a:t>
            </a:r>
            <a:endParaRPr/>
          </a:p>
        </p:txBody>
      </p:sp>
      <p:sp>
        <p:nvSpPr>
          <p:cNvPr id="2715" name="Google Shape;2715;p40"/>
          <p:cNvSpPr/>
          <p:nvPr>
            <p:ph idx="16" type="body"/>
          </p:nvPr>
        </p:nvSpPr>
        <p:spPr>
          <a:xfrm>
            <a:off x="5658794" y="4340559"/>
            <a:ext cx="2300193" cy="6480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952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ko-KR"/>
              <a:t>내용 입력</a:t>
            </a:r>
            <a:endParaRPr/>
          </a:p>
        </p:txBody>
      </p:sp>
      <p:sp>
        <p:nvSpPr>
          <p:cNvPr id="2716" name="Google Shape;2716;p40"/>
          <p:cNvSpPr/>
          <p:nvPr>
            <p:ph idx="17" type="body"/>
          </p:nvPr>
        </p:nvSpPr>
        <p:spPr>
          <a:xfrm>
            <a:off x="5658794" y="5231694"/>
            <a:ext cx="2300193" cy="6480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952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ko-KR"/>
              <a:t>내용 입력</a:t>
            </a:r>
            <a:endParaRPr/>
          </a:p>
        </p:txBody>
      </p:sp>
      <p:sp>
        <p:nvSpPr>
          <p:cNvPr id="2717" name="Google Shape;2717;p40"/>
          <p:cNvSpPr/>
          <p:nvPr>
            <p:ph idx="18" type="body"/>
          </p:nvPr>
        </p:nvSpPr>
        <p:spPr>
          <a:xfrm>
            <a:off x="8236675" y="1627224"/>
            <a:ext cx="2300193" cy="654847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Arial"/>
              <a:buNone/>
            </a:pPr>
            <a:r>
              <a:rPr lang="ko-KR"/>
              <a:t>주제</a:t>
            </a:r>
            <a:endParaRPr/>
          </a:p>
        </p:txBody>
      </p:sp>
      <p:sp>
        <p:nvSpPr>
          <p:cNvPr id="2718" name="Google Shape;2718;p40"/>
          <p:cNvSpPr/>
          <p:nvPr>
            <p:ph idx="19" type="body"/>
          </p:nvPr>
        </p:nvSpPr>
        <p:spPr>
          <a:xfrm>
            <a:off x="8231874" y="2558295"/>
            <a:ext cx="2300193" cy="6480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952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ko-KR"/>
              <a:t>내용 입력</a:t>
            </a:r>
            <a:endParaRPr/>
          </a:p>
        </p:txBody>
      </p:sp>
      <p:sp>
        <p:nvSpPr>
          <p:cNvPr id="2719" name="Google Shape;2719;p40"/>
          <p:cNvSpPr txBox="1"/>
          <p:nvPr>
            <p:ph idx="20" type="body"/>
          </p:nvPr>
        </p:nvSpPr>
        <p:spPr>
          <a:xfrm>
            <a:off x="417525" y="835144"/>
            <a:ext cx="5335912" cy="5003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ko-KR"/>
              <a:t>주제를 입력해주세요</a:t>
            </a: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3" name="Shape 2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4" name="Google Shape;2724;p41"/>
          <p:cNvSpPr txBox="1"/>
          <p:nvPr>
            <p:ph idx="1" type="body"/>
          </p:nvPr>
        </p:nvSpPr>
        <p:spPr>
          <a:xfrm>
            <a:off x="417525" y="182918"/>
            <a:ext cx="5335912" cy="2605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3B3B3"/>
              </a:buClr>
              <a:buSzPts val="1100"/>
              <a:buFont typeface="Arial"/>
              <a:buNone/>
            </a:pPr>
            <a:r>
              <a:rPr lang="ko-KR"/>
              <a:t>TITLE</a:t>
            </a:r>
            <a:endParaRPr/>
          </a:p>
        </p:txBody>
      </p:sp>
      <p:sp>
        <p:nvSpPr>
          <p:cNvPr id="2725" name="Google Shape;2725;p41"/>
          <p:cNvSpPr/>
          <p:nvPr>
            <p:ph idx="2" type="body"/>
          </p:nvPr>
        </p:nvSpPr>
        <p:spPr>
          <a:xfrm>
            <a:off x="1664501" y="1627224"/>
            <a:ext cx="2545992" cy="6480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57175" lvl="0" marL="93345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ko-KR"/>
              <a:t>주제</a:t>
            </a:r>
            <a:endParaRPr/>
          </a:p>
        </p:txBody>
      </p:sp>
      <p:sp>
        <p:nvSpPr>
          <p:cNvPr id="2726" name="Google Shape;2726;p41"/>
          <p:cNvSpPr/>
          <p:nvPr>
            <p:ph idx="3" type="body"/>
          </p:nvPr>
        </p:nvSpPr>
        <p:spPr>
          <a:xfrm rot="-5400000">
            <a:off x="1779039" y="1512686"/>
            <a:ext cx="648000" cy="877076"/>
          </a:xfrm>
          <a:prstGeom prst="round2SameRect">
            <a:avLst>
              <a:gd fmla="val 50000" name="adj1"/>
              <a:gd fmla="val 0" name="adj2"/>
            </a:avLst>
          </a:prstGeom>
          <a:solidFill>
            <a:srgbClr val="FFE6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27" name="Google Shape;2727;p41"/>
          <p:cNvSpPr txBox="1"/>
          <p:nvPr/>
        </p:nvSpPr>
        <p:spPr>
          <a:xfrm>
            <a:off x="1759383" y="1722109"/>
            <a:ext cx="782180" cy="45820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9048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None/>
            </a:pPr>
            <a:r>
              <a:rPr b="1" i="0" lang="ko-KR" sz="2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1" i="0" sz="2800" u="none" cap="none" strike="noStrike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8" name="Google Shape;2728;p41"/>
          <p:cNvSpPr txBox="1"/>
          <p:nvPr>
            <p:ph idx="4" type="body"/>
          </p:nvPr>
        </p:nvSpPr>
        <p:spPr>
          <a:xfrm>
            <a:off x="4370033" y="1791380"/>
            <a:ext cx="7309333" cy="430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ko-KR"/>
              <a:t>내용을 입력해주세요</a:t>
            </a:r>
            <a:endParaRPr/>
          </a:p>
        </p:txBody>
      </p:sp>
      <p:sp>
        <p:nvSpPr>
          <p:cNvPr id="2729" name="Google Shape;2729;p41"/>
          <p:cNvSpPr/>
          <p:nvPr>
            <p:ph idx="5" type="body"/>
          </p:nvPr>
        </p:nvSpPr>
        <p:spPr>
          <a:xfrm>
            <a:off x="1664501" y="2531834"/>
            <a:ext cx="2545992" cy="6480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57175" lvl="0" marL="93345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ko-KR"/>
              <a:t>주제</a:t>
            </a:r>
            <a:endParaRPr/>
          </a:p>
        </p:txBody>
      </p:sp>
      <p:sp>
        <p:nvSpPr>
          <p:cNvPr id="2730" name="Google Shape;2730;p41"/>
          <p:cNvSpPr/>
          <p:nvPr>
            <p:ph idx="6" type="body"/>
          </p:nvPr>
        </p:nvSpPr>
        <p:spPr>
          <a:xfrm rot="-5400000">
            <a:off x="1779039" y="2417297"/>
            <a:ext cx="648000" cy="877076"/>
          </a:xfrm>
          <a:prstGeom prst="round2SameRect">
            <a:avLst>
              <a:gd fmla="val 50000" name="adj1"/>
              <a:gd fmla="val 0" name="adj2"/>
            </a:avLst>
          </a:prstGeom>
          <a:solidFill>
            <a:srgbClr val="FFE6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31" name="Google Shape;2731;p41"/>
          <p:cNvSpPr txBox="1"/>
          <p:nvPr/>
        </p:nvSpPr>
        <p:spPr>
          <a:xfrm>
            <a:off x="1759383" y="2626709"/>
            <a:ext cx="782180" cy="45820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9048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None/>
            </a:pPr>
            <a:r>
              <a:rPr b="1" i="0" lang="ko-KR" sz="2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1" i="0" sz="2800" u="none" cap="none" strike="noStrike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2" name="Google Shape;2732;p41"/>
          <p:cNvSpPr txBox="1"/>
          <p:nvPr>
            <p:ph idx="7" type="body"/>
          </p:nvPr>
        </p:nvSpPr>
        <p:spPr>
          <a:xfrm>
            <a:off x="4370033" y="2696387"/>
            <a:ext cx="7309333" cy="430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ko-KR"/>
              <a:t>내용을 입력해주세요</a:t>
            </a:r>
            <a:endParaRPr/>
          </a:p>
        </p:txBody>
      </p:sp>
      <p:sp>
        <p:nvSpPr>
          <p:cNvPr id="2733" name="Google Shape;2733;p41"/>
          <p:cNvSpPr/>
          <p:nvPr>
            <p:ph idx="8" type="body"/>
          </p:nvPr>
        </p:nvSpPr>
        <p:spPr>
          <a:xfrm>
            <a:off x="1664501" y="3436444"/>
            <a:ext cx="2545992" cy="6480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57175" lvl="0" marL="93345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ko-KR"/>
              <a:t>주제</a:t>
            </a:r>
            <a:endParaRPr/>
          </a:p>
        </p:txBody>
      </p:sp>
      <p:sp>
        <p:nvSpPr>
          <p:cNvPr id="2734" name="Google Shape;2734;p41"/>
          <p:cNvSpPr/>
          <p:nvPr>
            <p:ph idx="9" type="body"/>
          </p:nvPr>
        </p:nvSpPr>
        <p:spPr>
          <a:xfrm rot="-5400000">
            <a:off x="1779039" y="3321907"/>
            <a:ext cx="648000" cy="877076"/>
          </a:xfrm>
          <a:prstGeom prst="round2SameRect">
            <a:avLst>
              <a:gd fmla="val 50000" name="adj1"/>
              <a:gd fmla="val 0" name="adj2"/>
            </a:avLst>
          </a:prstGeom>
          <a:solidFill>
            <a:srgbClr val="FFE6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35" name="Google Shape;2735;p41"/>
          <p:cNvSpPr txBox="1"/>
          <p:nvPr/>
        </p:nvSpPr>
        <p:spPr>
          <a:xfrm>
            <a:off x="1759383" y="3531334"/>
            <a:ext cx="782180" cy="45820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9048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None/>
            </a:pPr>
            <a:r>
              <a:rPr b="1" i="0" lang="ko-KR" sz="2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1" i="0" sz="2800" u="none" cap="none" strike="noStrike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6" name="Google Shape;2736;p41"/>
          <p:cNvSpPr txBox="1"/>
          <p:nvPr>
            <p:ph idx="13" type="body"/>
          </p:nvPr>
        </p:nvSpPr>
        <p:spPr>
          <a:xfrm>
            <a:off x="4370033" y="3577650"/>
            <a:ext cx="7309333" cy="430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ko-KR"/>
              <a:t>내용을 입력해주세요</a:t>
            </a:r>
            <a:endParaRPr/>
          </a:p>
        </p:txBody>
      </p:sp>
      <p:sp>
        <p:nvSpPr>
          <p:cNvPr id="2737" name="Google Shape;2737;p41"/>
          <p:cNvSpPr/>
          <p:nvPr>
            <p:ph idx="14" type="body"/>
          </p:nvPr>
        </p:nvSpPr>
        <p:spPr>
          <a:xfrm>
            <a:off x="1664501" y="4341054"/>
            <a:ext cx="2545992" cy="6480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57175" lvl="0" marL="93345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ko-KR"/>
              <a:t>주제</a:t>
            </a:r>
            <a:endParaRPr/>
          </a:p>
        </p:txBody>
      </p:sp>
      <p:sp>
        <p:nvSpPr>
          <p:cNvPr id="2738" name="Google Shape;2738;p41"/>
          <p:cNvSpPr/>
          <p:nvPr>
            <p:ph idx="15" type="body"/>
          </p:nvPr>
        </p:nvSpPr>
        <p:spPr>
          <a:xfrm rot="-5400000">
            <a:off x="1779039" y="4226516"/>
            <a:ext cx="648000" cy="877076"/>
          </a:xfrm>
          <a:prstGeom prst="round2SameRect">
            <a:avLst>
              <a:gd fmla="val 50000" name="adj1"/>
              <a:gd fmla="val 0" name="adj2"/>
            </a:avLst>
          </a:prstGeom>
          <a:solidFill>
            <a:srgbClr val="FFE6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39" name="Google Shape;2739;p41"/>
          <p:cNvSpPr txBox="1"/>
          <p:nvPr/>
        </p:nvSpPr>
        <p:spPr>
          <a:xfrm>
            <a:off x="1759383" y="4435934"/>
            <a:ext cx="782180" cy="45820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9048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None/>
            </a:pPr>
            <a:r>
              <a:rPr b="1" i="0" lang="ko-KR" sz="2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1" i="0" sz="2800" u="none" cap="none" strike="noStrike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0" name="Google Shape;2740;p41"/>
          <p:cNvSpPr txBox="1"/>
          <p:nvPr>
            <p:ph idx="16" type="body"/>
          </p:nvPr>
        </p:nvSpPr>
        <p:spPr>
          <a:xfrm>
            <a:off x="4370033" y="4482657"/>
            <a:ext cx="7309333" cy="430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ko-KR"/>
              <a:t>내용을 입력해주세요</a:t>
            </a:r>
            <a:endParaRPr/>
          </a:p>
        </p:txBody>
      </p:sp>
      <p:sp>
        <p:nvSpPr>
          <p:cNvPr id="2741" name="Google Shape;2741;p41"/>
          <p:cNvSpPr/>
          <p:nvPr>
            <p:ph idx="17" type="body"/>
          </p:nvPr>
        </p:nvSpPr>
        <p:spPr>
          <a:xfrm>
            <a:off x="1664501" y="5245664"/>
            <a:ext cx="2545992" cy="6480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57175" lvl="0" marL="93345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ko-KR"/>
              <a:t>주제</a:t>
            </a:r>
            <a:endParaRPr/>
          </a:p>
        </p:txBody>
      </p:sp>
      <p:sp>
        <p:nvSpPr>
          <p:cNvPr id="2742" name="Google Shape;2742;p41"/>
          <p:cNvSpPr/>
          <p:nvPr>
            <p:ph idx="18" type="body"/>
          </p:nvPr>
        </p:nvSpPr>
        <p:spPr>
          <a:xfrm rot="-5400000">
            <a:off x="1779039" y="5131126"/>
            <a:ext cx="648000" cy="877076"/>
          </a:xfrm>
          <a:prstGeom prst="round2SameRect">
            <a:avLst>
              <a:gd fmla="val 50000" name="adj1"/>
              <a:gd fmla="val 0" name="adj2"/>
            </a:avLst>
          </a:prstGeom>
          <a:solidFill>
            <a:srgbClr val="FFE6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43" name="Google Shape;2743;p41"/>
          <p:cNvSpPr txBox="1"/>
          <p:nvPr/>
        </p:nvSpPr>
        <p:spPr>
          <a:xfrm>
            <a:off x="1759383" y="5340559"/>
            <a:ext cx="782180" cy="45820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9048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None/>
            </a:pPr>
            <a:r>
              <a:rPr b="1" i="0" lang="ko-KR" sz="2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 b="1" i="0" sz="2800" u="none" cap="none" strike="noStrike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4" name="Google Shape;2744;p41"/>
          <p:cNvSpPr txBox="1"/>
          <p:nvPr>
            <p:ph idx="19" type="body"/>
          </p:nvPr>
        </p:nvSpPr>
        <p:spPr>
          <a:xfrm>
            <a:off x="4370033" y="5365622"/>
            <a:ext cx="7309333" cy="430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ko-KR"/>
              <a:t>내용을 입력해주세요</a:t>
            </a:r>
            <a:endParaRPr/>
          </a:p>
        </p:txBody>
      </p:sp>
      <p:sp>
        <p:nvSpPr>
          <p:cNvPr id="2745" name="Google Shape;2745;p41"/>
          <p:cNvSpPr txBox="1"/>
          <p:nvPr>
            <p:ph idx="20" type="body"/>
          </p:nvPr>
        </p:nvSpPr>
        <p:spPr>
          <a:xfrm>
            <a:off x="414721" y="2227314"/>
            <a:ext cx="980985" cy="430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ko-KR"/>
              <a:t>title</a:t>
            </a:r>
            <a:endParaRPr/>
          </a:p>
        </p:txBody>
      </p:sp>
      <p:sp>
        <p:nvSpPr>
          <p:cNvPr id="2746" name="Google Shape;2746;p41"/>
          <p:cNvSpPr txBox="1"/>
          <p:nvPr>
            <p:ph idx="21" type="body"/>
          </p:nvPr>
        </p:nvSpPr>
        <p:spPr>
          <a:xfrm>
            <a:off x="414721" y="4024216"/>
            <a:ext cx="980985" cy="430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ko-KR"/>
              <a:t>title</a:t>
            </a:r>
            <a:endParaRPr/>
          </a:p>
        </p:txBody>
      </p:sp>
      <p:sp>
        <p:nvSpPr>
          <p:cNvPr id="2747" name="Google Shape;2747;p41"/>
          <p:cNvSpPr txBox="1"/>
          <p:nvPr>
            <p:ph idx="22" type="body"/>
          </p:nvPr>
        </p:nvSpPr>
        <p:spPr>
          <a:xfrm>
            <a:off x="414721" y="5363917"/>
            <a:ext cx="980985" cy="430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ko-KR"/>
              <a:t>title</a:t>
            </a:r>
            <a:endParaRPr/>
          </a:p>
        </p:txBody>
      </p:sp>
      <p:sp>
        <p:nvSpPr>
          <p:cNvPr id="2748" name="Google Shape;2748;p41"/>
          <p:cNvSpPr txBox="1"/>
          <p:nvPr>
            <p:ph idx="23" type="body"/>
          </p:nvPr>
        </p:nvSpPr>
        <p:spPr>
          <a:xfrm>
            <a:off x="417525" y="835144"/>
            <a:ext cx="5335912" cy="5003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ko-KR"/>
              <a:t>주제를 입력해주세요</a:t>
            </a:r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52" name="Shape 27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3" name="Google Shape;2753;p42"/>
          <p:cNvSpPr txBox="1"/>
          <p:nvPr>
            <p:ph idx="1" type="body"/>
          </p:nvPr>
        </p:nvSpPr>
        <p:spPr>
          <a:xfrm>
            <a:off x="417525" y="182918"/>
            <a:ext cx="5335912" cy="2605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3B3B3"/>
              </a:buClr>
              <a:buSzPts val="1100"/>
              <a:buFont typeface="Arial"/>
              <a:buNone/>
            </a:pPr>
            <a:r>
              <a:rPr lang="ko-KR"/>
              <a:t>TITLE</a:t>
            </a:r>
            <a:endParaRPr/>
          </a:p>
        </p:txBody>
      </p:sp>
      <p:sp>
        <p:nvSpPr>
          <p:cNvPr id="2754" name="Google Shape;2754;p42"/>
          <p:cNvSpPr/>
          <p:nvPr>
            <p:ph idx="2" type="body"/>
          </p:nvPr>
        </p:nvSpPr>
        <p:spPr>
          <a:xfrm>
            <a:off x="1664501" y="1627224"/>
            <a:ext cx="8862998" cy="6480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102552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ko-KR"/>
              <a:t>내용을 입력해주세요</a:t>
            </a:r>
            <a:endParaRPr/>
          </a:p>
        </p:txBody>
      </p:sp>
      <p:sp>
        <p:nvSpPr>
          <p:cNvPr id="2755" name="Google Shape;2755;p42"/>
          <p:cNvSpPr/>
          <p:nvPr>
            <p:ph idx="3" type="body"/>
          </p:nvPr>
        </p:nvSpPr>
        <p:spPr>
          <a:xfrm rot="-5400000">
            <a:off x="1779039" y="1512686"/>
            <a:ext cx="648000" cy="877076"/>
          </a:xfrm>
          <a:prstGeom prst="round2SameRect">
            <a:avLst>
              <a:gd fmla="val 50000" name="adj1"/>
              <a:gd fmla="val 0" name="adj2"/>
            </a:avLst>
          </a:prstGeom>
          <a:solidFill>
            <a:srgbClr val="FFE6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56" name="Google Shape;2756;p42"/>
          <p:cNvSpPr txBox="1"/>
          <p:nvPr/>
        </p:nvSpPr>
        <p:spPr>
          <a:xfrm>
            <a:off x="1759383" y="1722109"/>
            <a:ext cx="782180" cy="45820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9048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None/>
            </a:pPr>
            <a:r>
              <a:rPr b="1" i="0" lang="ko-KR" sz="2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1" i="0" sz="2800" u="none" cap="none" strike="noStrike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7" name="Google Shape;2757;p42"/>
          <p:cNvSpPr/>
          <p:nvPr>
            <p:ph idx="4" type="body"/>
          </p:nvPr>
        </p:nvSpPr>
        <p:spPr>
          <a:xfrm>
            <a:off x="1664501" y="2531834"/>
            <a:ext cx="8862998" cy="6480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102552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ko-KR"/>
              <a:t>내용을 입력해주세요</a:t>
            </a:r>
            <a:endParaRPr/>
          </a:p>
        </p:txBody>
      </p:sp>
      <p:sp>
        <p:nvSpPr>
          <p:cNvPr id="2758" name="Google Shape;2758;p42"/>
          <p:cNvSpPr/>
          <p:nvPr>
            <p:ph idx="5" type="body"/>
          </p:nvPr>
        </p:nvSpPr>
        <p:spPr>
          <a:xfrm rot="-5400000">
            <a:off x="1779039" y="2417297"/>
            <a:ext cx="648000" cy="877076"/>
          </a:xfrm>
          <a:prstGeom prst="round2SameRect">
            <a:avLst>
              <a:gd fmla="val 50000" name="adj1"/>
              <a:gd fmla="val 0" name="adj2"/>
            </a:avLst>
          </a:prstGeom>
          <a:solidFill>
            <a:srgbClr val="FFE6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59" name="Google Shape;2759;p42"/>
          <p:cNvSpPr txBox="1"/>
          <p:nvPr/>
        </p:nvSpPr>
        <p:spPr>
          <a:xfrm>
            <a:off x="1759383" y="2626709"/>
            <a:ext cx="782180" cy="45820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9048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None/>
            </a:pPr>
            <a:r>
              <a:rPr b="1" i="0" lang="ko-KR" sz="2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1" i="0" sz="2800" u="none" cap="none" strike="noStrike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0" name="Google Shape;2760;p42"/>
          <p:cNvSpPr/>
          <p:nvPr>
            <p:ph idx="6" type="body"/>
          </p:nvPr>
        </p:nvSpPr>
        <p:spPr>
          <a:xfrm>
            <a:off x="1664501" y="3436444"/>
            <a:ext cx="8862998" cy="6480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102552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ko-KR"/>
              <a:t>내용을 입력해주세요</a:t>
            </a:r>
            <a:endParaRPr/>
          </a:p>
        </p:txBody>
      </p:sp>
      <p:sp>
        <p:nvSpPr>
          <p:cNvPr id="2761" name="Google Shape;2761;p42"/>
          <p:cNvSpPr/>
          <p:nvPr>
            <p:ph idx="7" type="body"/>
          </p:nvPr>
        </p:nvSpPr>
        <p:spPr>
          <a:xfrm rot="-5400000">
            <a:off x="1779039" y="3321907"/>
            <a:ext cx="648000" cy="877076"/>
          </a:xfrm>
          <a:prstGeom prst="round2SameRect">
            <a:avLst>
              <a:gd fmla="val 50000" name="adj1"/>
              <a:gd fmla="val 0" name="adj2"/>
            </a:avLst>
          </a:prstGeom>
          <a:solidFill>
            <a:srgbClr val="FFE6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62" name="Google Shape;2762;p42"/>
          <p:cNvSpPr txBox="1"/>
          <p:nvPr/>
        </p:nvSpPr>
        <p:spPr>
          <a:xfrm>
            <a:off x="1759383" y="3531334"/>
            <a:ext cx="782180" cy="45820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9048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None/>
            </a:pPr>
            <a:r>
              <a:rPr b="1" i="0" lang="ko-KR" sz="2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1" i="0" sz="2800" u="none" cap="none" strike="noStrike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3" name="Google Shape;2763;p42"/>
          <p:cNvSpPr/>
          <p:nvPr>
            <p:ph idx="8" type="body"/>
          </p:nvPr>
        </p:nvSpPr>
        <p:spPr>
          <a:xfrm>
            <a:off x="1664501" y="4341054"/>
            <a:ext cx="8862998" cy="6480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102552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ko-KR"/>
              <a:t>내용을 입력해주세요</a:t>
            </a:r>
            <a:endParaRPr/>
          </a:p>
        </p:txBody>
      </p:sp>
      <p:sp>
        <p:nvSpPr>
          <p:cNvPr id="2764" name="Google Shape;2764;p42"/>
          <p:cNvSpPr/>
          <p:nvPr>
            <p:ph idx="9" type="body"/>
          </p:nvPr>
        </p:nvSpPr>
        <p:spPr>
          <a:xfrm rot="-5400000">
            <a:off x="1779039" y="4226516"/>
            <a:ext cx="648000" cy="877076"/>
          </a:xfrm>
          <a:prstGeom prst="round2SameRect">
            <a:avLst>
              <a:gd fmla="val 50000" name="adj1"/>
              <a:gd fmla="val 0" name="adj2"/>
            </a:avLst>
          </a:prstGeom>
          <a:solidFill>
            <a:srgbClr val="FFE6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65" name="Google Shape;2765;p42"/>
          <p:cNvSpPr txBox="1"/>
          <p:nvPr/>
        </p:nvSpPr>
        <p:spPr>
          <a:xfrm>
            <a:off x="1759383" y="4435934"/>
            <a:ext cx="782180" cy="45820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9048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None/>
            </a:pPr>
            <a:r>
              <a:rPr b="1" i="0" lang="ko-KR" sz="2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1" i="0" sz="2800" u="none" cap="none" strike="noStrike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6" name="Google Shape;2766;p42"/>
          <p:cNvSpPr/>
          <p:nvPr>
            <p:ph idx="13" type="body"/>
          </p:nvPr>
        </p:nvSpPr>
        <p:spPr>
          <a:xfrm>
            <a:off x="1664501" y="5245664"/>
            <a:ext cx="8862998" cy="6480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102552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ko-KR"/>
              <a:t>내용을 입력해주세요</a:t>
            </a:r>
            <a:endParaRPr/>
          </a:p>
        </p:txBody>
      </p:sp>
      <p:sp>
        <p:nvSpPr>
          <p:cNvPr id="2767" name="Google Shape;2767;p42"/>
          <p:cNvSpPr/>
          <p:nvPr>
            <p:ph idx="14" type="body"/>
          </p:nvPr>
        </p:nvSpPr>
        <p:spPr>
          <a:xfrm rot="-5400000">
            <a:off x="1779039" y="5131126"/>
            <a:ext cx="648000" cy="877076"/>
          </a:xfrm>
          <a:prstGeom prst="round2SameRect">
            <a:avLst>
              <a:gd fmla="val 50000" name="adj1"/>
              <a:gd fmla="val 0" name="adj2"/>
            </a:avLst>
          </a:prstGeom>
          <a:solidFill>
            <a:srgbClr val="FFE6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68" name="Google Shape;2768;p42"/>
          <p:cNvSpPr txBox="1"/>
          <p:nvPr/>
        </p:nvSpPr>
        <p:spPr>
          <a:xfrm>
            <a:off x="1759383" y="5340559"/>
            <a:ext cx="782180" cy="45820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9048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None/>
            </a:pPr>
            <a:r>
              <a:rPr b="1" i="0" lang="ko-KR" sz="2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 b="1" i="0" sz="2800" u="none" cap="none" strike="noStrike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9" name="Google Shape;2769;p42"/>
          <p:cNvSpPr txBox="1"/>
          <p:nvPr>
            <p:ph idx="15" type="body"/>
          </p:nvPr>
        </p:nvSpPr>
        <p:spPr>
          <a:xfrm>
            <a:off x="414721" y="2227314"/>
            <a:ext cx="980985" cy="430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ko-KR"/>
              <a:t>title</a:t>
            </a:r>
            <a:endParaRPr/>
          </a:p>
        </p:txBody>
      </p:sp>
      <p:sp>
        <p:nvSpPr>
          <p:cNvPr id="2770" name="Google Shape;2770;p42"/>
          <p:cNvSpPr txBox="1"/>
          <p:nvPr>
            <p:ph idx="16" type="body"/>
          </p:nvPr>
        </p:nvSpPr>
        <p:spPr>
          <a:xfrm>
            <a:off x="414721" y="4024216"/>
            <a:ext cx="980985" cy="430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ko-KR"/>
              <a:t>title</a:t>
            </a:r>
            <a:endParaRPr/>
          </a:p>
        </p:txBody>
      </p:sp>
      <p:sp>
        <p:nvSpPr>
          <p:cNvPr id="2771" name="Google Shape;2771;p42"/>
          <p:cNvSpPr txBox="1"/>
          <p:nvPr>
            <p:ph idx="17" type="body"/>
          </p:nvPr>
        </p:nvSpPr>
        <p:spPr>
          <a:xfrm>
            <a:off x="414721" y="5363917"/>
            <a:ext cx="980985" cy="430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ko-KR"/>
              <a:t>title</a:t>
            </a:r>
            <a:endParaRPr/>
          </a:p>
        </p:txBody>
      </p:sp>
      <p:sp>
        <p:nvSpPr>
          <p:cNvPr id="2772" name="Google Shape;2772;p42"/>
          <p:cNvSpPr txBox="1"/>
          <p:nvPr>
            <p:ph idx="18" type="body"/>
          </p:nvPr>
        </p:nvSpPr>
        <p:spPr>
          <a:xfrm>
            <a:off x="417525" y="835144"/>
            <a:ext cx="5335912" cy="5003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ko-KR"/>
              <a:t>주제를 입력해주세요</a:t>
            </a:r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6" name="Shape 27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7" name="Google Shape;2777;p43"/>
          <p:cNvSpPr txBox="1"/>
          <p:nvPr>
            <p:ph idx="1" type="body"/>
          </p:nvPr>
        </p:nvSpPr>
        <p:spPr>
          <a:xfrm>
            <a:off x="417525" y="182918"/>
            <a:ext cx="5335912" cy="2605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3B3B3"/>
              </a:buClr>
              <a:buSzPts val="1100"/>
              <a:buFont typeface="Arial"/>
              <a:buNone/>
            </a:pPr>
            <a:r>
              <a:rPr lang="ko-KR"/>
              <a:t>TITLE</a:t>
            </a:r>
            <a:endParaRPr/>
          </a:p>
        </p:txBody>
      </p:sp>
      <p:sp>
        <p:nvSpPr>
          <p:cNvPr id="2778" name="Google Shape;2778;p43"/>
          <p:cNvSpPr/>
          <p:nvPr>
            <p:ph idx="2" type="body"/>
          </p:nvPr>
        </p:nvSpPr>
        <p:spPr>
          <a:xfrm>
            <a:off x="512634" y="1627224"/>
            <a:ext cx="3174463" cy="873526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9525" rtl="0" algn="ctr">
              <a:lnSpc>
                <a:spcPct val="13428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ko-KR"/>
              <a:t>내용을 입력해주세요</a:t>
            </a:r>
            <a:endParaRPr/>
          </a:p>
        </p:txBody>
      </p:sp>
      <p:sp>
        <p:nvSpPr>
          <p:cNvPr id="2779" name="Google Shape;2779;p43"/>
          <p:cNvSpPr/>
          <p:nvPr>
            <p:ph idx="3" type="body"/>
          </p:nvPr>
        </p:nvSpPr>
        <p:spPr>
          <a:xfrm>
            <a:off x="3944092" y="1627224"/>
            <a:ext cx="4295340" cy="873526"/>
          </a:xfrm>
          <a:prstGeom prst="roundRect">
            <a:avLst>
              <a:gd fmla="val 50000" name="adj"/>
            </a:avLst>
          </a:prstGeom>
          <a:solidFill>
            <a:schemeClr val="accent2"/>
          </a:solidFill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9525" rtl="0" algn="ctr">
              <a:lnSpc>
                <a:spcPct val="13428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ko-KR"/>
              <a:t>내용을 입력해주세요</a:t>
            </a:r>
            <a:endParaRPr/>
          </a:p>
        </p:txBody>
      </p:sp>
      <p:sp>
        <p:nvSpPr>
          <p:cNvPr id="2780" name="Google Shape;2780;p43"/>
          <p:cNvSpPr/>
          <p:nvPr>
            <p:ph idx="4" type="body"/>
          </p:nvPr>
        </p:nvSpPr>
        <p:spPr>
          <a:xfrm>
            <a:off x="8516091" y="1627224"/>
            <a:ext cx="2033921" cy="4282324"/>
          </a:xfrm>
          <a:prstGeom prst="roundRect">
            <a:avLst>
              <a:gd fmla="val 21962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9525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</a:pPr>
            <a:r>
              <a:rPr lang="ko-KR"/>
              <a:t>내용을</a:t>
            </a:r>
            <a:br>
              <a:rPr lang="ko-KR"/>
            </a:br>
            <a:r>
              <a:rPr lang="ko-KR"/>
              <a:t>입력해주세요</a:t>
            </a:r>
            <a:endParaRPr/>
          </a:p>
        </p:txBody>
      </p:sp>
      <p:sp>
        <p:nvSpPr>
          <p:cNvPr id="2781" name="Google Shape;2781;p43"/>
          <p:cNvSpPr/>
          <p:nvPr>
            <p:ph idx="5" type="body"/>
          </p:nvPr>
        </p:nvSpPr>
        <p:spPr>
          <a:xfrm>
            <a:off x="512634" y="2763490"/>
            <a:ext cx="3174463" cy="873526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952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ko-KR"/>
              <a:t>내용을 입력해주세요</a:t>
            </a:r>
            <a:endParaRPr/>
          </a:p>
        </p:txBody>
      </p:sp>
      <p:sp>
        <p:nvSpPr>
          <p:cNvPr id="2782" name="Google Shape;2782;p43"/>
          <p:cNvSpPr/>
          <p:nvPr>
            <p:ph idx="6" type="body"/>
          </p:nvPr>
        </p:nvSpPr>
        <p:spPr>
          <a:xfrm>
            <a:off x="3944092" y="2763490"/>
            <a:ext cx="4295340" cy="873526"/>
          </a:xfrm>
          <a:prstGeom prst="roundRect">
            <a:avLst>
              <a:gd fmla="val 50000" name="adj"/>
            </a:avLst>
          </a:prstGeom>
          <a:solidFill>
            <a:schemeClr val="accent2"/>
          </a:solidFill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9525" rtl="0" algn="ctr">
              <a:lnSpc>
                <a:spcPct val="13428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ko-KR"/>
              <a:t>내용을 입력해주세요</a:t>
            </a:r>
            <a:endParaRPr/>
          </a:p>
        </p:txBody>
      </p:sp>
      <p:sp>
        <p:nvSpPr>
          <p:cNvPr id="2783" name="Google Shape;2783;p43"/>
          <p:cNvSpPr/>
          <p:nvPr>
            <p:ph idx="7" type="body"/>
          </p:nvPr>
        </p:nvSpPr>
        <p:spPr>
          <a:xfrm>
            <a:off x="512634" y="3899756"/>
            <a:ext cx="3174463" cy="873526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952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ko-KR"/>
              <a:t>내용을 입력해주세요</a:t>
            </a:r>
            <a:endParaRPr/>
          </a:p>
        </p:txBody>
      </p:sp>
      <p:sp>
        <p:nvSpPr>
          <p:cNvPr id="2784" name="Google Shape;2784;p43"/>
          <p:cNvSpPr/>
          <p:nvPr>
            <p:ph idx="8" type="body"/>
          </p:nvPr>
        </p:nvSpPr>
        <p:spPr>
          <a:xfrm>
            <a:off x="3944092" y="3899756"/>
            <a:ext cx="4295340" cy="873526"/>
          </a:xfrm>
          <a:prstGeom prst="roundRect">
            <a:avLst>
              <a:gd fmla="val 50000" name="adj"/>
            </a:avLst>
          </a:prstGeom>
          <a:solidFill>
            <a:schemeClr val="accent2"/>
          </a:solidFill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9525" rtl="0" algn="ctr">
              <a:lnSpc>
                <a:spcPct val="13428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ko-KR"/>
              <a:t>내용을 입력해주세요</a:t>
            </a:r>
            <a:endParaRPr/>
          </a:p>
        </p:txBody>
      </p:sp>
      <p:sp>
        <p:nvSpPr>
          <p:cNvPr id="2785" name="Google Shape;2785;p43"/>
          <p:cNvSpPr/>
          <p:nvPr>
            <p:ph idx="9" type="body"/>
          </p:nvPr>
        </p:nvSpPr>
        <p:spPr>
          <a:xfrm>
            <a:off x="512634" y="5036022"/>
            <a:ext cx="3174463" cy="873526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952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ko-KR"/>
              <a:t>내용을 입력해주세요</a:t>
            </a:r>
            <a:endParaRPr/>
          </a:p>
        </p:txBody>
      </p:sp>
      <p:sp>
        <p:nvSpPr>
          <p:cNvPr id="2786" name="Google Shape;2786;p43"/>
          <p:cNvSpPr/>
          <p:nvPr>
            <p:ph idx="13" type="body"/>
          </p:nvPr>
        </p:nvSpPr>
        <p:spPr>
          <a:xfrm>
            <a:off x="3944092" y="5036022"/>
            <a:ext cx="4295340" cy="873526"/>
          </a:xfrm>
          <a:prstGeom prst="roundRect">
            <a:avLst>
              <a:gd fmla="val 50000" name="adj"/>
            </a:avLst>
          </a:prstGeom>
          <a:solidFill>
            <a:schemeClr val="accent2"/>
          </a:solidFill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9525" rtl="0" algn="ctr">
              <a:lnSpc>
                <a:spcPct val="13428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ko-KR"/>
              <a:t>내용을 입력해주세요</a:t>
            </a:r>
            <a:endParaRPr/>
          </a:p>
        </p:txBody>
      </p:sp>
      <p:sp>
        <p:nvSpPr>
          <p:cNvPr id="2787" name="Google Shape;2787;p43"/>
          <p:cNvSpPr txBox="1"/>
          <p:nvPr>
            <p:ph idx="14" type="body"/>
          </p:nvPr>
        </p:nvSpPr>
        <p:spPr>
          <a:xfrm>
            <a:off x="417525" y="835144"/>
            <a:ext cx="5335912" cy="5003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ko-KR"/>
              <a:t>주제를 입력해주세요</a:t>
            </a:r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91" name="Shape 27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2" name="Google Shape;2792;p44"/>
          <p:cNvSpPr txBox="1"/>
          <p:nvPr>
            <p:ph idx="1" type="body"/>
          </p:nvPr>
        </p:nvSpPr>
        <p:spPr>
          <a:xfrm>
            <a:off x="417525" y="182918"/>
            <a:ext cx="5335912" cy="2605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3B3B3"/>
              </a:buClr>
              <a:buSzPts val="1100"/>
              <a:buFont typeface="Arial"/>
              <a:buNone/>
            </a:pPr>
            <a:r>
              <a:rPr lang="ko-KR"/>
              <a:t>TITLE</a:t>
            </a:r>
            <a:endParaRPr/>
          </a:p>
        </p:txBody>
      </p:sp>
      <p:sp>
        <p:nvSpPr>
          <p:cNvPr id="2793" name="Google Shape;2793;p44"/>
          <p:cNvSpPr/>
          <p:nvPr>
            <p:ph idx="2" type="body"/>
          </p:nvPr>
        </p:nvSpPr>
        <p:spPr>
          <a:xfrm>
            <a:off x="516327" y="1627224"/>
            <a:ext cx="10003891" cy="654847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 cap="flat" cmpd="sng" w="222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88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Arial"/>
              <a:buNone/>
            </a:pPr>
            <a:r>
              <a:rPr lang="ko-KR"/>
              <a:t>주제를 입력해주세요</a:t>
            </a:r>
            <a:endParaRPr/>
          </a:p>
        </p:txBody>
      </p:sp>
      <p:sp>
        <p:nvSpPr>
          <p:cNvPr id="2794" name="Google Shape;2794;p44"/>
          <p:cNvSpPr/>
          <p:nvPr>
            <p:ph idx="3" type="body"/>
          </p:nvPr>
        </p:nvSpPr>
        <p:spPr>
          <a:xfrm>
            <a:off x="512634" y="2558295"/>
            <a:ext cx="3172676" cy="6480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9525" rtl="0" algn="ctr">
              <a:lnSpc>
                <a:spcPct val="13428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ko-KR"/>
              <a:t>내용을 입력해주세요</a:t>
            </a:r>
            <a:endParaRPr/>
          </a:p>
        </p:txBody>
      </p:sp>
      <p:sp>
        <p:nvSpPr>
          <p:cNvPr id="2795" name="Google Shape;2795;p44"/>
          <p:cNvSpPr/>
          <p:nvPr>
            <p:ph idx="4" type="body"/>
          </p:nvPr>
        </p:nvSpPr>
        <p:spPr>
          <a:xfrm>
            <a:off x="3930088" y="2558295"/>
            <a:ext cx="3172676" cy="648000"/>
          </a:xfrm>
          <a:prstGeom prst="roundRect">
            <a:avLst>
              <a:gd fmla="val 5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9525" rtl="0" algn="ctr">
              <a:lnSpc>
                <a:spcPct val="13428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ko-KR"/>
              <a:t>내용을 입력해주세요</a:t>
            </a:r>
            <a:endParaRPr/>
          </a:p>
        </p:txBody>
      </p:sp>
      <p:sp>
        <p:nvSpPr>
          <p:cNvPr id="2796" name="Google Shape;2796;p44"/>
          <p:cNvSpPr/>
          <p:nvPr>
            <p:ph idx="5" type="body"/>
          </p:nvPr>
        </p:nvSpPr>
        <p:spPr>
          <a:xfrm>
            <a:off x="512634" y="3451956"/>
            <a:ext cx="3172676" cy="6480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9525" rtl="0" algn="ctr">
              <a:lnSpc>
                <a:spcPct val="13428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ko-KR"/>
              <a:t>내용을 입력해주세요</a:t>
            </a:r>
            <a:endParaRPr/>
          </a:p>
        </p:txBody>
      </p:sp>
      <p:sp>
        <p:nvSpPr>
          <p:cNvPr id="2797" name="Google Shape;2797;p44"/>
          <p:cNvSpPr/>
          <p:nvPr>
            <p:ph idx="6" type="body"/>
          </p:nvPr>
        </p:nvSpPr>
        <p:spPr>
          <a:xfrm>
            <a:off x="3930088" y="3451956"/>
            <a:ext cx="3172676" cy="648000"/>
          </a:xfrm>
          <a:prstGeom prst="roundRect">
            <a:avLst>
              <a:gd fmla="val 5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9525" rtl="0" algn="ctr">
              <a:lnSpc>
                <a:spcPct val="13428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ko-KR"/>
              <a:t>내용을 입력해주세요</a:t>
            </a:r>
            <a:endParaRPr/>
          </a:p>
        </p:txBody>
      </p:sp>
      <p:sp>
        <p:nvSpPr>
          <p:cNvPr id="2798" name="Google Shape;2798;p44"/>
          <p:cNvSpPr/>
          <p:nvPr>
            <p:ph idx="7" type="body"/>
          </p:nvPr>
        </p:nvSpPr>
        <p:spPr>
          <a:xfrm>
            <a:off x="512634" y="4345103"/>
            <a:ext cx="3172676" cy="6480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9525" rtl="0" algn="ctr">
              <a:lnSpc>
                <a:spcPct val="13428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ko-KR"/>
              <a:t>내용을 입력해주세요</a:t>
            </a:r>
            <a:endParaRPr/>
          </a:p>
        </p:txBody>
      </p:sp>
      <p:sp>
        <p:nvSpPr>
          <p:cNvPr id="2799" name="Google Shape;2799;p44"/>
          <p:cNvSpPr/>
          <p:nvPr>
            <p:ph idx="8" type="body"/>
          </p:nvPr>
        </p:nvSpPr>
        <p:spPr>
          <a:xfrm>
            <a:off x="3930088" y="4345103"/>
            <a:ext cx="3172676" cy="648000"/>
          </a:xfrm>
          <a:prstGeom prst="roundRect">
            <a:avLst>
              <a:gd fmla="val 5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9525" rtl="0" algn="ctr">
              <a:lnSpc>
                <a:spcPct val="13428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ko-KR"/>
              <a:t>내용을 입력해주세요</a:t>
            </a:r>
            <a:endParaRPr/>
          </a:p>
        </p:txBody>
      </p:sp>
      <p:sp>
        <p:nvSpPr>
          <p:cNvPr id="2800" name="Google Shape;2800;p44"/>
          <p:cNvSpPr/>
          <p:nvPr>
            <p:ph idx="9" type="body"/>
          </p:nvPr>
        </p:nvSpPr>
        <p:spPr>
          <a:xfrm>
            <a:off x="512634" y="5238250"/>
            <a:ext cx="3172676" cy="6480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9525" rtl="0" algn="ctr">
              <a:lnSpc>
                <a:spcPct val="13428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ko-KR"/>
              <a:t>내용을 입력해주세요</a:t>
            </a:r>
            <a:endParaRPr/>
          </a:p>
        </p:txBody>
      </p:sp>
      <p:sp>
        <p:nvSpPr>
          <p:cNvPr id="2801" name="Google Shape;2801;p44"/>
          <p:cNvSpPr/>
          <p:nvPr>
            <p:ph idx="13" type="body"/>
          </p:nvPr>
        </p:nvSpPr>
        <p:spPr>
          <a:xfrm>
            <a:off x="3930088" y="5238250"/>
            <a:ext cx="3172676" cy="648000"/>
          </a:xfrm>
          <a:prstGeom prst="roundRect">
            <a:avLst>
              <a:gd fmla="val 5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9525" rtl="0" algn="ctr">
              <a:lnSpc>
                <a:spcPct val="13428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ko-KR"/>
              <a:t>내용을 입력해주세요</a:t>
            </a:r>
            <a:endParaRPr/>
          </a:p>
        </p:txBody>
      </p:sp>
      <p:sp>
        <p:nvSpPr>
          <p:cNvPr id="2802" name="Google Shape;2802;p44"/>
          <p:cNvSpPr/>
          <p:nvPr>
            <p:ph idx="14" type="body"/>
          </p:nvPr>
        </p:nvSpPr>
        <p:spPr>
          <a:xfrm>
            <a:off x="7347542" y="2558295"/>
            <a:ext cx="3172676" cy="6480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9525" rtl="0" algn="ctr">
              <a:lnSpc>
                <a:spcPct val="134285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rPr lang="ko-KR"/>
              <a:t>내용을 입력해주세요</a:t>
            </a:r>
            <a:endParaRPr/>
          </a:p>
        </p:txBody>
      </p:sp>
      <p:sp>
        <p:nvSpPr>
          <p:cNvPr id="2803" name="Google Shape;2803;p44"/>
          <p:cNvSpPr/>
          <p:nvPr>
            <p:ph idx="15" type="body"/>
          </p:nvPr>
        </p:nvSpPr>
        <p:spPr>
          <a:xfrm>
            <a:off x="7347542" y="3451956"/>
            <a:ext cx="3172676" cy="6480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9525" rtl="0" algn="ctr">
              <a:lnSpc>
                <a:spcPct val="134285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rPr lang="ko-KR"/>
              <a:t>내용을 입력해주세요</a:t>
            </a:r>
            <a:endParaRPr/>
          </a:p>
        </p:txBody>
      </p:sp>
      <p:sp>
        <p:nvSpPr>
          <p:cNvPr id="2804" name="Google Shape;2804;p44"/>
          <p:cNvSpPr/>
          <p:nvPr>
            <p:ph idx="16" type="body"/>
          </p:nvPr>
        </p:nvSpPr>
        <p:spPr>
          <a:xfrm>
            <a:off x="7347542" y="4345103"/>
            <a:ext cx="3172676" cy="6480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9525" rtl="0" algn="ctr">
              <a:lnSpc>
                <a:spcPct val="134285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rPr lang="ko-KR"/>
              <a:t>내용을 입력해주세요</a:t>
            </a:r>
            <a:endParaRPr/>
          </a:p>
        </p:txBody>
      </p:sp>
      <p:sp>
        <p:nvSpPr>
          <p:cNvPr id="2805" name="Google Shape;2805;p44"/>
          <p:cNvSpPr/>
          <p:nvPr>
            <p:ph idx="17" type="body"/>
          </p:nvPr>
        </p:nvSpPr>
        <p:spPr>
          <a:xfrm>
            <a:off x="7347542" y="5238250"/>
            <a:ext cx="3172676" cy="6480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9525" rtl="0" algn="ctr">
              <a:lnSpc>
                <a:spcPct val="134285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rPr lang="ko-KR"/>
              <a:t>내용을 입력해주세요</a:t>
            </a:r>
            <a:endParaRPr/>
          </a:p>
        </p:txBody>
      </p:sp>
      <p:sp>
        <p:nvSpPr>
          <p:cNvPr id="2806" name="Google Shape;2806;p44"/>
          <p:cNvSpPr txBox="1"/>
          <p:nvPr>
            <p:ph idx="18" type="body"/>
          </p:nvPr>
        </p:nvSpPr>
        <p:spPr>
          <a:xfrm>
            <a:off x="417525" y="835144"/>
            <a:ext cx="5335912" cy="5003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ko-KR"/>
              <a:t>주제를 입력해주세요</a:t>
            </a:r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0" name="Shape 28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1" name="Google Shape;2811;p45"/>
          <p:cNvSpPr txBox="1"/>
          <p:nvPr>
            <p:ph idx="1" type="body"/>
          </p:nvPr>
        </p:nvSpPr>
        <p:spPr>
          <a:xfrm>
            <a:off x="417525" y="182918"/>
            <a:ext cx="5335912" cy="2605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3B3B3"/>
              </a:buClr>
              <a:buSzPts val="1100"/>
              <a:buFont typeface="Arial"/>
              <a:buNone/>
            </a:pPr>
            <a:r>
              <a:rPr lang="ko-KR"/>
              <a:t>TITLE</a:t>
            </a:r>
            <a:endParaRPr/>
          </a:p>
        </p:txBody>
      </p:sp>
      <p:sp>
        <p:nvSpPr>
          <p:cNvPr id="2812" name="Google Shape;2812;p45"/>
          <p:cNvSpPr txBox="1"/>
          <p:nvPr>
            <p:ph idx="2" type="body"/>
          </p:nvPr>
        </p:nvSpPr>
        <p:spPr>
          <a:xfrm>
            <a:off x="615190" y="2984782"/>
            <a:ext cx="2966909" cy="3696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2909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Arial"/>
              <a:buNone/>
            </a:pPr>
            <a:r>
              <a:rPr lang="ko-KR"/>
              <a:t>주제를 입력해주세요</a:t>
            </a:r>
            <a:endParaRPr/>
          </a:p>
        </p:txBody>
      </p:sp>
      <p:sp>
        <p:nvSpPr>
          <p:cNvPr id="2813" name="Google Shape;2813;p45"/>
          <p:cNvSpPr txBox="1"/>
          <p:nvPr>
            <p:ph idx="3" type="body"/>
          </p:nvPr>
        </p:nvSpPr>
        <p:spPr>
          <a:xfrm>
            <a:off x="615190" y="3408383"/>
            <a:ext cx="2966909" cy="10041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93663" lvl="0" marL="182563" rtl="0" algn="l">
              <a:lnSpc>
                <a:spcPct val="14857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ko-KR"/>
              <a:t>내용을 입력해주세요</a:t>
            </a:r>
            <a:br>
              <a:rPr lang="ko-KR"/>
            </a:br>
            <a:r>
              <a:rPr lang="ko-KR"/>
              <a:t>내용을 입력해주세요</a:t>
            </a:r>
            <a:endParaRPr/>
          </a:p>
          <a:p>
            <a:pPr indent="-93663" lvl="0" marL="182563" rtl="0" algn="l">
              <a:lnSpc>
                <a:spcPct val="148571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ko-KR"/>
              <a:t>내용을 입력해주세요</a:t>
            </a:r>
            <a:endParaRPr/>
          </a:p>
        </p:txBody>
      </p:sp>
      <p:sp>
        <p:nvSpPr>
          <p:cNvPr id="2814" name="Google Shape;2814;p45"/>
          <p:cNvSpPr txBox="1"/>
          <p:nvPr>
            <p:ph idx="4" type="body"/>
          </p:nvPr>
        </p:nvSpPr>
        <p:spPr>
          <a:xfrm>
            <a:off x="4037898" y="2984782"/>
            <a:ext cx="2966909" cy="3696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2909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Arial"/>
              <a:buNone/>
            </a:pPr>
            <a:r>
              <a:rPr lang="ko-KR"/>
              <a:t>주제를 입력해주세요</a:t>
            </a:r>
            <a:endParaRPr/>
          </a:p>
        </p:txBody>
      </p:sp>
      <p:sp>
        <p:nvSpPr>
          <p:cNvPr id="2815" name="Google Shape;2815;p45"/>
          <p:cNvSpPr txBox="1"/>
          <p:nvPr>
            <p:ph idx="5" type="body"/>
          </p:nvPr>
        </p:nvSpPr>
        <p:spPr>
          <a:xfrm>
            <a:off x="7454721" y="2984782"/>
            <a:ext cx="2966909" cy="3696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2909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Arial"/>
              <a:buNone/>
            </a:pPr>
            <a:r>
              <a:rPr lang="ko-KR"/>
              <a:t>주제를 입력해주세요</a:t>
            </a:r>
            <a:endParaRPr/>
          </a:p>
        </p:txBody>
      </p:sp>
      <p:sp>
        <p:nvSpPr>
          <p:cNvPr id="2816" name="Google Shape;2816;p45"/>
          <p:cNvSpPr txBox="1"/>
          <p:nvPr>
            <p:ph idx="6" type="body"/>
          </p:nvPr>
        </p:nvSpPr>
        <p:spPr>
          <a:xfrm>
            <a:off x="4037360" y="3408383"/>
            <a:ext cx="2966909" cy="10041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93663" lvl="0" marL="182563" rtl="0" algn="l">
              <a:lnSpc>
                <a:spcPct val="14857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ko-KR"/>
              <a:t>내용을 입력해주세요</a:t>
            </a:r>
            <a:br>
              <a:rPr lang="ko-KR"/>
            </a:br>
            <a:r>
              <a:rPr lang="ko-KR"/>
              <a:t>내용을 입력해주세요</a:t>
            </a:r>
            <a:endParaRPr/>
          </a:p>
          <a:p>
            <a:pPr indent="-93663" lvl="0" marL="182563" rtl="0" algn="l">
              <a:lnSpc>
                <a:spcPct val="148571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ko-KR"/>
              <a:t>내용을 입력해주세요</a:t>
            </a:r>
            <a:endParaRPr/>
          </a:p>
        </p:txBody>
      </p:sp>
      <p:sp>
        <p:nvSpPr>
          <p:cNvPr id="2817" name="Google Shape;2817;p45"/>
          <p:cNvSpPr txBox="1"/>
          <p:nvPr>
            <p:ph idx="7" type="body"/>
          </p:nvPr>
        </p:nvSpPr>
        <p:spPr>
          <a:xfrm>
            <a:off x="7454183" y="3408383"/>
            <a:ext cx="2966909" cy="10041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93663" lvl="0" marL="182563" rtl="0" algn="l">
              <a:lnSpc>
                <a:spcPct val="14857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ko-KR"/>
              <a:t>내용을 입력해주세요</a:t>
            </a:r>
            <a:br>
              <a:rPr lang="ko-KR"/>
            </a:br>
            <a:r>
              <a:rPr lang="ko-KR"/>
              <a:t>내용을 입력해주세요</a:t>
            </a:r>
            <a:endParaRPr/>
          </a:p>
          <a:p>
            <a:pPr indent="-93663" lvl="0" marL="182563" rtl="0" algn="l">
              <a:lnSpc>
                <a:spcPct val="148571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ko-KR"/>
              <a:t>내용을 입력해주세요</a:t>
            </a:r>
            <a:endParaRPr/>
          </a:p>
        </p:txBody>
      </p:sp>
      <p:sp>
        <p:nvSpPr>
          <p:cNvPr id="2818" name="Google Shape;2818;p45"/>
          <p:cNvSpPr txBox="1"/>
          <p:nvPr>
            <p:ph idx="8" type="body"/>
          </p:nvPr>
        </p:nvSpPr>
        <p:spPr>
          <a:xfrm>
            <a:off x="417525" y="835144"/>
            <a:ext cx="5335912" cy="5003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ko-KR"/>
              <a:t>주제를 입력해주세요</a:t>
            </a:r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2" name="Shape 28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3" name="Google Shape;2823;p46"/>
          <p:cNvSpPr txBox="1"/>
          <p:nvPr>
            <p:ph idx="1" type="body"/>
          </p:nvPr>
        </p:nvSpPr>
        <p:spPr>
          <a:xfrm>
            <a:off x="417525" y="182918"/>
            <a:ext cx="5335912" cy="2605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3B3B3"/>
              </a:buClr>
              <a:buSzPts val="1100"/>
              <a:buFont typeface="Arial"/>
              <a:buNone/>
            </a:pPr>
            <a:r>
              <a:rPr lang="ko-KR"/>
              <a:t>TITLE</a:t>
            </a:r>
            <a:endParaRPr/>
          </a:p>
        </p:txBody>
      </p:sp>
      <p:sp>
        <p:nvSpPr>
          <p:cNvPr id="2824" name="Google Shape;2824;p46"/>
          <p:cNvSpPr txBox="1"/>
          <p:nvPr>
            <p:ph idx="2" type="body"/>
          </p:nvPr>
        </p:nvSpPr>
        <p:spPr>
          <a:xfrm>
            <a:off x="673913" y="2760956"/>
            <a:ext cx="2004239" cy="8269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2909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Arial"/>
              <a:buNone/>
            </a:pPr>
            <a:r>
              <a:rPr lang="ko-KR"/>
              <a:t>주제를</a:t>
            </a:r>
            <a:br>
              <a:rPr lang="ko-KR"/>
            </a:br>
            <a:r>
              <a:rPr lang="ko-KR"/>
              <a:t>입력해주세요</a:t>
            </a:r>
            <a:endParaRPr/>
          </a:p>
        </p:txBody>
      </p:sp>
      <p:sp>
        <p:nvSpPr>
          <p:cNvPr id="2825" name="Google Shape;2825;p46"/>
          <p:cNvSpPr txBox="1"/>
          <p:nvPr>
            <p:ph idx="3" type="body"/>
          </p:nvPr>
        </p:nvSpPr>
        <p:spPr>
          <a:xfrm>
            <a:off x="673913" y="3678173"/>
            <a:ext cx="2004239" cy="10713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7938" rtl="0" algn="l">
              <a:lnSpc>
                <a:spcPct val="14857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ko-KR"/>
              <a:t>내용을 입력해주세요</a:t>
            </a:r>
            <a:br>
              <a:rPr lang="ko-KR"/>
            </a:br>
            <a:r>
              <a:rPr lang="ko-KR"/>
              <a:t>내용을 입력해주세요</a:t>
            </a:r>
            <a:endParaRPr/>
          </a:p>
        </p:txBody>
      </p:sp>
      <p:sp>
        <p:nvSpPr>
          <p:cNvPr id="2826" name="Google Shape;2826;p46"/>
          <p:cNvSpPr txBox="1"/>
          <p:nvPr>
            <p:ph idx="4" type="body"/>
          </p:nvPr>
        </p:nvSpPr>
        <p:spPr>
          <a:xfrm>
            <a:off x="3239559" y="2760956"/>
            <a:ext cx="2004239" cy="8269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2909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Arial"/>
              <a:buNone/>
            </a:pPr>
            <a:r>
              <a:rPr lang="ko-KR"/>
              <a:t>주제를</a:t>
            </a:r>
            <a:br>
              <a:rPr lang="ko-KR"/>
            </a:br>
            <a:r>
              <a:rPr lang="ko-KR"/>
              <a:t>입력해주세요</a:t>
            </a:r>
            <a:endParaRPr/>
          </a:p>
        </p:txBody>
      </p:sp>
      <p:sp>
        <p:nvSpPr>
          <p:cNvPr id="2827" name="Google Shape;2827;p46"/>
          <p:cNvSpPr txBox="1"/>
          <p:nvPr>
            <p:ph idx="5" type="body"/>
          </p:nvPr>
        </p:nvSpPr>
        <p:spPr>
          <a:xfrm>
            <a:off x="3239559" y="3678173"/>
            <a:ext cx="2004239" cy="10713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7938" rtl="0" algn="l">
              <a:lnSpc>
                <a:spcPct val="14857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ko-KR"/>
              <a:t>내용을 입력해주세요</a:t>
            </a:r>
            <a:br>
              <a:rPr lang="ko-KR"/>
            </a:br>
            <a:r>
              <a:rPr lang="ko-KR"/>
              <a:t>내용을 입력해주세요</a:t>
            </a:r>
            <a:endParaRPr/>
          </a:p>
        </p:txBody>
      </p:sp>
      <p:sp>
        <p:nvSpPr>
          <p:cNvPr id="2828" name="Google Shape;2828;p46"/>
          <p:cNvSpPr txBox="1"/>
          <p:nvPr>
            <p:ph idx="6" type="body"/>
          </p:nvPr>
        </p:nvSpPr>
        <p:spPr>
          <a:xfrm>
            <a:off x="5805206" y="2760956"/>
            <a:ext cx="2004239" cy="8269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2909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Arial"/>
              <a:buNone/>
            </a:pPr>
            <a:r>
              <a:rPr lang="ko-KR"/>
              <a:t>주제를</a:t>
            </a:r>
            <a:br>
              <a:rPr lang="ko-KR"/>
            </a:br>
            <a:r>
              <a:rPr lang="ko-KR"/>
              <a:t>입력해주세요</a:t>
            </a:r>
            <a:endParaRPr/>
          </a:p>
        </p:txBody>
      </p:sp>
      <p:sp>
        <p:nvSpPr>
          <p:cNvPr id="2829" name="Google Shape;2829;p46"/>
          <p:cNvSpPr txBox="1"/>
          <p:nvPr>
            <p:ph idx="7" type="body"/>
          </p:nvPr>
        </p:nvSpPr>
        <p:spPr>
          <a:xfrm>
            <a:off x="5805206" y="3678173"/>
            <a:ext cx="2004239" cy="10713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7938" rtl="0" algn="l">
              <a:lnSpc>
                <a:spcPct val="14857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ko-KR"/>
              <a:t>내용을 입력해주세요</a:t>
            </a:r>
            <a:br>
              <a:rPr lang="ko-KR"/>
            </a:br>
            <a:r>
              <a:rPr lang="ko-KR"/>
              <a:t>내용을 입력해주세요</a:t>
            </a:r>
            <a:endParaRPr/>
          </a:p>
        </p:txBody>
      </p:sp>
      <p:sp>
        <p:nvSpPr>
          <p:cNvPr id="2830" name="Google Shape;2830;p46"/>
          <p:cNvSpPr txBox="1"/>
          <p:nvPr>
            <p:ph idx="8" type="body"/>
          </p:nvPr>
        </p:nvSpPr>
        <p:spPr>
          <a:xfrm>
            <a:off x="8361975" y="2760956"/>
            <a:ext cx="2004239" cy="8269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2909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Arial"/>
              <a:buNone/>
            </a:pPr>
            <a:r>
              <a:rPr lang="ko-KR"/>
              <a:t>주제를</a:t>
            </a:r>
            <a:br>
              <a:rPr lang="ko-KR"/>
            </a:br>
            <a:r>
              <a:rPr lang="ko-KR"/>
              <a:t>입력해주세요</a:t>
            </a:r>
            <a:endParaRPr/>
          </a:p>
        </p:txBody>
      </p:sp>
      <p:sp>
        <p:nvSpPr>
          <p:cNvPr id="2831" name="Google Shape;2831;p46"/>
          <p:cNvSpPr txBox="1"/>
          <p:nvPr>
            <p:ph idx="9" type="body"/>
          </p:nvPr>
        </p:nvSpPr>
        <p:spPr>
          <a:xfrm>
            <a:off x="8361975" y="3678173"/>
            <a:ext cx="2004239" cy="10713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7938" rtl="0" algn="l">
              <a:lnSpc>
                <a:spcPct val="14857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ko-KR"/>
              <a:t>내용을 입력해주세요</a:t>
            </a:r>
            <a:br>
              <a:rPr lang="ko-KR"/>
            </a:br>
            <a:r>
              <a:rPr lang="ko-KR"/>
              <a:t>내용을 입력해주세요</a:t>
            </a:r>
            <a:endParaRPr/>
          </a:p>
        </p:txBody>
      </p:sp>
      <p:sp>
        <p:nvSpPr>
          <p:cNvPr id="2832" name="Google Shape;2832;p46"/>
          <p:cNvSpPr txBox="1"/>
          <p:nvPr>
            <p:ph idx="13" type="body"/>
          </p:nvPr>
        </p:nvSpPr>
        <p:spPr>
          <a:xfrm>
            <a:off x="417525" y="835144"/>
            <a:ext cx="5335912" cy="5003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ko-KR"/>
              <a:t>주제를 입력해주세요</a:t>
            </a:r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6" name="Shape 28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7" name="Google Shape;2837;p47"/>
          <p:cNvSpPr txBox="1"/>
          <p:nvPr>
            <p:ph idx="1" type="body"/>
          </p:nvPr>
        </p:nvSpPr>
        <p:spPr>
          <a:xfrm>
            <a:off x="417525" y="182918"/>
            <a:ext cx="5335912" cy="2605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3B3B3"/>
              </a:buClr>
              <a:buSzPts val="1100"/>
              <a:buFont typeface="Arial"/>
              <a:buNone/>
            </a:pPr>
            <a:r>
              <a:rPr lang="ko-KR"/>
              <a:t>TITLE</a:t>
            </a:r>
            <a:endParaRPr/>
          </a:p>
        </p:txBody>
      </p:sp>
      <p:sp>
        <p:nvSpPr>
          <p:cNvPr id="2838" name="Google Shape;2838;p47"/>
          <p:cNvSpPr/>
          <p:nvPr>
            <p:ph idx="2" type="body"/>
          </p:nvPr>
        </p:nvSpPr>
        <p:spPr>
          <a:xfrm>
            <a:off x="516327" y="2967051"/>
            <a:ext cx="1236972" cy="1630116"/>
          </a:xfrm>
          <a:prstGeom prst="roundRect">
            <a:avLst>
              <a:gd fmla="val 5801" name="adj"/>
            </a:avLst>
          </a:prstGeom>
          <a:solidFill>
            <a:schemeClr val="lt1"/>
          </a:solidFill>
          <a:ln cap="flat" cmpd="sng" w="222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6350" rtl="0" algn="ctr">
              <a:lnSpc>
                <a:spcPct val="13428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ko-KR"/>
              <a:t>내용을</a:t>
            </a:r>
            <a:br>
              <a:rPr lang="ko-KR"/>
            </a:br>
            <a:r>
              <a:rPr lang="ko-KR"/>
              <a:t>입력해주세요</a:t>
            </a:r>
            <a:endParaRPr/>
          </a:p>
        </p:txBody>
      </p:sp>
      <p:sp>
        <p:nvSpPr>
          <p:cNvPr id="2839" name="Google Shape;2839;p47"/>
          <p:cNvSpPr/>
          <p:nvPr>
            <p:ph idx="3" type="body"/>
          </p:nvPr>
        </p:nvSpPr>
        <p:spPr>
          <a:xfrm>
            <a:off x="1916921" y="2967051"/>
            <a:ext cx="1236972" cy="1630116"/>
          </a:xfrm>
          <a:prstGeom prst="roundRect">
            <a:avLst>
              <a:gd fmla="val 5801" name="adj"/>
            </a:avLst>
          </a:prstGeom>
          <a:solidFill>
            <a:schemeClr val="lt1"/>
          </a:solidFill>
          <a:ln cap="flat" cmpd="sng" w="222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6350" rtl="0" algn="ctr">
              <a:lnSpc>
                <a:spcPct val="13428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ko-KR"/>
              <a:t>내용을</a:t>
            </a:r>
            <a:br>
              <a:rPr lang="ko-KR"/>
            </a:br>
            <a:r>
              <a:rPr lang="ko-KR"/>
              <a:t>입력해주세요</a:t>
            </a:r>
            <a:endParaRPr/>
          </a:p>
        </p:txBody>
      </p:sp>
      <p:sp>
        <p:nvSpPr>
          <p:cNvPr id="2840" name="Google Shape;2840;p47"/>
          <p:cNvSpPr/>
          <p:nvPr>
            <p:ph idx="4" type="body"/>
          </p:nvPr>
        </p:nvSpPr>
        <p:spPr>
          <a:xfrm>
            <a:off x="3317515" y="2967051"/>
            <a:ext cx="1236972" cy="1630116"/>
          </a:xfrm>
          <a:prstGeom prst="roundRect">
            <a:avLst>
              <a:gd fmla="val 5801" name="adj"/>
            </a:avLst>
          </a:prstGeom>
          <a:solidFill>
            <a:schemeClr val="lt1"/>
          </a:solidFill>
          <a:ln cap="flat" cmpd="sng" w="222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6350" rtl="0" algn="ctr">
              <a:lnSpc>
                <a:spcPct val="13428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ko-KR"/>
              <a:t>내용을</a:t>
            </a:r>
            <a:br>
              <a:rPr lang="ko-KR"/>
            </a:br>
            <a:r>
              <a:rPr lang="ko-KR"/>
              <a:t>입력해주세요</a:t>
            </a:r>
            <a:endParaRPr/>
          </a:p>
        </p:txBody>
      </p:sp>
      <p:sp>
        <p:nvSpPr>
          <p:cNvPr id="2841" name="Google Shape;2841;p47"/>
          <p:cNvSpPr/>
          <p:nvPr>
            <p:ph idx="5" type="body"/>
          </p:nvPr>
        </p:nvSpPr>
        <p:spPr>
          <a:xfrm>
            <a:off x="4718109" y="2967051"/>
            <a:ext cx="1236972" cy="1630116"/>
          </a:xfrm>
          <a:prstGeom prst="roundRect">
            <a:avLst>
              <a:gd fmla="val 5801" name="adj"/>
            </a:avLst>
          </a:prstGeom>
          <a:solidFill>
            <a:schemeClr val="lt1"/>
          </a:solidFill>
          <a:ln cap="flat" cmpd="sng" w="222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6350" rtl="0" algn="ctr">
              <a:lnSpc>
                <a:spcPct val="13428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ko-KR"/>
              <a:t>내용을</a:t>
            </a:r>
            <a:br>
              <a:rPr lang="ko-KR"/>
            </a:br>
            <a:r>
              <a:rPr lang="ko-KR"/>
              <a:t>입력해주세요</a:t>
            </a:r>
            <a:endParaRPr/>
          </a:p>
        </p:txBody>
      </p:sp>
      <p:sp>
        <p:nvSpPr>
          <p:cNvPr id="2842" name="Google Shape;2842;p47"/>
          <p:cNvSpPr/>
          <p:nvPr>
            <p:ph idx="6" type="body"/>
          </p:nvPr>
        </p:nvSpPr>
        <p:spPr>
          <a:xfrm>
            <a:off x="6118703" y="2967051"/>
            <a:ext cx="1236972" cy="1630116"/>
          </a:xfrm>
          <a:prstGeom prst="roundRect">
            <a:avLst>
              <a:gd fmla="val 5801" name="adj"/>
            </a:avLst>
          </a:prstGeom>
          <a:solidFill>
            <a:schemeClr val="lt1"/>
          </a:solidFill>
          <a:ln cap="flat" cmpd="sng" w="222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6350" rtl="0" algn="ctr">
              <a:lnSpc>
                <a:spcPct val="13428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ko-KR"/>
              <a:t>내용을</a:t>
            </a:r>
            <a:br>
              <a:rPr lang="ko-KR"/>
            </a:br>
            <a:r>
              <a:rPr lang="ko-KR"/>
              <a:t>입력해주세요</a:t>
            </a:r>
            <a:endParaRPr/>
          </a:p>
        </p:txBody>
      </p:sp>
      <p:sp>
        <p:nvSpPr>
          <p:cNvPr id="2843" name="Google Shape;2843;p47"/>
          <p:cNvSpPr/>
          <p:nvPr>
            <p:ph idx="7" type="body"/>
          </p:nvPr>
        </p:nvSpPr>
        <p:spPr>
          <a:xfrm>
            <a:off x="7519297" y="2967051"/>
            <a:ext cx="1236972" cy="1630116"/>
          </a:xfrm>
          <a:prstGeom prst="roundRect">
            <a:avLst>
              <a:gd fmla="val 5801" name="adj"/>
            </a:avLst>
          </a:prstGeom>
          <a:solidFill>
            <a:schemeClr val="lt1"/>
          </a:solidFill>
          <a:ln cap="flat" cmpd="sng" w="222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6350" rtl="0" algn="ctr">
              <a:lnSpc>
                <a:spcPct val="13428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ko-KR"/>
              <a:t>내용을</a:t>
            </a:r>
            <a:br>
              <a:rPr lang="ko-KR"/>
            </a:br>
            <a:r>
              <a:rPr lang="ko-KR"/>
              <a:t>입력해주세요</a:t>
            </a:r>
            <a:endParaRPr/>
          </a:p>
        </p:txBody>
      </p:sp>
      <p:sp>
        <p:nvSpPr>
          <p:cNvPr id="2844" name="Google Shape;2844;p47"/>
          <p:cNvSpPr/>
          <p:nvPr>
            <p:ph idx="8" type="body"/>
          </p:nvPr>
        </p:nvSpPr>
        <p:spPr>
          <a:xfrm>
            <a:off x="8919888" y="2967051"/>
            <a:ext cx="1236972" cy="1630116"/>
          </a:xfrm>
          <a:prstGeom prst="roundRect">
            <a:avLst>
              <a:gd fmla="val 5801" name="adj"/>
            </a:avLst>
          </a:prstGeom>
          <a:solidFill>
            <a:schemeClr val="lt1"/>
          </a:solidFill>
          <a:ln cap="flat" cmpd="sng" w="222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6350" rtl="0" algn="ctr">
              <a:lnSpc>
                <a:spcPct val="13428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ko-KR"/>
              <a:t>내용을</a:t>
            </a:r>
            <a:br>
              <a:rPr lang="ko-KR"/>
            </a:br>
            <a:r>
              <a:rPr lang="ko-KR"/>
              <a:t>입력해주세요</a:t>
            </a:r>
            <a:endParaRPr/>
          </a:p>
        </p:txBody>
      </p:sp>
      <p:sp>
        <p:nvSpPr>
          <p:cNvPr id="2845" name="Google Shape;2845;p47"/>
          <p:cNvSpPr txBox="1"/>
          <p:nvPr>
            <p:ph idx="9" type="body"/>
          </p:nvPr>
        </p:nvSpPr>
        <p:spPr>
          <a:xfrm>
            <a:off x="417525" y="835144"/>
            <a:ext cx="5335912" cy="5003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ko-KR"/>
              <a:t>주제를 입력해주세요</a:t>
            </a:r>
            <a:endParaRPr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9" name="Shape 28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0" name="Google Shape;2850;p48"/>
          <p:cNvSpPr txBox="1"/>
          <p:nvPr>
            <p:ph idx="1" type="body"/>
          </p:nvPr>
        </p:nvSpPr>
        <p:spPr>
          <a:xfrm>
            <a:off x="417525" y="182918"/>
            <a:ext cx="5335912" cy="2605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3B3B3"/>
              </a:buClr>
              <a:buSzPts val="1100"/>
              <a:buFont typeface="Arial"/>
              <a:buNone/>
            </a:pPr>
            <a:r>
              <a:rPr lang="ko-KR"/>
              <a:t>TITLE</a:t>
            </a:r>
            <a:endParaRPr/>
          </a:p>
        </p:txBody>
      </p:sp>
      <p:sp>
        <p:nvSpPr>
          <p:cNvPr id="2851" name="Google Shape;2851;p48"/>
          <p:cNvSpPr/>
          <p:nvPr>
            <p:ph idx="2" type="body"/>
          </p:nvPr>
        </p:nvSpPr>
        <p:spPr>
          <a:xfrm>
            <a:off x="512634" y="1627224"/>
            <a:ext cx="5436490" cy="897168"/>
          </a:xfrm>
          <a:prstGeom prst="roundRect">
            <a:avLst>
              <a:gd fmla="val 50000" name="adj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7938" rtl="0" algn="ctr">
              <a:lnSpc>
                <a:spcPct val="134285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</a:pPr>
            <a:r>
              <a:rPr lang="ko-KR"/>
              <a:t>내용을 입력해주세요</a:t>
            </a:r>
            <a:endParaRPr/>
          </a:p>
        </p:txBody>
      </p:sp>
      <p:sp>
        <p:nvSpPr>
          <p:cNvPr id="2852" name="Google Shape;2852;p48"/>
          <p:cNvSpPr/>
          <p:nvPr>
            <p:ph idx="3" type="body"/>
          </p:nvPr>
        </p:nvSpPr>
        <p:spPr>
          <a:xfrm>
            <a:off x="5083728" y="1627224"/>
            <a:ext cx="5436490" cy="897168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133350" rtl="0" algn="ctr">
              <a:lnSpc>
                <a:spcPct val="134285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</a:pPr>
            <a:r>
              <a:rPr lang="ko-KR"/>
              <a:t>내용을 입력해주세요</a:t>
            </a:r>
            <a:endParaRPr/>
          </a:p>
        </p:txBody>
      </p:sp>
      <p:sp>
        <p:nvSpPr>
          <p:cNvPr id="2853" name="Google Shape;2853;p48"/>
          <p:cNvSpPr/>
          <p:nvPr>
            <p:ph idx="4" type="body"/>
          </p:nvPr>
        </p:nvSpPr>
        <p:spPr>
          <a:xfrm>
            <a:off x="512634" y="2770189"/>
            <a:ext cx="5436490" cy="897168"/>
          </a:xfrm>
          <a:prstGeom prst="roundRect">
            <a:avLst>
              <a:gd fmla="val 50000" name="adj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7938" rtl="0" algn="ctr">
              <a:lnSpc>
                <a:spcPct val="134285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</a:pPr>
            <a:r>
              <a:rPr lang="ko-KR"/>
              <a:t>내용을 입력해주세요</a:t>
            </a:r>
            <a:endParaRPr/>
          </a:p>
        </p:txBody>
      </p:sp>
      <p:sp>
        <p:nvSpPr>
          <p:cNvPr id="2854" name="Google Shape;2854;p48"/>
          <p:cNvSpPr/>
          <p:nvPr>
            <p:ph idx="5" type="body"/>
          </p:nvPr>
        </p:nvSpPr>
        <p:spPr>
          <a:xfrm>
            <a:off x="5083728" y="2770189"/>
            <a:ext cx="5436490" cy="897168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133350" rtl="0" algn="ctr">
              <a:lnSpc>
                <a:spcPct val="134285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</a:pPr>
            <a:r>
              <a:rPr lang="ko-KR"/>
              <a:t>내용을 입력해주세요</a:t>
            </a:r>
            <a:endParaRPr/>
          </a:p>
        </p:txBody>
      </p:sp>
      <p:sp>
        <p:nvSpPr>
          <p:cNvPr id="2855" name="Google Shape;2855;p48"/>
          <p:cNvSpPr/>
          <p:nvPr>
            <p:ph idx="6" type="body"/>
          </p:nvPr>
        </p:nvSpPr>
        <p:spPr>
          <a:xfrm>
            <a:off x="512634" y="3913154"/>
            <a:ext cx="5436490" cy="897168"/>
          </a:xfrm>
          <a:prstGeom prst="roundRect">
            <a:avLst>
              <a:gd fmla="val 50000" name="adj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7938" rtl="0" algn="ctr">
              <a:lnSpc>
                <a:spcPct val="134285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</a:pPr>
            <a:r>
              <a:rPr lang="ko-KR"/>
              <a:t>내용을 입력해주세요</a:t>
            </a:r>
            <a:endParaRPr/>
          </a:p>
        </p:txBody>
      </p:sp>
      <p:sp>
        <p:nvSpPr>
          <p:cNvPr id="2856" name="Google Shape;2856;p48"/>
          <p:cNvSpPr/>
          <p:nvPr>
            <p:ph idx="7" type="body"/>
          </p:nvPr>
        </p:nvSpPr>
        <p:spPr>
          <a:xfrm>
            <a:off x="5083728" y="3913154"/>
            <a:ext cx="5436490" cy="897168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133350" rtl="0" algn="ctr">
              <a:lnSpc>
                <a:spcPct val="134285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</a:pPr>
            <a:r>
              <a:rPr lang="ko-KR"/>
              <a:t>내용을 입력해주세요</a:t>
            </a:r>
            <a:endParaRPr/>
          </a:p>
        </p:txBody>
      </p:sp>
      <p:sp>
        <p:nvSpPr>
          <p:cNvPr id="2857" name="Google Shape;2857;p48"/>
          <p:cNvSpPr/>
          <p:nvPr>
            <p:ph idx="8" type="body"/>
          </p:nvPr>
        </p:nvSpPr>
        <p:spPr>
          <a:xfrm>
            <a:off x="512634" y="5056118"/>
            <a:ext cx="5436490" cy="897168"/>
          </a:xfrm>
          <a:prstGeom prst="roundRect">
            <a:avLst>
              <a:gd fmla="val 50000" name="adj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7938" rtl="0" algn="ctr">
              <a:lnSpc>
                <a:spcPct val="134285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</a:pPr>
            <a:r>
              <a:rPr lang="ko-KR"/>
              <a:t>내용을 입력해주세요</a:t>
            </a:r>
            <a:endParaRPr/>
          </a:p>
        </p:txBody>
      </p:sp>
      <p:sp>
        <p:nvSpPr>
          <p:cNvPr id="2858" name="Google Shape;2858;p48"/>
          <p:cNvSpPr/>
          <p:nvPr>
            <p:ph idx="9" type="body"/>
          </p:nvPr>
        </p:nvSpPr>
        <p:spPr>
          <a:xfrm>
            <a:off x="5083728" y="5056118"/>
            <a:ext cx="5436490" cy="897168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133350" rtl="0" algn="ctr">
              <a:lnSpc>
                <a:spcPct val="134285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</a:pPr>
            <a:r>
              <a:rPr lang="ko-KR"/>
              <a:t>내용을 입력해주세요</a:t>
            </a:r>
            <a:endParaRPr/>
          </a:p>
        </p:txBody>
      </p:sp>
      <p:sp>
        <p:nvSpPr>
          <p:cNvPr id="2859" name="Google Shape;2859;p48"/>
          <p:cNvSpPr txBox="1"/>
          <p:nvPr>
            <p:ph idx="13" type="body"/>
          </p:nvPr>
        </p:nvSpPr>
        <p:spPr>
          <a:xfrm>
            <a:off x="417525" y="835144"/>
            <a:ext cx="5335912" cy="5003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ko-KR"/>
              <a:t>주제를 입력해주세요</a:t>
            </a:r>
            <a:endParaRPr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3" name="Shape 28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4" name="Google Shape;2864;p49"/>
          <p:cNvSpPr txBox="1"/>
          <p:nvPr>
            <p:ph idx="1" type="body"/>
          </p:nvPr>
        </p:nvSpPr>
        <p:spPr>
          <a:xfrm>
            <a:off x="417525" y="182918"/>
            <a:ext cx="5335912" cy="2605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3B3B3"/>
              </a:buClr>
              <a:buSzPts val="1100"/>
              <a:buFont typeface="Arial"/>
              <a:buNone/>
            </a:pPr>
            <a:r>
              <a:rPr lang="ko-KR"/>
              <a:t>TITLE</a:t>
            </a:r>
            <a:endParaRPr/>
          </a:p>
        </p:txBody>
      </p:sp>
      <p:sp>
        <p:nvSpPr>
          <p:cNvPr id="2865" name="Google Shape;2865;p49"/>
          <p:cNvSpPr/>
          <p:nvPr>
            <p:ph idx="2" type="body"/>
          </p:nvPr>
        </p:nvSpPr>
        <p:spPr>
          <a:xfrm>
            <a:off x="504825" y="2005013"/>
            <a:ext cx="5081588" cy="712787"/>
          </a:xfrm>
          <a:prstGeom prst="round2SameRect">
            <a:avLst>
              <a:gd fmla="val 16667" name="adj1"/>
              <a:gd fmla="val 0" name="adj2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lang="ko-KR"/>
              <a:t>비교 A</a:t>
            </a:r>
            <a:endParaRPr/>
          </a:p>
        </p:txBody>
      </p:sp>
      <p:sp>
        <p:nvSpPr>
          <p:cNvPr id="2866" name="Google Shape;2866;p49"/>
          <p:cNvSpPr/>
          <p:nvPr>
            <p:ph idx="3" type="body"/>
          </p:nvPr>
        </p:nvSpPr>
        <p:spPr>
          <a:xfrm>
            <a:off x="504825" y="2717982"/>
            <a:ext cx="5081588" cy="2827138"/>
          </a:xfrm>
          <a:prstGeom prst="round2SameRect">
            <a:avLst>
              <a:gd fmla="val 0" name="adj1"/>
              <a:gd fmla="val 2374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38181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200"/>
              <a:buFont typeface="Arial"/>
              <a:buNone/>
            </a:pPr>
            <a:r>
              <a:rPr lang="ko-KR"/>
              <a:t>내용을 입력해주세요</a:t>
            </a:r>
            <a:br>
              <a:rPr lang="ko-KR"/>
            </a:br>
            <a:r>
              <a:rPr lang="ko-KR"/>
              <a:t>내용을 입력해주세요</a:t>
            </a:r>
            <a:endParaRPr/>
          </a:p>
        </p:txBody>
      </p:sp>
      <p:sp>
        <p:nvSpPr>
          <p:cNvPr id="2867" name="Google Shape;2867;p49"/>
          <p:cNvSpPr/>
          <p:nvPr>
            <p:ph idx="4" type="body"/>
          </p:nvPr>
        </p:nvSpPr>
        <p:spPr>
          <a:xfrm>
            <a:off x="5395606" y="1650256"/>
            <a:ext cx="5140966" cy="712787"/>
          </a:xfrm>
          <a:prstGeom prst="round2SameRect">
            <a:avLst>
              <a:gd fmla="val 16667" name="adj1"/>
              <a:gd fmla="val 0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lang="ko-KR"/>
              <a:t>비교 B</a:t>
            </a:r>
            <a:endParaRPr/>
          </a:p>
        </p:txBody>
      </p:sp>
      <p:sp>
        <p:nvSpPr>
          <p:cNvPr id="2868" name="Google Shape;2868;p49"/>
          <p:cNvSpPr/>
          <p:nvPr>
            <p:ph idx="5" type="body"/>
          </p:nvPr>
        </p:nvSpPr>
        <p:spPr>
          <a:xfrm>
            <a:off x="5395606" y="2363224"/>
            <a:ext cx="5140966" cy="3525843"/>
          </a:xfrm>
          <a:prstGeom prst="round2SameRect">
            <a:avLst>
              <a:gd fmla="val 0" name="adj1"/>
              <a:gd fmla="val 2374" name="adj2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3818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ko-KR"/>
              <a:t>내용을 입력해주세요</a:t>
            </a:r>
            <a:br>
              <a:rPr lang="ko-KR"/>
            </a:br>
            <a:r>
              <a:rPr lang="ko-KR"/>
              <a:t>내용을 입력해주세요</a:t>
            </a:r>
            <a:endParaRPr/>
          </a:p>
        </p:txBody>
      </p:sp>
      <p:sp>
        <p:nvSpPr>
          <p:cNvPr id="2869" name="Google Shape;2869;p49"/>
          <p:cNvSpPr txBox="1"/>
          <p:nvPr>
            <p:ph idx="6" type="body"/>
          </p:nvPr>
        </p:nvSpPr>
        <p:spPr>
          <a:xfrm>
            <a:off x="417525" y="835144"/>
            <a:ext cx="5335912" cy="5003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ko-KR"/>
              <a:t>주제를 입력해주세요</a:t>
            </a:r>
            <a:endParaRPr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73" name="Shape 28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4" name="Google Shape;2874;p50"/>
          <p:cNvSpPr txBox="1"/>
          <p:nvPr>
            <p:ph idx="1" type="body"/>
          </p:nvPr>
        </p:nvSpPr>
        <p:spPr>
          <a:xfrm>
            <a:off x="417525" y="182918"/>
            <a:ext cx="5335912" cy="2605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3B3B3"/>
              </a:buClr>
              <a:buSzPts val="1100"/>
              <a:buFont typeface="Arial"/>
              <a:buNone/>
            </a:pPr>
            <a:r>
              <a:rPr lang="ko-KR"/>
              <a:t>TITLE</a:t>
            </a:r>
            <a:endParaRPr/>
          </a:p>
        </p:txBody>
      </p:sp>
      <p:sp>
        <p:nvSpPr>
          <p:cNvPr id="2875" name="Google Shape;2875;p50"/>
          <p:cNvSpPr txBox="1"/>
          <p:nvPr>
            <p:ph idx="2" type="body"/>
          </p:nvPr>
        </p:nvSpPr>
        <p:spPr>
          <a:xfrm>
            <a:off x="663027" y="1949893"/>
            <a:ext cx="3034021" cy="3522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rtl="0" algn="ctr">
              <a:lnSpc>
                <a:spcPct val="92727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Arial"/>
              <a:buNone/>
            </a:pPr>
            <a:r>
              <a:rPr lang="ko-KR"/>
              <a:t>비교 A</a:t>
            </a:r>
            <a:endParaRPr/>
          </a:p>
        </p:txBody>
      </p:sp>
      <p:sp>
        <p:nvSpPr>
          <p:cNvPr id="2876" name="Google Shape;2876;p50"/>
          <p:cNvSpPr txBox="1"/>
          <p:nvPr>
            <p:ph idx="3" type="body"/>
          </p:nvPr>
        </p:nvSpPr>
        <p:spPr>
          <a:xfrm>
            <a:off x="663027" y="2741555"/>
            <a:ext cx="3034021" cy="46166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793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ko-KR"/>
              <a:t>O</a:t>
            </a:r>
            <a:endParaRPr/>
          </a:p>
        </p:txBody>
      </p:sp>
      <p:sp>
        <p:nvSpPr>
          <p:cNvPr id="2877" name="Google Shape;2877;p50"/>
          <p:cNvSpPr txBox="1"/>
          <p:nvPr>
            <p:ph idx="4" type="body"/>
          </p:nvPr>
        </p:nvSpPr>
        <p:spPr>
          <a:xfrm>
            <a:off x="663027" y="3587012"/>
            <a:ext cx="3034021" cy="46166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793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ko-KR"/>
              <a:t>X</a:t>
            </a:r>
            <a:endParaRPr/>
          </a:p>
        </p:txBody>
      </p:sp>
      <p:sp>
        <p:nvSpPr>
          <p:cNvPr id="2878" name="Google Shape;2878;p50"/>
          <p:cNvSpPr txBox="1"/>
          <p:nvPr>
            <p:ph idx="5" type="body"/>
          </p:nvPr>
        </p:nvSpPr>
        <p:spPr>
          <a:xfrm>
            <a:off x="663027" y="4432469"/>
            <a:ext cx="3034021" cy="46166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793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ko-KR"/>
              <a:t>O</a:t>
            </a:r>
            <a:endParaRPr/>
          </a:p>
        </p:txBody>
      </p:sp>
      <p:sp>
        <p:nvSpPr>
          <p:cNvPr id="2879" name="Google Shape;2879;p50"/>
          <p:cNvSpPr txBox="1"/>
          <p:nvPr>
            <p:ph idx="6" type="body"/>
          </p:nvPr>
        </p:nvSpPr>
        <p:spPr>
          <a:xfrm>
            <a:off x="663027" y="5277927"/>
            <a:ext cx="3034021" cy="46166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793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ko-KR"/>
              <a:t>X</a:t>
            </a:r>
            <a:endParaRPr/>
          </a:p>
        </p:txBody>
      </p:sp>
      <p:sp>
        <p:nvSpPr>
          <p:cNvPr id="2880" name="Google Shape;2880;p50"/>
          <p:cNvSpPr txBox="1"/>
          <p:nvPr>
            <p:ph idx="7" type="body"/>
          </p:nvPr>
        </p:nvSpPr>
        <p:spPr>
          <a:xfrm>
            <a:off x="7357742" y="1949893"/>
            <a:ext cx="3034021" cy="3522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rtl="0" algn="ctr">
              <a:lnSpc>
                <a:spcPct val="92727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Arial"/>
              <a:buNone/>
            </a:pPr>
            <a:r>
              <a:rPr lang="ko-KR"/>
              <a:t>비교 B</a:t>
            </a:r>
            <a:endParaRPr/>
          </a:p>
        </p:txBody>
      </p:sp>
      <p:sp>
        <p:nvSpPr>
          <p:cNvPr id="2881" name="Google Shape;2881;p50"/>
          <p:cNvSpPr txBox="1"/>
          <p:nvPr>
            <p:ph idx="8" type="body"/>
          </p:nvPr>
        </p:nvSpPr>
        <p:spPr>
          <a:xfrm>
            <a:off x="7357742" y="2741555"/>
            <a:ext cx="3034021" cy="46166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793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ko-KR"/>
              <a:t>X</a:t>
            </a:r>
            <a:endParaRPr/>
          </a:p>
        </p:txBody>
      </p:sp>
      <p:sp>
        <p:nvSpPr>
          <p:cNvPr id="2882" name="Google Shape;2882;p50"/>
          <p:cNvSpPr txBox="1"/>
          <p:nvPr>
            <p:ph idx="9" type="body"/>
          </p:nvPr>
        </p:nvSpPr>
        <p:spPr>
          <a:xfrm>
            <a:off x="7357742" y="3587012"/>
            <a:ext cx="3034021" cy="46166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793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ko-KR"/>
              <a:t>O</a:t>
            </a:r>
            <a:endParaRPr/>
          </a:p>
        </p:txBody>
      </p:sp>
      <p:sp>
        <p:nvSpPr>
          <p:cNvPr id="2883" name="Google Shape;2883;p50"/>
          <p:cNvSpPr txBox="1"/>
          <p:nvPr>
            <p:ph idx="13" type="body"/>
          </p:nvPr>
        </p:nvSpPr>
        <p:spPr>
          <a:xfrm>
            <a:off x="7357742" y="4432469"/>
            <a:ext cx="3034021" cy="46166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793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ko-KR"/>
              <a:t>X</a:t>
            </a:r>
            <a:endParaRPr/>
          </a:p>
        </p:txBody>
      </p:sp>
      <p:sp>
        <p:nvSpPr>
          <p:cNvPr id="2884" name="Google Shape;2884;p50"/>
          <p:cNvSpPr txBox="1"/>
          <p:nvPr>
            <p:ph idx="14" type="body"/>
          </p:nvPr>
        </p:nvSpPr>
        <p:spPr>
          <a:xfrm>
            <a:off x="7357742" y="5277927"/>
            <a:ext cx="3034021" cy="46166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793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ko-KR"/>
              <a:t>X</a:t>
            </a:r>
            <a:endParaRPr/>
          </a:p>
        </p:txBody>
      </p:sp>
      <p:sp>
        <p:nvSpPr>
          <p:cNvPr id="2885" name="Google Shape;2885;p50"/>
          <p:cNvSpPr txBox="1"/>
          <p:nvPr>
            <p:ph idx="15" type="body"/>
          </p:nvPr>
        </p:nvSpPr>
        <p:spPr>
          <a:xfrm>
            <a:off x="3994056" y="1949893"/>
            <a:ext cx="3034021" cy="3522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rtl="0" algn="ctr">
              <a:lnSpc>
                <a:spcPct val="9272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ko-KR"/>
              <a:t>비교사항</a:t>
            </a:r>
            <a:endParaRPr/>
          </a:p>
        </p:txBody>
      </p:sp>
      <p:sp>
        <p:nvSpPr>
          <p:cNvPr id="2886" name="Google Shape;2886;p50"/>
          <p:cNvSpPr txBox="1"/>
          <p:nvPr>
            <p:ph idx="16" type="body"/>
          </p:nvPr>
        </p:nvSpPr>
        <p:spPr>
          <a:xfrm>
            <a:off x="3994056" y="2756944"/>
            <a:ext cx="3034021" cy="4308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793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ko-KR"/>
              <a:t>비교사항 A</a:t>
            </a:r>
            <a:endParaRPr/>
          </a:p>
        </p:txBody>
      </p:sp>
      <p:sp>
        <p:nvSpPr>
          <p:cNvPr id="2887" name="Google Shape;2887;p50"/>
          <p:cNvSpPr txBox="1"/>
          <p:nvPr>
            <p:ph idx="17" type="body"/>
          </p:nvPr>
        </p:nvSpPr>
        <p:spPr>
          <a:xfrm>
            <a:off x="3994056" y="3602401"/>
            <a:ext cx="3034021" cy="4308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793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ko-KR"/>
              <a:t>비교사항 B</a:t>
            </a:r>
            <a:endParaRPr/>
          </a:p>
        </p:txBody>
      </p:sp>
      <p:sp>
        <p:nvSpPr>
          <p:cNvPr id="2888" name="Google Shape;2888;p50"/>
          <p:cNvSpPr txBox="1"/>
          <p:nvPr>
            <p:ph idx="18" type="body"/>
          </p:nvPr>
        </p:nvSpPr>
        <p:spPr>
          <a:xfrm>
            <a:off x="3994056" y="4447858"/>
            <a:ext cx="3034021" cy="4308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793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ko-KR"/>
              <a:t>비교사항 C</a:t>
            </a:r>
            <a:endParaRPr/>
          </a:p>
        </p:txBody>
      </p:sp>
      <p:sp>
        <p:nvSpPr>
          <p:cNvPr id="2889" name="Google Shape;2889;p50"/>
          <p:cNvSpPr txBox="1"/>
          <p:nvPr>
            <p:ph idx="19" type="body"/>
          </p:nvPr>
        </p:nvSpPr>
        <p:spPr>
          <a:xfrm>
            <a:off x="3994056" y="5293316"/>
            <a:ext cx="3034021" cy="4308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793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ko-KR"/>
              <a:t>비교사항 D</a:t>
            </a:r>
            <a:endParaRPr/>
          </a:p>
        </p:txBody>
      </p:sp>
      <p:sp>
        <p:nvSpPr>
          <p:cNvPr id="2890" name="Google Shape;2890;p50"/>
          <p:cNvSpPr txBox="1"/>
          <p:nvPr>
            <p:ph idx="20" type="body"/>
          </p:nvPr>
        </p:nvSpPr>
        <p:spPr>
          <a:xfrm>
            <a:off x="417525" y="835144"/>
            <a:ext cx="5335912" cy="5003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ko-KR"/>
              <a:t>주제를 입력해주세요</a:t>
            </a:r>
            <a:endParaRPr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4" name="Shape 28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5" name="Google Shape;2895;p51"/>
          <p:cNvSpPr txBox="1"/>
          <p:nvPr>
            <p:ph idx="1" type="body"/>
          </p:nvPr>
        </p:nvSpPr>
        <p:spPr>
          <a:xfrm>
            <a:off x="417525" y="182918"/>
            <a:ext cx="5335912" cy="2605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3B3B3"/>
              </a:buClr>
              <a:buSzPts val="1100"/>
              <a:buFont typeface="Arial"/>
              <a:buNone/>
            </a:pPr>
            <a:r>
              <a:rPr lang="ko-KR"/>
              <a:t>TITLE</a:t>
            </a:r>
            <a:endParaRPr/>
          </a:p>
        </p:txBody>
      </p:sp>
      <p:sp>
        <p:nvSpPr>
          <p:cNvPr id="2896" name="Google Shape;2896;p51"/>
          <p:cNvSpPr txBox="1"/>
          <p:nvPr>
            <p:ph idx="2" type="body"/>
          </p:nvPr>
        </p:nvSpPr>
        <p:spPr>
          <a:xfrm>
            <a:off x="7603170" y="2963922"/>
            <a:ext cx="2069287" cy="4308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200"/>
              <a:buFont typeface="Arial"/>
              <a:buNone/>
            </a:pPr>
            <a:r>
              <a:rPr lang="ko-KR"/>
              <a:t>주제</a:t>
            </a:r>
            <a:endParaRPr/>
          </a:p>
        </p:txBody>
      </p:sp>
      <p:sp>
        <p:nvSpPr>
          <p:cNvPr id="2897" name="Google Shape;2897;p51"/>
          <p:cNvSpPr txBox="1"/>
          <p:nvPr>
            <p:ph idx="3" type="body"/>
          </p:nvPr>
        </p:nvSpPr>
        <p:spPr>
          <a:xfrm>
            <a:off x="1376540" y="2963922"/>
            <a:ext cx="2069287" cy="4308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200"/>
              <a:buFont typeface="Arial"/>
              <a:buNone/>
            </a:pPr>
            <a:r>
              <a:rPr lang="ko-KR"/>
              <a:t>주제</a:t>
            </a:r>
            <a:endParaRPr/>
          </a:p>
        </p:txBody>
      </p:sp>
      <p:sp>
        <p:nvSpPr>
          <p:cNvPr id="2898" name="Google Shape;2898;p51"/>
          <p:cNvSpPr txBox="1"/>
          <p:nvPr>
            <p:ph idx="4" type="body"/>
          </p:nvPr>
        </p:nvSpPr>
        <p:spPr>
          <a:xfrm>
            <a:off x="1376540" y="3523752"/>
            <a:ext cx="2069287" cy="6065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7938" rtl="0" algn="ctr">
              <a:lnSpc>
                <a:spcPct val="148571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Arial"/>
              <a:buNone/>
            </a:pPr>
            <a:r>
              <a:rPr lang="ko-KR"/>
              <a:t>내용을 입력해주세요</a:t>
            </a:r>
            <a:br>
              <a:rPr lang="ko-KR"/>
            </a:br>
            <a:r>
              <a:rPr lang="ko-KR"/>
              <a:t>내용을 입력해주세요</a:t>
            </a:r>
            <a:endParaRPr/>
          </a:p>
        </p:txBody>
      </p:sp>
      <p:sp>
        <p:nvSpPr>
          <p:cNvPr id="2899" name="Google Shape;2899;p51"/>
          <p:cNvSpPr txBox="1"/>
          <p:nvPr>
            <p:ph idx="5" type="body"/>
          </p:nvPr>
        </p:nvSpPr>
        <p:spPr>
          <a:xfrm>
            <a:off x="4489855" y="2799893"/>
            <a:ext cx="2069287" cy="5847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Arial"/>
              <a:buNone/>
            </a:pPr>
            <a:r>
              <a:rPr lang="ko-KR"/>
              <a:t>주제</a:t>
            </a:r>
            <a:endParaRPr/>
          </a:p>
        </p:txBody>
      </p:sp>
      <p:sp>
        <p:nvSpPr>
          <p:cNvPr id="2900" name="Google Shape;2900;p51"/>
          <p:cNvSpPr txBox="1"/>
          <p:nvPr>
            <p:ph idx="6" type="body"/>
          </p:nvPr>
        </p:nvSpPr>
        <p:spPr>
          <a:xfrm>
            <a:off x="4489855" y="3480208"/>
            <a:ext cx="2069287" cy="8106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7938" rtl="0" algn="ctr">
              <a:lnSpc>
                <a:spcPct val="130909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Arial"/>
              <a:buNone/>
            </a:pPr>
            <a:r>
              <a:rPr lang="ko-KR"/>
              <a:t>내용을</a:t>
            </a:r>
            <a:br>
              <a:rPr lang="ko-KR"/>
            </a:br>
            <a:r>
              <a:rPr lang="ko-KR"/>
              <a:t>입력해주세요</a:t>
            </a:r>
            <a:endParaRPr/>
          </a:p>
        </p:txBody>
      </p:sp>
      <p:sp>
        <p:nvSpPr>
          <p:cNvPr id="2901" name="Google Shape;2901;p51"/>
          <p:cNvSpPr txBox="1"/>
          <p:nvPr>
            <p:ph idx="7" type="body"/>
          </p:nvPr>
        </p:nvSpPr>
        <p:spPr>
          <a:xfrm>
            <a:off x="7603169" y="3523752"/>
            <a:ext cx="2069287" cy="6065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7938" rtl="0" algn="ctr">
              <a:lnSpc>
                <a:spcPct val="148571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Arial"/>
              <a:buNone/>
            </a:pPr>
            <a:r>
              <a:rPr lang="ko-KR"/>
              <a:t>내용을 입력해주세요</a:t>
            </a:r>
            <a:br>
              <a:rPr lang="ko-KR"/>
            </a:br>
            <a:r>
              <a:rPr lang="ko-KR"/>
              <a:t>내용을 입력해주세요</a:t>
            </a:r>
            <a:endParaRPr/>
          </a:p>
        </p:txBody>
      </p:sp>
      <p:sp>
        <p:nvSpPr>
          <p:cNvPr id="2902" name="Google Shape;2902;p51"/>
          <p:cNvSpPr txBox="1"/>
          <p:nvPr>
            <p:ph idx="8" type="body"/>
          </p:nvPr>
        </p:nvSpPr>
        <p:spPr>
          <a:xfrm>
            <a:off x="417525" y="835144"/>
            <a:ext cx="5335912" cy="5003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ko-KR"/>
              <a:t>주제를 입력해주세요</a:t>
            </a:r>
            <a:endParaRPr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6" name="Shape 29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7" name="Google Shape;2907;p52"/>
          <p:cNvSpPr txBox="1"/>
          <p:nvPr>
            <p:ph idx="1" type="body"/>
          </p:nvPr>
        </p:nvSpPr>
        <p:spPr>
          <a:xfrm>
            <a:off x="417525" y="182918"/>
            <a:ext cx="5335912" cy="2605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3B3B3"/>
              </a:buClr>
              <a:buSzPts val="1100"/>
              <a:buFont typeface="Arial"/>
              <a:buNone/>
            </a:pPr>
            <a:r>
              <a:rPr lang="ko-KR"/>
              <a:t>TITLE</a:t>
            </a:r>
            <a:endParaRPr/>
          </a:p>
        </p:txBody>
      </p:sp>
      <p:sp>
        <p:nvSpPr>
          <p:cNvPr id="2908" name="Google Shape;2908;p52"/>
          <p:cNvSpPr txBox="1"/>
          <p:nvPr>
            <p:ph idx="2" type="body"/>
          </p:nvPr>
        </p:nvSpPr>
        <p:spPr>
          <a:xfrm>
            <a:off x="7527408" y="2000796"/>
            <a:ext cx="2503838" cy="5232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ko-KR"/>
              <a:t>주제</a:t>
            </a:r>
            <a:endParaRPr/>
          </a:p>
        </p:txBody>
      </p:sp>
      <p:sp>
        <p:nvSpPr>
          <p:cNvPr id="2909" name="Google Shape;2909;p52"/>
          <p:cNvSpPr txBox="1"/>
          <p:nvPr>
            <p:ph idx="3" type="body"/>
          </p:nvPr>
        </p:nvSpPr>
        <p:spPr>
          <a:xfrm>
            <a:off x="7527408" y="2617679"/>
            <a:ext cx="2503838" cy="8106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7938" rtl="0" algn="ctr">
              <a:lnSpc>
                <a:spcPct val="13090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ko-KR"/>
              <a:t>내용을</a:t>
            </a:r>
            <a:br>
              <a:rPr lang="ko-KR"/>
            </a:br>
            <a:r>
              <a:rPr lang="ko-KR"/>
              <a:t>입력해주세요</a:t>
            </a:r>
            <a:endParaRPr/>
          </a:p>
        </p:txBody>
      </p:sp>
      <p:sp>
        <p:nvSpPr>
          <p:cNvPr id="2910" name="Google Shape;2910;p52"/>
          <p:cNvSpPr txBox="1"/>
          <p:nvPr>
            <p:ph idx="4" type="body"/>
          </p:nvPr>
        </p:nvSpPr>
        <p:spPr>
          <a:xfrm>
            <a:off x="4275054" y="2000796"/>
            <a:ext cx="2503838" cy="5232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ko-KR"/>
              <a:t>주제</a:t>
            </a:r>
            <a:endParaRPr/>
          </a:p>
        </p:txBody>
      </p:sp>
      <p:sp>
        <p:nvSpPr>
          <p:cNvPr id="2911" name="Google Shape;2911;p52"/>
          <p:cNvSpPr txBox="1"/>
          <p:nvPr>
            <p:ph idx="5" type="body"/>
          </p:nvPr>
        </p:nvSpPr>
        <p:spPr>
          <a:xfrm>
            <a:off x="4275054" y="2617679"/>
            <a:ext cx="2503838" cy="8106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7938" rtl="0" algn="ctr">
              <a:lnSpc>
                <a:spcPct val="13090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ko-KR"/>
              <a:t>내용을</a:t>
            </a:r>
            <a:br>
              <a:rPr lang="ko-KR"/>
            </a:br>
            <a:r>
              <a:rPr lang="ko-KR"/>
              <a:t>입력해주세요</a:t>
            </a:r>
            <a:endParaRPr/>
          </a:p>
        </p:txBody>
      </p:sp>
      <p:sp>
        <p:nvSpPr>
          <p:cNvPr id="2912" name="Google Shape;2912;p52"/>
          <p:cNvSpPr txBox="1"/>
          <p:nvPr>
            <p:ph idx="6" type="body"/>
          </p:nvPr>
        </p:nvSpPr>
        <p:spPr>
          <a:xfrm>
            <a:off x="1076253" y="2000796"/>
            <a:ext cx="2503838" cy="5232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ko-KR"/>
              <a:t>주제</a:t>
            </a:r>
            <a:endParaRPr/>
          </a:p>
        </p:txBody>
      </p:sp>
      <p:sp>
        <p:nvSpPr>
          <p:cNvPr id="2913" name="Google Shape;2913;p52"/>
          <p:cNvSpPr txBox="1"/>
          <p:nvPr>
            <p:ph idx="7" type="body"/>
          </p:nvPr>
        </p:nvSpPr>
        <p:spPr>
          <a:xfrm>
            <a:off x="1076253" y="2617679"/>
            <a:ext cx="2503838" cy="8106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7938" rtl="0" algn="ctr">
              <a:lnSpc>
                <a:spcPct val="13090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ko-KR"/>
              <a:t>내용을</a:t>
            </a:r>
            <a:br>
              <a:rPr lang="ko-KR"/>
            </a:br>
            <a:r>
              <a:rPr lang="ko-KR"/>
              <a:t>입력해주세요</a:t>
            </a:r>
            <a:endParaRPr/>
          </a:p>
        </p:txBody>
      </p:sp>
      <p:sp>
        <p:nvSpPr>
          <p:cNvPr id="2914" name="Google Shape;2914;p52"/>
          <p:cNvSpPr/>
          <p:nvPr>
            <p:ph idx="8" type="body"/>
          </p:nvPr>
        </p:nvSpPr>
        <p:spPr>
          <a:xfrm>
            <a:off x="516327" y="5139327"/>
            <a:ext cx="10003891" cy="792365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 cap="flat" cmpd="sng" w="222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952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None/>
            </a:pPr>
            <a:r>
              <a:rPr lang="ko-KR"/>
              <a:t>주제를 입력해주세요</a:t>
            </a:r>
            <a:endParaRPr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8" name="Shape 29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9" name="Google Shape;2919;p53"/>
          <p:cNvSpPr txBox="1"/>
          <p:nvPr>
            <p:ph idx="1" type="body"/>
          </p:nvPr>
        </p:nvSpPr>
        <p:spPr>
          <a:xfrm>
            <a:off x="417525" y="182918"/>
            <a:ext cx="5335912" cy="2605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3B3B3"/>
              </a:buClr>
              <a:buSzPts val="1100"/>
              <a:buFont typeface="Arial"/>
              <a:buNone/>
            </a:pPr>
            <a:r>
              <a:rPr lang="ko-KR"/>
              <a:t>TITLE</a:t>
            </a:r>
            <a:endParaRPr/>
          </a:p>
        </p:txBody>
      </p:sp>
      <p:sp>
        <p:nvSpPr>
          <p:cNvPr id="2920" name="Google Shape;2920;p53"/>
          <p:cNvSpPr txBox="1"/>
          <p:nvPr>
            <p:ph idx="2" type="body"/>
          </p:nvPr>
        </p:nvSpPr>
        <p:spPr>
          <a:xfrm>
            <a:off x="417525" y="835144"/>
            <a:ext cx="5335912" cy="5003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ko-KR"/>
              <a:t>주제를 입력해주세요</a:t>
            </a:r>
            <a:endParaRPr/>
          </a:p>
        </p:txBody>
      </p:sp>
      <p:graphicFrame>
        <p:nvGraphicFramePr>
          <p:cNvPr id="2921" name="Google Shape;2921;p53"/>
          <p:cNvGraphicFramePr/>
          <p:nvPr/>
        </p:nvGraphicFramePr>
        <p:xfrm>
          <a:off x="524961" y="167202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{E82F989D-35F4-456C-9C40-42ABAFB51FC2}</a:tableStyleId>
              </a:tblPr>
              <a:tblGrid>
                <a:gridCol w="1598475"/>
                <a:gridCol w="8405925"/>
              </a:tblGrid>
              <a:tr h="710225"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ko-KR" sz="24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주제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 hMerge="1"/>
              </a:tr>
              <a:tr h="710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i="0" lang="ko-KR" sz="1600" u="none" cap="none" strike="noStrike">
                          <a:solidFill>
                            <a:schemeClr val="accen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01</a:t>
                      </a:r>
                      <a:endParaRPr b="1" i="0" sz="1600" u="none" cap="none" strike="noStrike">
                        <a:solidFill>
                          <a:schemeClr val="accen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B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857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ko-KR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표 장표는 해당 슬라이드를 복사하여, 상단 레이아웃 탭에서 수정해주세요. </a:t>
                      </a:r>
                      <a:endParaRPr b="0" i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45725" marR="91450" marL="91450" anchor="ctr">
                    <a:lnR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710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i="0" lang="ko-KR" sz="1600" u="none" cap="none" strike="noStrike">
                          <a:solidFill>
                            <a:schemeClr val="accen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02</a:t>
                      </a:r>
                      <a:endParaRPr b="1" i="0" sz="1600" u="none" cap="none" strike="noStrike">
                        <a:solidFill>
                          <a:schemeClr val="accen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857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ko-KR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표 장표는 해당 슬라이드를 복사하여, 상단 레이아웃 탭에서 수정해주세요. </a:t>
                      </a:r>
                      <a:endParaRPr b="0" i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45725" marR="91450" marL="91450" anchor="ctr">
                    <a:lnR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710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i="0" lang="ko-KR" sz="1600" u="none" cap="none" strike="noStrike">
                          <a:solidFill>
                            <a:schemeClr val="accen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03</a:t>
                      </a:r>
                      <a:endParaRPr b="1" i="0" sz="1600" u="none" cap="none" strike="noStrike">
                        <a:solidFill>
                          <a:schemeClr val="accen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857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ko-KR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표 장표는 해당 슬라이드를 복사하여, 상단 레이아웃 탭에서 수정해주세요. </a:t>
                      </a:r>
                      <a:endParaRPr b="0" i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45725" marR="91450" marL="91450" anchor="ctr">
                    <a:lnR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710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i="0" lang="ko-KR" sz="1600" u="none" cap="none" strike="noStrike">
                          <a:solidFill>
                            <a:schemeClr val="accen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04</a:t>
                      </a:r>
                      <a:endParaRPr b="1" i="0" sz="1600" u="none" cap="none" strike="noStrike">
                        <a:solidFill>
                          <a:schemeClr val="accen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857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ko-KR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표 장표는 해당 슬라이드를 복사하여, 상단 레이아웃 탭에서 수정해주세요. </a:t>
                      </a:r>
                      <a:endParaRPr b="0" i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45725" marR="91450" marL="91450" anchor="ctr">
                    <a:lnR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710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i="0" lang="ko-KR" sz="1600" u="none" cap="none" strike="noStrike">
                          <a:solidFill>
                            <a:schemeClr val="accen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05</a:t>
                      </a:r>
                      <a:endParaRPr b="1" i="0" sz="1600" u="none" cap="none" strike="noStrike">
                        <a:solidFill>
                          <a:schemeClr val="accen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857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ko-KR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표 장표는 해당 슬라이드를 복사하여, 상단 레이아웃 탭에서 수정해주세요. </a:t>
                      </a:r>
                      <a:endParaRPr b="0" i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45725" marR="91450" marL="91450" anchor="ctr">
                    <a:lnR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25" name="Shape 29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6" name="Google Shape;2926;p54"/>
          <p:cNvSpPr txBox="1"/>
          <p:nvPr>
            <p:ph idx="1" type="body"/>
          </p:nvPr>
        </p:nvSpPr>
        <p:spPr>
          <a:xfrm>
            <a:off x="417525" y="182918"/>
            <a:ext cx="5335912" cy="2605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3B3B3"/>
              </a:buClr>
              <a:buSzPts val="1100"/>
              <a:buFont typeface="Arial"/>
              <a:buNone/>
            </a:pPr>
            <a:r>
              <a:rPr lang="ko-KR"/>
              <a:t>TITLE</a:t>
            </a:r>
            <a:endParaRPr/>
          </a:p>
        </p:txBody>
      </p:sp>
      <p:sp>
        <p:nvSpPr>
          <p:cNvPr id="2927" name="Google Shape;2927;p54"/>
          <p:cNvSpPr txBox="1"/>
          <p:nvPr>
            <p:ph idx="2" type="body"/>
          </p:nvPr>
        </p:nvSpPr>
        <p:spPr>
          <a:xfrm>
            <a:off x="417525" y="835144"/>
            <a:ext cx="5335912" cy="5003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ko-KR"/>
              <a:t>주제를 입력해주세요</a:t>
            </a:r>
            <a:endParaRPr/>
          </a:p>
        </p:txBody>
      </p:sp>
      <p:graphicFrame>
        <p:nvGraphicFramePr>
          <p:cNvPr id="2928" name="Google Shape;2928;p54"/>
          <p:cNvGraphicFramePr/>
          <p:nvPr/>
        </p:nvGraphicFramePr>
        <p:xfrm>
          <a:off x="524961" y="167202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{E82F989D-35F4-456C-9C40-42ABAFB51FC2}</a:tableStyleId>
              </a:tblPr>
              <a:tblGrid>
                <a:gridCol w="1598475"/>
                <a:gridCol w="4202950"/>
                <a:gridCol w="4202950"/>
              </a:tblGrid>
              <a:tr h="854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i="0" lang="ko-KR" sz="2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비교 A</a:t>
                      </a:r>
                      <a:endParaRPr b="1" i="0" sz="2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B4C5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1" i="0" lang="ko-KR" sz="2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비교 B</a:t>
                      </a:r>
                      <a:endParaRPr b="1" i="0" sz="2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FB4C5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854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b="1" i="0" lang="ko-KR" sz="2200" u="none" cap="none" strike="noStrike">
                          <a:solidFill>
                            <a:schemeClr val="accen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01</a:t>
                      </a:r>
                      <a:endParaRPr b="1" i="0" sz="2200" u="none" cap="none" strike="noStrike">
                        <a:solidFill>
                          <a:schemeClr val="accen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B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ko-KR" sz="16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O</a:t>
                      </a:r>
                      <a:endParaRPr b="0" i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R cap="flat" cmpd="sng" w="12700">
                      <a:solidFill>
                        <a:srgbClr val="FFB4C5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ko-KR" sz="16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FB4C5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854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b="1" i="0" lang="ko-KR" sz="2200" u="none" cap="none" strike="noStrike">
                          <a:solidFill>
                            <a:schemeClr val="accen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02</a:t>
                      </a:r>
                      <a:endParaRPr b="1" i="0" sz="2200" u="none" cap="none" strike="noStrike">
                        <a:solidFill>
                          <a:schemeClr val="accen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ko-KR" sz="16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O</a:t>
                      </a:r>
                      <a:endParaRPr b="0" i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R cap="flat" cmpd="sng" w="12700">
                      <a:solidFill>
                        <a:srgbClr val="FFB4C5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ko-KR" sz="16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FB4C5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854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b="1" i="0" lang="ko-KR" sz="2200" u="none" cap="none" strike="noStrike">
                          <a:solidFill>
                            <a:schemeClr val="accen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03</a:t>
                      </a:r>
                      <a:endParaRPr b="1" i="0" sz="2200" u="none" cap="none" strike="noStrike">
                        <a:solidFill>
                          <a:schemeClr val="accen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ko-KR" sz="16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O</a:t>
                      </a:r>
                      <a:endParaRPr b="0" i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R cap="flat" cmpd="sng" w="12700">
                      <a:solidFill>
                        <a:srgbClr val="FFB4C5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ko-KR" sz="16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FB4C5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854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b="1" i="0" lang="ko-KR" sz="2200" u="none" cap="none" strike="noStrike">
                          <a:solidFill>
                            <a:schemeClr val="accen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04</a:t>
                      </a:r>
                      <a:endParaRPr b="1" i="0" sz="2200" u="none" cap="none" strike="noStrike">
                        <a:solidFill>
                          <a:schemeClr val="accen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ko-KR" sz="16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O</a:t>
                      </a:r>
                      <a:endParaRPr b="0" i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R cap="flat" cmpd="sng" w="12700">
                      <a:solidFill>
                        <a:srgbClr val="FFB4C5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ko-KR" sz="16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FB4C5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32" name="Shape 29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3" name="Google Shape;2933;p55"/>
          <p:cNvSpPr txBox="1"/>
          <p:nvPr>
            <p:ph idx="1" type="body"/>
          </p:nvPr>
        </p:nvSpPr>
        <p:spPr>
          <a:xfrm>
            <a:off x="417525" y="182918"/>
            <a:ext cx="5335912" cy="2605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3B3B3"/>
              </a:buClr>
              <a:buSzPts val="1100"/>
              <a:buFont typeface="Arial"/>
              <a:buNone/>
            </a:pPr>
            <a:r>
              <a:rPr lang="ko-KR"/>
              <a:t>TITLE</a:t>
            </a:r>
            <a:endParaRPr/>
          </a:p>
        </p:txBody>
      </p:sp>
      <p:sp>
        <p:nvSpPr>
          <p:cNvPr id="2934" name="Google Shape;2934;p55"/>
          <p:cNvSpPr txBox="1"/>
          <p:nvPr>
            <p:ph idx="2" type="body"/>
          </p:nvPr>
        </p:nvSpPr>
        <p:spPr>
          <a:xfrm>
            <a:off x="417525" y="835144"/>
            <a:ext cx="5335912" cy="5003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ko-KR"/>
              <a:t>주제를 입력해주세요</a:t>
            </a:r>
            <a:endParaRPr/>
          </a:p>
        </p:txBody>
      </p:sp>
      <p:graphicFrame>
        <p:nvGraphicFramePr>
          <p:cNvPr id="2935" name="Google Shape;2935;p55"/>
          <p:cNvGraphicFramePr/>
          <p:nvPr/>
        </p:nvGraphicFramePr>
        <p:xfrm>
          <a:off x="524961" y="167202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{E82F989D-35F4-456C-9C40-42ABAFB51FC2}</a:tableStyleId>
              </a:tblPr>
              <a:tblGrid>
                <a:gridCol w="1125600"/>
                <a:gridCol w="2959600"/>
                <a:gridCol w="2959600"/>
                <a:gridCol w="2959600"/>
              </a:tblGrid>
              <a:tr h="854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i="0" lang="ko-KR" sz="2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비교 A</a:t>
                      </a:r>
                      <a:endParaRPr b="1" i="0" sz="2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B4C5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1" i="0" lang="ko-KR" sz="2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비교 B</a:t>
                      </a:r>
                      <a:endParaRPr b="1" i="0" sz="2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FB4C5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B4C5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1" i="0" lang="ko-KR" sz="2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비교 C</a:t>
                      </a:r>
                      <a:endParaRPr b="1" i="0" sz="2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FB4C5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854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b="1" i="0" lang="ko-KR" sz="2200" u="none" cap="none" strike="noStrike">
                          <a:solidFill>
                            <a:schemeClr val="accen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01</a:t>
                      </a:r>
                      <a:endParaRPr b="1" i="0" sz="2200" u="none" cap="none" strike="noStrike">
                        <a:solidFill>
                          <a:schemeClr val="accen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B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ko-KR" sz="16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O</a:t>
                      </a:r>
                      <a:endParaRPr b="0" i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R cap="flat" cmpd="sng" w="12700">
                      <a:solidFill>
                        <a:srgbClr val="FFB4C5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ko-KR" sz="16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O</a:t>
                      </a:r>
                      <a:endParaRPr b="0" i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FB4C5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B4C5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ko-KR" sz="16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FB4C5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854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b="1" i="0" lang="ko-KR" sz="2200" u="none" cap="none" strike="noStrike">
                          <a:solidFill>
                            <a:schemeClr val="accen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02</a:t>
                      </a:r>
                      <a:endParaRPr b="1" i="0" sz="2200" u="none" cap="none" strike="noStrike">
                        <a:solidFill>
                          <a:schemeClr val="accen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ko-KR" sz="16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O</a:t>
                      </a:r>
                      <a:endParaRPr b="0" i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R cap="flat" cmpd="sng" w="12700">
                      <a:solidFill>
                        <a:srgbClr val="FFB4C5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ko-KR" sz="16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O</a:t>
                      </a:r>
                      <a:endParaRPr b="0" i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FB4C5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B4C5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ko-KR" sz="16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FB4C5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854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b="1" i="0" lang="ko-KR" sz="2200" u="none" cap="none" strike="noStrike">
                          <a:solidFill>
                            <a:schemeClr val="accen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03</a:t>
                      </a:r>
                      <a:endParaRPr b="1" i="0" sz="2200" u="none" cap="none" strike="noStrike">
                        <a:solidFill>
                          <a:schemeClr val="accen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ko-KR" sz="16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O</a:t>
                      </a:r>
                      <a:endParaRPr b="0" i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R cap="flat" cmpd="sng" w="12700">
                      <a:solidFill>
                        <a:srgbClr val="FFB4C5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ko-KR" sz="16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FB4C5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B4C5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ko-KR" sz="16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FB4C5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854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b="1" i="0" lang="ko-KR" sz="2200" u="none" cap="none" strike="noStrike">
                          <a:solidFill>
                            <a:schemeClr val="accen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04</a:t>
                      </a:r>
                      <a:endParaRPr b="1" i="0" sz="2200" u="none" cap="none" strike="noStrike">
                        <a:solidFill>
                          <a:schemeClr val="accen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ko-KR" sz="16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O</a:t>
                      </a:r>
                      <a:endParaRPr b="0" i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R cap="flat" cmpd="sng" w="12700">
                      <a:solidFill>
                        <a:srgbClr val="FFB4C5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ko-KR" sz="16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FB4C5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B4C5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ko-KR" sz="16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FB4C5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39" name="Shape 29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0" name="Google Shape;2940;p56"/>
          <p:cNvSpPr txBox="1"/>
          <p:nvPr>
            <p:ph idx="1" type="body"/>
          </p:nvPr>
        </p:nvSpPr>
        <p:spPr>
          <a:xfrm>
            <a:off x="417525" y="182918"/>
            <a:ext cx="5335912" cy="2605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3B3B3"/>
              </a:buClr>
              <a:buSzPts val="1100"/>
              <a:buFont typeface="Arial"/>
              <a:buNone/>
            </a:pPr>
            <a:r>
              <a:rPr lang="ko-KR"/>
              <a:t>TITLE</a:t>
            </a:r>
            <a:endParaRPr/>
          </a:p>
        </p:txBody>
      </p:sp>
      <p:sp>
        <p:nvSpPr>
          <p:cNvPr id="2941" name="Google Shape;2941;p56"/>
          <p:cNvSpPr txBox="1"/>
          <p:nvPr>
            <p:ph idx="5" type="body"/>
          </p:nvPr>
        </p:nvSpPr>
        <p:spPr>
          <a:xfrm>
            <a:off x="417525" y="835144"/>
            <a:ext cx="5335912" cy="5003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ko-KR"/>
              <a:t>주제를 입력해주세요</a:t>
            </a:r>
            <a:endParaRPr/>
          </a:p>
        </p:txBody>
      </p:sp>
      <p:graphicFrame>
        <p:nvGraphicFramePr>
          <p:cNvPr id="2942" name="Google Shape;2942;p56"/>
          <p:cNvGraphicFramePr/>
          <p:nvPr/>
        </p:nvGraphicFramePr>
        <p:xfrm>
          <a:off x="504818" y="161771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{E82F989D-35F4-456C-9C40-42ABAFB51FC2}</a:tableStyleId>
              </a:tblPr>
              <a:tblGrid>
                <a:gridCol w="1999100"/>
                <a:gridCol w="8033700"/>
              </a:tblGrid>
              <a:tr h="10801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857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i="0" lang="ko-KR" sz="1400" u="none" cap="none" strike="noStrike">
                          <a:solidFill>
                            <a:schemeClr val="accen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01</a:t>
                      </a:r>
                      <a:br>
                        <a:rPr b="1" i="0" lang="ko-KR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b="1" i="0" lang="ko-KR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주제를</a:t>
                      </a:r>
                      <a:br>
                        <a:rPr b="1" i="0" lang="ko-KR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b="1" i="0" lang="ko-KR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입력해주세요</a:t>
                      </a:r>
                      <a:endParaRPr sz="1400" u="none" cap="none" strike="noStrike"/>
                    </a:p>
                  </a:txBody>
                  <a:tcPr marT="45725" marB="45725" marR="91450" marL="1800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-134938" lvl="0" marL="363538" marR="0" rtl="0" algn="l">
                        <a:lnSpc>
                          <a:spcPct val="15230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Char char="•"/>
                      </a:pPr>
                      <a:r>
                        <a:rPr b="0" i="0" lang="ko-KR" sz="13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표 장표는 해당 슬라이드를 복사하여, 상단 레이아웃 탭에서 수정해주세요. 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0801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857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400"/>
                        <a:buFont typeface="Arial"/>
                        <a:buNone/>
                      </a:pPr>
                      <a:r>
                        <a:rPr b="1" i="0" lang="ko-KR" sz="1400" u="none" cap="none" strike="noStrike">
                          <a:solidFill>
                            <a:schemeClr val="accen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02</a:t>
                      </a:r>
                      <a:br>
                        <a:rPr b="1" i="0" lang="ko-KR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b="1" i="0" lang="ko-KR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주제를</a:t>
                      </a:r>
                      <a:br>
                        <a:rPr b="1" i="0" lang="ko-KR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b="1" i="0" lang="ko-KR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입력해주세요</a:t>
                      </a:r>
                      <a:endParaRPr sz="1400" u="none" cap="none" strike="noStrike"/>
                    </a:p>
                  </a:txBody>
                  <a:tcPr marT="45725" marB="45725" marR="91450" marL="1800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-134938" lvl="0" marL="363538" marR="0" rtl="0" algn="l">
                        <a:lnSpc>
                          <a:spcPct val="15230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Char char="•"/>
                      </a:pPr>
                      <a:r>
                        <a:rPr b="0" i="0" lang="ko-KR" sz="13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표 장표는 해당 슬라이드를 복사하여, 상단 레이아웃 탭에서 수정해주세요. 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</a:tr>
              <a:tr h="10801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857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400"/>
                        <a:buFont typeface="Arial"/>
                        <a:buNone/>
                      </a:pPr>
                      <a:r>
                        <a:rPr b="1" i="0" lang="ko-KR" sz="1400" u="none" cap="none" strike="noStrike">
                          <a:solidFill>
                            <a:schemeClr val="accen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03</a:t>
                      </a:r>
                      <a:br>
                        <a:rPr b="1" i="0" lang="ko-KR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b="1" i="0" lang="ko-KR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주제를</a:t>
                      </a:r>
                      <a:br>
                        <a:rPr b="1" i="0" lang="ko-KR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b="1" i="0" lang="ko-KR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입력해주세요</a:t>
                      </a:r>
                      <a:endParaRPr sz="1400" u="none" cap="none" strike="noStrike"/>
                    </a:p>
                  </a:txBody>
                  <a:tcPr marT="45725" marB="45725" marR="91450" marL="1800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-134938" lvl="0" marL="363538" marR="0" rtl="0" algn="l">
                        <a:lnSpc>
                          <a:spcPct val="15230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Char char="•"/>
                      </a:pPr>
                      <a:r>
                        <a:rPr b="0" i="0" lang="ko-KR" sz="13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표 장표는 해당 슬라이드를 복사하여, 상단 레이아웃 탭에서 수정해주세요. 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0801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857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400"/>
                        <a:buFont typeface="Arial"/>
                        <a:buNone/>
                      </a:pPr>
                      <a:r>
                        <a:rPr b="1" i="0" lang="ko-KR" sz="1400" u="none" cap="none" strike="noStrike">
                          <a:solidFill>
                            <a:schemeClr val="accen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04</a:t>
                      </a:r>
                      <a:br>
                        <a:rPr b="1" i="0" lang="ko-KR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b="1" i="0" lang="ko-KR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주제를</a:t>
                      </a:r>
                      <a:br>
                        <a:rPr b="1" i="0" lang="ko-KR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b="1" i="0" lang="ko-KR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입력해주세요</a:t>
                      </a:r>
                      <a:endParaRPr sz="1400" u="none" cap="none" strike="noStrike"/>
                    </a:p>
                  </a:txBody>
                  <a:tcPr marT="45725" marB="45725" marR="91450" marL="1800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-134938" lvl="0" marL="363538" marR="0" rtl="0" algn="l">
                        <a:lnSpc>
                          <a:spcPct val="15230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Char char="•"/>
                      </a:pPr>
                      <a:r>
                        <a:rPr b="0" i="0" lang="ko-KR" sz="13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표 장표는 해당 슬라이드를 복사하여, 상단 레이아웃 탭에서 수정해주세요. 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6" name="Shape 29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7" name="Google Shape;2947;p57"/>
          <p:cNvSpPr txBox="1"/>
          <p:nvPr>
            <p:ph idx="1" type="body"/>
          </p:nvPr>
        </p:nvSpPr>
        <p:spPr>
          <a:xfrm>
            <a:off x="417525" y="182918"/>
            <a:ext cx="5335912" cy="2605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3B3B3"/>
              </a:buClr>
              <a:buSzPts val="1100"/>
              <a:buFont typeface="Arial"/>
              <a:buNone/>
            </a:pPr>
            <a:r>
              <a:rPr lang="ko-KR"/>
              <a:t>TITLE</a:t>
            </a:r>
            <a:endParaRPr/>
          </a:p>
        </p:txBody>
      </p:sp>
      <p:sp>
        <p:nvSpPr>
          <p:cNvPr id="2948" name="Google Shape;2948;p57"/>
          <p:cNvSpPr txBox="1"/>
          <p:nvPr>
            <p:ph idx="2" type="body"/>
          </p:nvPr>
        </p:nvSpPr>
        <p:spPr>
          <a:xfrm>
            <a:off x="417525" y="835144"/>
            <a:ext cx="5335912" cy="5003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ko-KR"/>
              <a:t>주제를 입력해주세요</a:t>
            </a:r>
            <a:endParaRPr/>
          </a:p>
        </p:txBody>
      </p:sp>
      <p:graphicFrame>
        <p:nvGraphicFramePr>
          <p:cNvPr id="2949" name="Google Shape;2949;p57"/>
          <p:cNvGraphicFramePr/>
          <p:nvPr/>
        </p:nvGraphicFramePr>
        <p:xfrm>
          <a:off x="504814" y="161771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{E82F989D-35F4-456C-9C40-42ABAFB51FC2}</a:tableStyleId>
              </a:tblPr>
              <a:tblGrid>
                <a:gridCol w="1996650"/>
                <a:gridCol w="5749150"/>
                <a:gridCol w="2287000"/>
              </a:tblGrid>
              <a:tr h="10801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857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i="0" lang="ko-KR" sz="1400" u="none" cap="none" strike="noStrike">
                          <a:solidFill>
                            <a:schemeClr val="accen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01</a:t>
                      </a:r>
                      <a:br>
                        <a:rPr b="1" i="0" lang="ko-KR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b="1" i="0" lang="ko-KR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주제를</a:t>
                      </a:r>
                      <a:br>
                        <a:rPr b="1" i="0" lang="ko-KR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b="1" i="0" lang="ko-KR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입력해주세요</a:t>
                      </a:r>
                      <a:endParaRPr sz="1400" u="none" cap="none" strike="noStrike"/>
                    </a:p>
                  </a:txBody>
                  <a:tcPr marT="45725" marB="45725" marR="91450" marL="1800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-134938" lvl="0" marL="363538" marR="0" rtl="0" algn="l">
                        <a:lnSpc>
                          <a:spcPct val="15230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Char char="•"/>
                      </a:pPr>
                      <a:r>
                        <a:rPr b="0" i="0" lang="ko-KR" sz="13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표 장표는 해당 슬라이드를 복사하여, 상단 레이아웃 탭에서 수정해주세요. 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-134937" lvl="0" marL="269875" marR="0" rtl="0" algn="l">
                        <a:lnSpc>
                          <a:spcPct val="14363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C9C9C"/>
                        </a:buClr>
                        <a:buSzPts val="1100"/>
                        <a:buFont typeface="Arial"/>
                        <a:buChar char="•"/>
                      </a:pPr>
                      <a:r>
                        <a:rPr b="0" i="0" lang="ko-KR" sz="1100" u="none" cap="none" strike="noStrike">
                          <a:solidFill>
                            <a:srgbClr val="9C9C9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내용을 입력해주세요</a:t>
                      </a:r>
                      <a:endParaRPr b="0" i="0" sz="1100" u="none" cap="none" strike="noStrike">
                        <a:solidFill>
                          <a:srgbClr val="9C9C9C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134937" lvl="0" marL="269875" marR="0" rtl="0" algn="l">
                        <a:lnSpc>
                          <a:spcPct val="143636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rgbClr val="9C9C9C"/>
                        </a:buClr>
                        <a:buSzPts val="1100"/>
                        <a:buFont typeface="Arial"/>
                        <a:buChar char="•"/>
                      </a:pPr>
                      <a:r>
                        <a:rPr b="0" i="0" lang="ko-KR" sz="1100" u="none" cap="none" strike="noStrike">
                          <a:solidFill>
                            <a:srgbClr val="9C9C9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내용을 입력해주세요</a:t>
                      </a:r>
                      <a:endParaRPr b="0" i="0" sz="1100" u="none" cap="none" strike="noStrike">
                        <a:solidFill>
                          <a:srgbClr val="9C9C9C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134937" lvl="0" marL="269875" marR="0" rtl="0" algn="l">
                        <a:lnSpc>
                          <a:spcPct val="143636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rgbClr val="9C9C9C"/>
                        </a:buClr>
                        <a:buSzPts val="1100"/>
                        <a:buFont typeface="Arial"/>
                        <a:buChar char="•"/>
                      </a:pPr>
                      <a:r>
                        <a:rPr b="0" i="0" lang="ko-KR" sz="1100" u="none" cap="none" strike="noStrike">
                          <a:solidFill>
                            <a:srgbClr val="9C9C9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내용을 입력해주세요</a:t>
                      </a:r>
                      <a:endParaRPr b="0" i="0" sz="1100" u="none" cap="none" strike="noStrike">
                        <a:solidFill>
                          <a:srgbClr val="9C9C9C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0801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857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400"/>
                        <a:buFont typeface="Arial"/>
                        <a:buNone/>
                      </a:pPr>
                      <a:r>
                        <a:rPr b="1" i="0" lang="ko-KR" sz="1400" u="none" cap="none" strike="noStrike">
                          <a:solidFill>
                            <a:schemeClr val="accen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02</a:t>
                      </a:r>
                      <a:br>
                        <a:rPr b="1" i="0" lang="ko-KR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b="1" i="0" lang="ko-KR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주제를</a:t>
                      </a:r>
                      <a:br>
                        <a:rPr b="1" i="0" lang="ko-KR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b="1" i="0" lang="ko-KR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입력해주세요</a:t>
                      </a:r>
                      <a:endParaRPr sz="1400" u="none" cap="none" strike="noStrike"/>
                    </a:p>
                  </a:txBody>
                  <a:tcPr marT="45725" marB="45725" marR="91450" marL="1800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-134938" lvl="0" marL="363538" marR="0" rtl="0" algn="l">
                        <a:lnSpc>
                          <a:spcPct val="15230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Char char="•"/>
                      </a:pPr>
                      <a:r>
                        <a:rPr b="0" i="0" lang="ko-KR" sz="13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표 장표는 해당 슬라이드를 복사하여, 상단 레이아웃 탭에서 수정해주세요. 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-134937" lvl="0" marL="269875" marR="0" rtl="0" algn="l">
                        <a:lnSpc>
                          <a:spcPct val="14363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C9C9C"/>
                        </a:buClr>
                        <a:buSzPts val="1100"/>
                        <a:buFont typeface="Arial"/>
                        <a:buChar char="•"/>
                      </a:pPr>
                      <a:r>
                        <a:rPr b="0" i="0" lang="ko-KR" sz="1100" u="none" cap="none" strike="noStrike">
                          <a:solidFill>
                            <a:srgbClr val="9C9C9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내용을 입력해주세요</a:t>
                      </a:r>
                      <a:endParaRPr b="0" i="0" sz="1100" u="none" cap="none" strike="noStrike">
                        <a:solidFill>
                          <a:srgbClr val="9C9C9C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134937" lvl="0" marL="269875" marR="0" rtl="0" algn="l">
                        <a:lnSpc>
                          <a:spcPct val="143636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rgbClr val="9C9C9C"/>
                        </a:buClr>
                        <a:buSzPts val="1100"/>
                        <a:buFont typeface="Arial"/>
                        <a:buChar char="•"/>
                      </a:pPr>
                      <a:r>
                        <a:rPr b="0" i="0" lang="ko-KR" sz="1100" u="none" cap="none" strike="noStrike">
                          <a:solidFill>
                            <a:srgbClr val="9C9C9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내용을 입력해주세요</a:t>
                      </a:r>
                      <a:endParaRPr b="0" i="0" sz="1100" u="none" cap="none" strike="noStrike">
                        <a:solidFill>
                          <a:srgbClr val="9C9C9C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134937" lvl="0" marL="269875" marR="0" rtl="0" algn="l">
                        <a:lnSpc>
                          <a:spcPct val="143636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rgbClr val="9C9C9C"/>
                        </a:buClr>
                        <a:buSzPts val="1100"/>
                        <a:buFont typeface="Arial"/>
                        <a:buChar char="•"/>
                      </a:pPr>
                      <a:r>
                        <a:rPr b="0" i="0" lang="ko-KR" sz="1100" u="none" cap="none" strike="noStrike">
                          <a:solidFill>
                            <a:srgbClr val="9C9C9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내용을 입력해주세요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</a:tr>
              <a:tr h="10801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857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400"/>
                        <a:buFont typeface="Arial"/>
                        <a:buNone/>
                      </a:pPr>
                      <a:r>
                        <a:rPr b="1" i="0" lang="ko-KR" sz="1400" u="none" cap="none" strike="noStrike">
                          <a:solidFill>
                            <a:schemeClr val="accen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03</a:t>
                      </a:r>
                      <a:br>
                        <a:rPr b="1" i="0" lang="ko-KR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b="1" i="0" lang="ko-KR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주제를</a:t>
                      </a:r>
                      <a:br>
                        <a:rPr b="1" i="0" lang="ko-KR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b="1" i="0" lang="ko-KR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입력해주세요</a:t>
                      </a:r>
                      <a:endParaRPr sz="1400" u="none" cap="none" strike="noStrike"/>
                    </a:p>
                  </a:txBody>
                  <a:tcPr marT="45725" marB="45725" marR="91450" marL="1800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-134938" lvl="0" marL="363538" marR="0" rtl="0" algn="l">
                        <a:lnSpc>
                          <a:spcPct val="15230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Char char="•"/>
                      </a:pPr>
                      <a:r>
                        <a:rPr b="0" i="0" lang="ko-KR" sz="13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표 장표는 해당 슬라이드를 복사하여, 상단 레이아웃 탭에서 수정해주세요. 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-134937" lvl="0" marL="269875" marR="0" rtl="0" algn="l">
                        <a:lnSpc>
                          <a:spcPct val="14363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C9C9C"/>
                        </a:buClr>
                        <a:buSzPts val="1100"/>
                        <a:buFont typeface="Arial"/>
                        <a:buChar char="•"/>
                      </a:pPr>
                      <a:r>
                        <a:rPr b="0" i="0" lang="ko-KR" sz="1100" u="none" cap="none" strike="noStrike">
                          <a:solidFill>
                            <a:srgbClr val="9C9C9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내용을 입력해주세요</a:t>
                      </a:r>
                      <a:endParaRPr b="0" i="0" sz="1100" u="none" cap="none" strike="noStrike">
                        <a:solidFill>
                          <a:srgbClr val="9C9C9C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134937" lvl="0" marL="269875" marR="0" rtl="0" algn="l">
                        <a:lnSpc>
                          <a:spcPct val="143636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rgbClr val="9C9C9C"/>
                        </a:buClr>
                        <a:buSzPts val="1100"/>
                        <a:buFont typeface="Arial"/>
                        <a:buChar char="•"/>
                      </a:pPr>
                      <a:r>
                        <a:rPr b="0" i="0" lang="ko-KR" sz="1100" u="none" cap="none" strike="noStrike">
                          <a:solidFill>
                            <a:srgbClr val="9C9C9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내용을 입력해주세요</a:t>
                      </a:r>
                      <a:endParaRPr b="0" i="0" sz="1100" u="none" cap="none" strike="noStrike">
                        <a:solidFill>
                          <a:srgbClr val="9C9C9C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134937" lvl="0" marL="269875" marR="0" rtl="0" algn="l">
                        <a:lnSpc>
                          <a:spcPct val="143636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rgbClr val="9C9C9C"/>
                        </a:buClr>
                        <a:buSzPts val="1100"/>
                        <a:buFont typeface="Arial"/>
                        <a:buChar char="•"/>
                      </a:pPr>
                      <a:r>
                        <a:rPr b="0" i="0" lang="ko-KR" sz="1100" u="none" cap="none" strike="noStrike">
                          <a:solidFill>
                            <a:srgbClr val="9C9C9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내용을 입력해주세요</a:t>
                      </a:r>
                      <a:endParaRPr b="0" i="0" sz="1100" u="none" cap="none" strike="noStrike">
                        <a:solidFill>
                          <a:srgbClr val="9C9C9C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0801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857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400"/>
                        <a:buFont typeface="Arial"/>
                        <a:buNone/>
                      </a:pPr>
                      <a:r>
                        <a:rPr b="1" i="0" lang="ko-KR" sz="1400" u="none" cap="none" strike="noStrike">
                          <a:solidFill>
                            <a:schemeClr val="accen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04</a:t>
                      </a:r>
                      <a:br>
                        <a:rPr b="1" i="0" lang="ko-KR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b="1" i="0" lang="ko-KR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주제를</a:t>
                      </a:r>
                      <a:br>
                        <a:rPr b="1" i="0" lang="ko-KR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b="1" i="0" lang="ko-KR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입력해주세요</a:t>
                      </a:r>
                      <a:endParaRPr sz="1400" u="none" cap="none" strike="noStrike"/>
                    </a:p>
                  </a:txBody>
                  <a:tcPr marT="45725" marB="45725" marR="91450" marL="1800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-134938" lvl="0" marL="363538" marR="0" rtl="0" algn="l">
                        <a:lnSpc>
                          <a:spcPct val="15230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Char char="•"/>
                      </a:pPr>
                      <a:r>
                        <a:rPr b="0" i="0" lang="ko-KR" sz="13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표 장표는 해당 슬라이드를 복사하여, 상단 레이아웃 탭에서 수정해주세요. 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-134937" lvl="0" marL="269875" marR="0" rtl="0" algn="l">
                        <a:lnSpc>
                          <a:spcPct val="14363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C9C9C"/>
                        </a:buClr>
                        <a:buSzPts val="1100"/>
                        <a:buFont typeface="Arial"/>
                        <a:buChar char="•"/>
                      </a:pPr>
                      <a:r>
                        <a:rPr b="0" i="0" lang="ko-KR" sz="1100" u="none" cap="none" strike="noStrike">
                          <a:solidFill>
                            <a:srgbClr val="9C9C9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내용을 입력해주세요</a:t>
                      </a:r>
                      <a:endParaRPr b="0" i="0" sz="1100" u="none" cap="none" strike="noStrike">
                        <a:solidFill>
                          <a:srgbClr val="9C9C9C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134937" lvl="0" marL="269875" marR="0" rtl="0" algn="l">
                        <a:lnSpc>
                          <a:spcPct val="143636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rgbClr val="9C9C9C"/>
                        </a:buClr>
                        <a:buSzPts val="1100"/>
                        <a:buFont typeface="Arial"/>
                        <a:buChar char="•"/>
                      </a:pPr>
                      <a:r>
                        <a:rPr b="0" i="0" lang="ko-KR" sz="1100" u="none" cap="none" strike="noStrike">
                          <a:solidFill>
                            <a:srgbClr val="9C9C9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내용을 입력해주세요</a:t>
                      </a:r>
                      <a:endParaRPr b="0" i="0" sz="1100" u="none" cap="none" strike="noStrike">
                        <a:solidFill>
                          <a:srgbClr val="9C9C9C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134937" lvl="0" marL="269875" marR="0" rtl="0" algn="l">
                        <a:lnSpc>
                          <a:spcPct val="143636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rgbClr val="9C9C9C"/>
                        </a:buClr>
                        <a:buSzPts val="1100"/>
                        <a:buFont typeface="Arial"/>
                        <a:buChar char="•"/>
                      </a:pPr>
                      <a:r>
                        <a:rPr b="0" i="0" lang="ko-KR" sz="1100" u="none" cap="none" strike="noStrike">
                          <a:solidFill>
                            <a:srgbClr val="9C9C9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내용을 입력해주세요</a:t>
                      </a:r>
                      <a:endParaRPr b="0" i="0" sz="1100" u="none" cap="none" strike="noStrike">
                        <a:solidFill>
                          <a:srgbClr val="9C9C9C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53" name="Shape 29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4" name="Google Shape;2954;p58"/>
          <p:cNvSpPr txBox="1"/>
          <p:nvPr>
            <p:ph idx="1" type="body"/>
          </p:nvPr>
        </p:nvSpPr>
        <p:spPr>
          <a:xfrm>
            <a:off x="417525" y="182918"/>
            <a:ext cx="5335912" cy="2605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3B3B3"/>
              </a:buClr>
              <a:buSzPts val="1100"/>
              <a:buFont typeface="Arial"/>
              <a:buNone/>
            </a:pPr>
            <a:r>
              <a:rPr lang="ko-KR"/>
              <a:t>TITLE</a:t>
            </a:r>
            <a:endParaRPr/>
          </a:p>
        </p:txBody>
      </p:sp>
      <p:sp>
        <p:nvSpPr>
          <p:cNvPr id="2955" name="Google Shape;2955;p58"/>
          <p:cNvSpPr/>
          <p:nvPr>
            <p:ph idx="2" type="body"/>
          </p:nvPr>
        </p:nvSpPr>
        <p:spPr>
          <a:xfrm>
            <a:off x="517790" y="1627224"/>
            <a:ext cx="2024443" cy="1230733"/>
          </a:xfrm>
          <a:prstGeom prst="roundRect">
            <a:avLst>
              <a:gd fmla="val 4279" name="adj"/>
            </a:avLst>
          </a:prstGeom>
          <a:solidFill>
            <a:schemeClr val="accent2"/>
          </a:solidFill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179388" rtl="0" algn="l">
              <a:lnSpc>
                <a:spcPct val="134285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</a:pPr>
            <a:r>
              <a:rPr lang="ko-KR"/>
              <a:t>주제를 입력해주세요</a:t>
            </a:r>
            <a:endParaRPr/>
          </a:p>
        </p:txBody>
      </p:sp>
      <p:sp>
        <p:nvSpPr>
          <p:cNvPr id="2956" name="Google Shape;2956;p58"/>
          <p:cNvSpPr/>
          <p:nvPr>
            <p:ph idx="3" type="body"/>
          </p:nvPr>
        </p:nvSpPr>
        <p:spPr>
          <a:xfrm>
            <a:off x="517790" y="3150121"/>
            <a:ext cx="2024443" cy="1230733"/>
          </a:xfrm>
          <a:prstGeom prst="roundRect">
            <a:avLst>
              <a:gd fmla="val 4279" name="adj"/>
            </a:avLst>
          </a:prstGeom>
          <a:solidFill>
            <a:schemeClr val="accent2"/>
          </a:solidFill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17938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</a:pPr>
            <a:r>
              <a:rPr lang="ko-KR"/>
              <a:t>주제를 입력해주세요</a:t>
            </a:r>
            <a:endParaRPr/>
          </a:p>
        </p:txBody>
      </p:sp>
      <p:sp>
        <p:nvSpPr>
          <p:cNvPr id="2957" name="Google Shape;2957;p58"/>
          <p:cNvSpPr/>
          <p:nvPr>
            <p:ph idx="4" type="body"/>
          </p:nvPr>
        </p:nvSpPr>
        <p:spPr>
          <a:xfrm>
            <a:off x="517790" y="4673019"/>
            <a:ext cx="2024443" cy="1230733"/>
          </a:xfrm>
          <a:prstGeom prst="roundRect">
            <a:avLst>
              <a:gd fmla="val 4279" name="adj"/>
            </a:avLst>
          </a:prstGeom>
          <a:solidFill>
            <a:schemeClr val="accent2"/>
          </a:solidFill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17938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</a:pPr>
            <a:r>
              <a:rPr lang="ko-KR"/>
              <a:t>주제를 입력해주세요</a:t>
            </a:r>
            <a:endParaRPr/>
          </a:p>
        </p:txBody>
      </p:sp>
      <p:sp>
        <p:nvSpPr>
          <p:cNvPr id="2958" name="Google Shape;2958;p58"/>
          <p:cNvSpPr/>
          <p:nvPr>
            <p:ph idx="5" type="body"/>
          </p:nvPr>
        </p:nvSpPr>
        <p:spPr>
          <a:xfrm>
            <a:off x="2817867" y="1627224"/>
            <a:ext cx="7711809" cy="1230733"/>
          </a:xfrm>
          <a:prstGeom prst="roundRect">
            <a:avLst>
              <a:gd fmla="val 4279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90487" lvl="0" marL="269875" rtl="0" algn="l">
              <a:lnSpc>
                <a:spcPct val="98461"/>
              </a:lnSpc>
              <a:spcBef>
                <a:spcPts val="0"/>
              </a:spcBef>
              <a:spcAft>
                <a:spcPts val="0"/>
              </a:spcAft>
              <a:buSzPts val="1300"/>
              <a:buChar char="•"/>
            </a:pPr>
            <a:r>
              <a:rPr lang="ko-KR"/>
              <a:t>내용을 입력해주세요</a:t>
            </a:r>
            <a:endParaRPr/>
          </a:p>
          <a:p>
            <a:pPr indent="-90487" lvl="0" marL="269875" rtl="0" algn="l">
              <a:lnSpc>
                <a:spcPct val="98461"/>
              </a:lnSpc>
              <a:spcBef>
                <a:spcPts val="1000"/>
              </a:spcBef>
              <a:spcAft>
                <a:spcPts val="0"/>
              </a:spcAft>
              <a:buSzPts val="1300"/>
              <a:buChar char="•"/>
            </a:pPr>
            <a:r>
              <a:rPr lang="ko-KR"/>
              <a:t>내용을 입력해주세요</a:t>
            </a:r>
            <a:endParaRPr/>
          </a:p>
          <a:p>
            <a:pPr indent="-90487" lvl="0" marL="269875" rtl="0" algn="l">
              <a:lnSpc>
                <a:spcPct val="98461"/>
              </a:lnSpc>
              <a:spcBef>
                <a:spcPts val="1000"/>
              </a:spcBef>
              <a:spcAft>
                <a:spcPts val="0"/>
              </a:spcAft>
              <a:buSzPts val="1300"/>
              <a:buChar char="•"/>
            </a:pPr>
            <a:r>
              <a:rPr lang="ko-KR"/>
              <a:t>내용을 입력해주세요</a:t>
            </a:r>
            <a:endParaRPr/>
          </a:p>
        </p:txBody>
      </p:sp>
      <p:sp>
        <p:nvSpPr>
          <p:cNvPr id="2959" name="Google Shape;2959;p58"/>
          <p:cNvSpPr/>
          <p:nvPr>
            <p:ph idx="6" type="body"/>
          </p:nvPr>
        </p:nvSpPr>
        <p:spPr>
          <a:xfrm>
            <a:off x="2817867" y="3150121"/>
            <a:ext cx="7711809" cy="1230733"/>
          </a:xfrm>
          <a:prstGeom prst="roundRect">
            <a:avLst>
              <a:gd fmla="val 4279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90487" lvl="0" marL="269875" rtl="0" algn="l">
              <a:lnSpc>
                <a:spcPct val="11384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•"/>
            </a:pPr>
            <a:r>
              <a:rPr b="0" i="0" lang="ko-KR">
                <a:latin typeface="Arial"/>
                <a:ea typeface="Arial"/>
                <a:cs typeface="Arial"/>
                <a:sym typeface="Arial"/>
              </a:rPr>
              <a:t>내용을 입력해주세요</a:t>
            </a:r>
            <a:endParaRPr b="0" i="0">
              <a:latin typeface="Arial"/>
              <a:ea typeface="Arial"/>
              <a:cs typeface="Arial"/>
              <a:sym typeface="Arial"/>
            </a:endParaRPr>
          </a:p>
          <a:p>
            <a:pPr indent="-90487" lvl="0" marL="269875" rtl="0" algn="l">
              <a:lnSpc>
                <a:spcPct val="113846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•"/>
            </a:pPr>
            <a:r>
              <a:rPr b="0" i="0" lang="ko-KR">
                <a:latin typeface="Arial"/>
                <a:ea typeface="Arial"/>
                <a:cs typeface="Arial"/>
                <a:sym typeface="Arial"/>
              </a:rPr>
              <a:t>내용을 입력해주세요</a:t>
            </a:r>
            <a:endParaRPr/>
          </a:p>
          <a:p>
            <a:pPr indent="-90487" lvl="0" marL="269875" rtl="0" algn="l">
              <a:lnSpc>
                <a:spcPct val="113846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•"/>
            </a:pPr>
            <a:r>
              <a:rPr b="0" i="0" lang="ko-KR">
                <a:latin typeface="Arial"/>
                <a:ea typeface="Arial"/>
                <a:cs typeface="Arial"/>
                <a:sym typeface="Arial"/>
              </a:rPr>
              <a:t>내용을 입력해주세요</a:t>
            </a:r>
            <a:endParaRPr/>
          </a:p>
        </p:txBody>
      </p:sp>
      <p:sp>
        <p:nvSpPr>
          <p:cNvPr id="2960" name="Google Shape;2960;p58"/>
          <p:cNvSpPr/>
          <p:nvPr>
            <p:ph idx="7" type="body"/>
          </p:nvPr>
        </p:nvSpPr>
        <p:spPr>
          <a:xfrm>
            <a:off x="2817868" y="4673019"/>
            <a:ext cx="7711808" cy="1230733"/>
          </a:xfrm>
          <a:prstGeom prst="roundRect">
            <a:avLst>
              <a:gd fmla="val 4279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90487" lvl="0" marL="269875" rtl="0" algn="l">
              <a:lnSpc>
                <a:spcPct val="11384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•"/>
            </a:pPr>
            <a:r>
              <a:rPr b="0" i="0" lang="ko-KR">
                <a:latin typeface="Arial"/>
                <a:ea typeface="Arial"/>
                <a:cs typeface="Arial"/>
                <a:sym typeface="Arial"/>
              </a:rPr>
              <a:t>내용을 입력해주세요</a:t>
            </a:r>
            <a:endParaRPr b="0" i="0">
              <a:latin typeface="Arial"/>
              <a:ea typeface="Arial"/>
              <a:cs typeface="Arial"/>
              <a:sym typeface="Arial"/>
            </a:endParaRPr>
          </a:p>
          <a:p>
            <a:pPr indent="-90487" lvl="0" marL="269875" rtl="0" algn="l">
              <a:lnSpc>
                <a:spcPct val="113846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•"/>
            </a:pPr>
            <a:r>
              <a:rPr b="0" i="0" lang="ko-KR">
                <a:latin typeface="Arial"/>
                <a:ea typeface="Arial"/>
                <a:cs typeface="Arial"/>
                <a:sym typeface="Arial"/>
              </a:rPr>
              <a:t>내용을 입력해주세요</a:t>
            </a:r>
            <a:endParaRPr/>
          </a:p>
          <a:p>
            <a:pPr indent="-90487" lvl="0" marL="269875" rtl="0" algn="l">
              <a:lnSpc>
                <a:spcPct val="113846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•"/>
            </a:pPr>
            <a:r>
              <a:rPr b="0" i="0" lang="ko-KR">
                <a:latin typeface="Arial"/>
                <a:ea typeface="Arial"/>
                <a:cs typeface="Arial"/>
                <a:sym typeface="Arial"/>
              </a:rPr>
              <a:t>내용을 입력해주세요</a:t>
            </a:r>
            <a:endParaRPr/>
          </a:p>
        </p:txBody>
      </p:sp>
      <p:sp>
        <p:nvSpPr>
          <p:cNvPr id="2961" name="Google Shape;2961;p58"/>
          <p:cNvSpPr txBox="1"/>
          <p:nvPr>
            <p:ph idx="8" type="body"/>
          </p:nvPr>
        </p:nvSpPr>
        <p:spPr>
          <a:xfrm>
            <a:off x="417525" y="835144"/>
            <a:ext cx="5335912" cy="5003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ko-KR"/>
              <a:t>주제를 입력해주세요</a:t>
            </a:r>
            <a:endParaRPr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65" name="Shape 29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6" name="Google Shape;2966;p59"/>
          <p:cNvSpPr txBox="1"/>
          <p:nvPr>
            <p:ph idx="1" type="body"/>
          </p:nvPr>
        </p:nvSpPr>
        <p:spPr>
          <a:xfrm>
            <a:off x="417525" y="182918"/>
            <a:ext cx="5335912" cy="2605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3B3B3"/>
              </a:buClr>
              <a:buSzPts val="1100"/>
              <a:buFont typeface="Arial"/>
              <a:buNone/>
            </a:pPr>
            <a:r>
              <a:rPr lang="ko-KR"/>
              <a:t>TITLE</a:t>
            </a:r>
            <a:endParaRPr/>
          </a:p>
        </p:txBody>
      </p:sp>
      <p:sp>
        <p:nvSpPr>
          <p:cNvPr id="2967" name="Google Shape;2967;p59"/>
          <p:cNvSpPr/>
          <p:nvPr>
            <p:ph idx="2" type="body"/>
          </p:nvPr>
        </p:nvSpPr>
        <p:spPr>
          <a:xfrm>
            <a:off x="7374495" y="1627224"/>
            <a:ext cx="3155180" cy="1230733"/>
          </a:xfrm>
          <a:prstGeom prst="roundRect">
            <a:avLst>
              <a:gd fmla="val 4279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90487" lvl="0" marL="269875" rtl="0" algn="l">
              <a:lnSpc>
                <a:spcPct val="116363"/>
              </a:lnSpc>
              <a:spcBef>
                <a:spcPts val="0"/>
              </a:spcBef>
              <a:spcAft>
                <a:spcPts val="0"/>
              </a:spcAft>
              <a:buClr>
                <a:srgbClr val="9C9C9C"/>
              </a:buClr>
              <a:buSzPts val="1100"/>
              <a:buFont typeface="Arial"/>
              <a:buChar char="•"/>
            </a:pPr>
            <a:r>
              <a:rPr b="0" i="0" lang="ko-KR">
                <a:latin typeface="Arial"/>
                <a:ea typeface="Arial"/>
                <a:cs typeface="Arial"/>
                <a:sym typeface="Arial"/>
              </a:rPr>
              <a:t>내용을 입력해주세요</a:t>
            </a:r>
            <a:endParaRPr b="0" i="0">
              <a:latin typeface="Arial"/>
              <a:ea typeface="Arial"/>
              <a:cs typeface="Arial"/>
              <a:sym typeface="Arial"/>
            </a:endParaRPr>
          </a:p>
          <a:p>
            <a:pPr indent="-90487" lvl="0" marL="269875" rtl="0" algn="l">
              <a:lnSpc>
                <a:spcPct val="116363"/>
              </a:lnSpc>
              <a:spcBef>
                <a:spcPts val="1000"/>
              </a:spcBef>
              <a:spcAft>
                <a:spcPts val="0"/>
              </a:spcAft>
              <a:buClr>
                <a:srgbClr val="9C9C9C"/>
              </a:buClr>
              <a:buSzPts val="1100"/>
              <a:buFont typeface="Arial"/>
              <a:buChar char="•"/>
            </a:pPr>
            <a:r>
              <a:rPr b="0" i="0" lang="ko-KR">
                <a:latin typeface="Arial"/>
                <a:ea typeface="Arial"/>
                <a:cs typeface="Arial"/>
                <a:sym typeface="Arial"/>
              </a:rPr>
              <a:t>내용을 입력해주세요</a:t>
            </a:r>
            <a:endParaRPr/>
          </a:p>
          <a:p>
            <a:pPr indent="-90487" lvl="0" marL="269875" rtl="0" algn="l">
              <a:lnSpc>
                <a:spcPct val="116363"/>
              </a:lnSpc>
              <a:spcBef>
                <a:spcPts val="1000"/>
              </a:spcBef>
              <a:spcAft>
                <a:spcPts val="0"/>
              </a:spcAft>
              <a:buClr>
                <a:srgbClr val="9C9C9C"/>
              </a:buClr>
              <a:buSzPts val="1100"/>
              <a:buFont typeface="Arial"/>
              <a:buChar char="•"/>
            </a:pPr>
            <a:r>
              <a:rPr b="0" i="0" lang="ko-KR">
                <a:latin typeface="Arial"/>
                <a:ea typeface="Arial"/>
                <a:cs typeface="Arial"/>
                <a:sym typeface="Arial"/>
              </a:rPr>
              <a:t>내용을 입력해주세요</a:t>
            </a:r>
            <a:endParaRPr/>
          </a:p>
        </p:txBody>
      </p:sp>
      <p:sp>
        <p:nvSpPr>
          <p:cNvPr id="2968" name="Google Shape;2968;p59"/>
          <p:cNvSpPr/>
          <p:nvPr>
            <p:ph idx="3" type="body"/>
          </p:nvPr>
        </p:nvSpPr>
        <p:spPr>
          <a:xfrm>
            <a:off x="517790" y="1627224"/>
            <a:ext cx="2024443" cy="1230733"/>
          </a:xfrm>
          <a:prstGeom prst="roundRect">
            <a:avLst>
              <a:gd fmla="val 4279" name="adj"/>
            </a:avLst>
          </a:prstGeom>
          <a:solidFill>
            <a:schemeClr val="accent2"/>
          </a:solidFill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179388" rtl="0" algn="l">
              <a:lnSpc>
                <a:spcPct val="134285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</a:pPr>
            <a:r>
              <a:rPr lang="ko-KR"/>
              <a:t>주제를 입력해주세요</a:t>
            </a:r>
            <a:endParaRPr/>
          </a:p>
        </p:txBody>
      </p:sp>
      <p:sp>
        <p:nvSpPr>
          <p:cNvPr id="2969" name="Google Shape;2969;p59"/>
          <p:cNvSpPr/>
          <p:nvPr>
            <p:ph idx="4" type="body"/>
          </p:nvPr>
        </p:nvSpPr>
        <p:spPr>
          <a:xfrm>
            <a:off x="517790" y="3150121"/>
            <a:ext cx="2024443" cy="1230733"/>
          </a:xfrm>
          <a:prstGeom prst="roundRect">
            <a:avLst>
              <a:gd fmla="val 4279" name="adj"/>
            </a:avLst>
          </a:prstGeom>
          <a:solidFill>
            <a:schemeClr val="accent2"/>
          </a:solidFill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17938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</a:pPr>
            <a:r>
              <a:rPr lang="ko-KR"/>
              <a:t>주제를 입력해주세요</a:t>
            </a:r>
            <a:endParaRPr/>
          </a:p>
        </p:txBody>
      </p:sp>
      <p:sp>
        <p:nvSpPr>
          <p:cNvPr id="2970" name="Google Shape;2970;p59"/>
          <p:cNvSpPr/>
          <p:nvPr>
            <p:ph idx="5" type="body"/>
          </p:nvPr>
        </p:nvSpPr>
        <p:spPr>
          <a:xfrm>
            <a:off x="517790" y="4673019"/>
            <a:ext cx="2024443" cy="1230733"/>
          </a:xfrm>
          <a:prstGeom prst="roundRect">
            <a:avLst>
              <a:gd fmla="val 4279" name="adj"/>
            </a:avLst>
          </a:prstGeom>
          <a:solidFill>
            <a:schemeClr val="accent2"/>
          </a:solidFill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17938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</a:pPr>
            <a:r>
              <a:rPr lang="ko-KR"/>
              <a:t>주제를 입력해주세요</a:t>
            </a:r>
            <a:endParaRPr/>
          </a:p>
        </p:txBody>
      </p:sp>
      <p:sp>
        <p:nvSpPr>
          <p:cNvPr id="2971" name="Google Shape;2971;p59"/>
          <p:cNvSpPr/>
          <p:nvPr>
            <p:ph idx="6" type="body"/>
          </p:nvPr>
        </p:nvSpPr>
        <p:spPr>
          <a:xfrm>
            <a:off x="2819573" y="1627224"/>
            <a:ext cx="4284444" cy="1230733"/>
          </a:xfrm>
          <a:prstGeom prst="roundRect">
            <a:avLst>
              <a:gd fmla="val 4279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90487" lvl="0" marL="269875" rtl="0" algn="l">
              <a:lnSpc>
                <a:spcPct val="98461"/>
              </a:lnSpc>
              <a:spcBef>
                <a:spcPts val="0"/>
              </a:spcBef>
              <a:spcAft>
                <a:spcPts val="0"/>
              </a:spcAft>
              <a:buSzPts val="1300"/>
              <a:buChar char="•"/>
            </a:pPr>
            <a:r>
              <a:rPr lang="ko-KR"/>
              <a:t>내용을 입력해주세요</a:t>
            </a:r>
            <a:endParaRPr/>
          </a:p>
          <a:p>
            <a:pPr indent="-90487" lvl="0" marL="269875" rtl="0" algn="l">
              <a:lnSpc>
                <a:spcPct val="98461"/>
              </a:lnSpc>
              <a:spcBef>
                <a:spcPts val="1000"/>
              </a:spcBef>
              <a:spcAft>
                <a:spcPts val="0"/>
              </a:spcAft>
              <a:buSzPts val="1300"/>
              <a:buChar char="•"/>
            </a:pPr>
            <a:r>
              <a:rPr lang="ko-KR"/>
              <a:t>내용을 입력해주세요</a:t>
            </a:r>
            <a:endParaRPr/>
          </a:p>
          <a:p>
            <a:pPr indent="-90487" lvl="0" marL="269875" rtl="0" algn="l">
              <a:lnSpc>
                <a:spcPct val="98461"/>
              </a:lnSpc>
              <a:spcBef>
                <a:spcPts val="1000"/>
              </a:spcBef>
              <a:spcAft>
                <a:spcPts val="0"/>
              </a:spcAft>
              <a:buSzPts val="1300"/>
              <a:buChar char="•"/>
            </a:pPr>
            <a:r>
              <a:rPr lang="ko-KR"/>
              <a:t>내용을 입력해주세요</a:t>
            </a:r>
            <a:endParaRPr/>
          </a:p>
        </p:txBody>
      </p:sp>
      <p:sp>
        <p:nvSpPr>
          <p:cNvPr id="2972" name="Google Shape;2972;p59"/>
          <p:cNvSpPr/>
          <p:nvPr>
            <p:ph idx="7" type="body"/>
          </p:nvPr>
        </p:nvSpPr>
        <p:spPr>
          <a:xfrm>
            <a:off x="7374495" y="3150121"/>
            <a:ext cx="3155180" cy="1230733"/>
          </a:xfrm>
          <a:prstGeom prst="roundRect">
            <a:avLst>
              <a:gd fmla="val 4279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90487" lvl="0" marL="269875" rtl="0" algn="l">
              <a:lnSpc>
                <a:spcPct val="116363"/>
              </a:lnSpc>
              <a:spcBef>
                <a:spcPts val="0"/>
              </a:spcBef>
              <a:spcAft>
                <a:spcPts val="0"/>
              </a:spcAft>
              <a:buClr>
                <a:srgbClr val="9C9C9C"/>
              </a:buClr>
              <a:buSzPts val="1100"/>
              <a:buFont typeface="Arial"/>
              <a:buChar char="•"/>
            </a:pPr>
            <a:r>
              <a:rPr b="0" i="0" lang="ko-KR">
                <a:latin typeface="Arial"/>
                <a:ea typeface="Arial"/>
                <a:cs typeface="Arial"/>
                <a:sym typeface="Arial"/>
              </a:rPr>
              <a:t>내용을 입력해주세요</a:t>
            </a:r>
            <a:endParaRPr b="0" i="0">
              <a:latin typeface="Arial"/>
              <a:ea typeface="Arial"/>
              <a:cs typeface="Arial"/>
              <a:sym typeface="Arial"/>
            </a:endParaRPr>
          </a:p>
          <a:p>
            <a:pPr indent="-90487" lvl="0" marL="269875" rtl="0" algn="l">
              <a:lnSpc>
                <a:spcPct val="116363"/>
              </a:lnSpc>
              <a:spcBef>
                <a:spcPts val="1000"/>
              </a:spcBef>
              <a:spcAft>
                <a:spcPts val="0"/>
              </a:spcAft>
              <a:buClr>
                <a:srgbClr val="9C9C9C"/>
              </a:buClr>
              <a:buSzPts val="1100"/>
              <a:buFont typeface="Arial"/>
              <a:buChar char="•"/>
            </a:pPr>
            <a:r>
              <a:rPr b="0" i="0" lang="ko-KR">
                <a:latin typeface="Arial"/>
                <a:ea typeface="Arial"/>
                <a:cs typeface="Arial"/>
                <a:sym typeface="Arial"/>
              </a:rPr>
              <a:t>내용을 입력해주세요</a:t>
            </a:r>
            <a:endParaRPr/>
          </a:p>
          <a:p>
            <a:pPr indent="-90487" lvl="0" marL="269875" rtl="0" algn="l">
              <a:lnSpc>
                <a:spcPct val="116363"/>
              </a:lnSpc>
              <a:spcBef>
                <a:spcPts val="1000"/>
              </a:spcBef>
              <a:spcAft>
                <a:spcPts val="0"/>
              </a:spcAft>
              <a:buClr>
                <a:srgbClr val="9C9C9C"/>
              </a:buClr>
              <a:buSzPts val="1100"/>
              <a:buFont typeface="Arial"/>
              <a:buChar char="•"/>
            </a:pPr>
            <a:r>
              <a:rPr b="0" i="0" lang="ko-KR">
                <a:latin typeface="Arial"/>
                <a:ea typeface="Arial"/>
                <a:cs typeface="Arial"/>
                <a:sym typeface="Arial"/>
              </a:rPr>
              <a:t>내용을 입력해주세요</a:t>
            </a:r>
            <a:endParaRPr/>
          </a:p>
        </p:txBody>
      </p:sp>
      <p:sp>
        <p:nvSpPr>
          <p:cNvPr id="2973" name="Google Shape;2973;p59"/>
          <p:cNvSpPr/>
          <p:nvPr>
            <p:ph idx="8" type="body"/>
          </p:nvPr>
        </p:nvSpPr>
        <p:spPr>
          <a:xfrm>
            <a:off x="2819573" y="3150121"/>
            <a:ext cx="4284444" cy="1230733"/>
          </a:xfrm>
          <a:prstGeom prst="roundRect">
            <a:avLst>
              <a:gd fmla="val 4279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90487" lvl="0" marL="269875" rtl="0" algn="l">
              <a:lnSpc>
                <a:spcPct val="11384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•"/>
            </a:pPr>
            <a:r>
              <a:rPr b="0" i="0" lang="ko-KR">
                <a:latin typeface="Arial"/>
                <a:ea typeface="Arial"/>
                <a:cs typeface="Arial"/>
                <a:sym typeface="Arial"/>
              </a:rPr>
              <a:t>내용을 입력해주세요</a:t>
            </a:r>
            <a:endParaRPr b="0" i="0">
              <a:latin typeface="Arial"/>
              <a:ea typeface="Arial"/>
              <a:cs typeface="Arial"/>
              <a:sym typeface="Arial"/>
            </a:endParaRPr>
          </a:p>
          <a:p>
            <a:pPr indent="-90487" lvl="0" marL="269875" rtl="0" algn="l">
              <a:lnSpc>
                <a:spcPct val="113846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•"/>
            </a:pPr>
            <a:r>
              <a:rPr b="0" i="0" lang="ko-KR">
                <a:latin typeface="Arial"/>
                <a:ea typeface="Arial"/>
                <a:cs typeface="Arial"/>
                <a:sym typeface="Arial"/>
              </a:rPr>
              <a:t>내용을 입력해주세요</a:t>
            </a:r>
            <a:endParaRPr/>
          </a:p>
          <a:p>
            <a:pPr indent="-90487" lvl="0" marL="269875" rtl="0" algn="l">
              <a:lnSpc>
                <a:spcPct val="113846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•"/>
            </a:pPr>
            <a:r>
              <a:rPr b="0" i="0" lang="ko-KR">
                <a:latin typeface="Arial"/>
                <a:ea typeface="Arial"/>
                <a:cs typeface="Arial"/>
                <a:sym typeface="Arial"/>
              </a:rPr>
              <a:t>내용을 입력해주세요</a:t>
            </a:r>
            <a:endParaRPr/>
          </a:p>
        </p:txBody>
      </p:sp>
      <p:sp>
        <p:nvSpPr>
          <p:cNvPr id="2974" name="Google Shape;2974;p59"/>
          <p:cNvSpPr/>
          <p:nvPr>
            <p:ph idx="9" type="body"/>
          </p:nvPr>
        </p:nvSpPr>
        <p:spPr>
          <a:xfrm>
            <a:off x="7374495" y="4673019"/>
            <a:ext cx="3155180" cy="1230733"/>
          </a:xfrm>
          <a:prstGeom prst="roundRect">
            <a:avLst>
              <a:gd fmla="val 4279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90487" lvl="0" marL="269875" rtl="0" algn="l">
              <a:lnSpc>
                <a:spcPct val="116363"/>
              </a:lnSpc>
              <a:spcBef>
                <a:spcPts val="0"/>
              </a:spcBef>
              <a:spcAft>
                <a:spcPts val="0"/>
              </a:spcAft>
              <a:buSzPts val="1100"/>
              <a:buChar char="•"/>
            </a:pPr>
            <a:r>
              <a:rPr lang="ko-KR"/>
              <a:t>내용을 입력해주세요</a:t>
            </a:r>
            <a:endParaRPr/>
          </a:p>
          <a:p>
            <a:pPr indent="-90487" lvl="0" marL="269875" rtl="0" algn="l">
              <a:lnSpc>
                <a:spcPct val="116363"/>
              </a:lnSpc>
              <a:spcBef>
                <a:spcPts val="1000"/>
              </a:spcBef>
              <a:spcAft>
                <a:spcPts val="0"/>
              </a:spcAft>
              <a:buSzPts val="1100"/>
              <a:buChar char="•"/>
            </a:pPr>
            <a:r>
              <a:rPr lang="ko-KR"/>
              <a:t>내용을 입력해주세요</a:t>
            </a:r>
            <a:endParaRPr/>
          </a:p>
          <a:p>
            <a:pPr indent="-90487" lvl="0" marL="269875" rtl="0" algn="l">
              <a:lnSpc>
                <a:spcPct val="116363"/>
              </a:lnSpc>
              <a:spcBef>
                <a:spcPts val="1000"/>
              </a:spcBef>
              <a:spcAft>
                <a:spcPts val="0"/>
              </a:spcAft>
              <a:buSzPts val="1100"/>
              <a:buChar char="•"/>
            </a:pPr>
            <a:r>
              <a:rPr lang="ko-KR"/>
              <a:t>내용을 입력해주세요</a:t>
            </a:r>
            <a:endParaRPr/>
          </a:p>
        </p:txBody>
      </p:sp>
      <p:sp>
        <p:nvSpPr>
          <p:cNvPr id="2975" name="Google Shape;2975;p59"/>
          <p:cNvSpPr/>
          <p:nvPr>
            <p:ph idx="13" type="body"/>
          </p:nvPr>
        </p:nvSpPr>
        <p:spPr>
          <a:xfrm>
            <a:off x="2819573" y="4673019"/>
            <a:ext cx="4284444" cy="1230733"/>
          </a:xfrm>
          <a:prstGeom prst="roundRect">
            <a:avLst>
              <a:gd fmla="val 4279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90487" lvl="0" marL="269875" rtl="0" algn="l">
              <a:lnSpc>
                <a:spcPct val="11384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•"/>
            </a:pPr>
            <a:r>
              <a:rPr b="0" i="0" lang="ko-KR">
                <a:latin typeface="Arial"/>
                <a:ea typeface="Arial"/>
                <a:cs typeface="Arial"/>
                <a:sym typeface="Arial"/>
              </a:rPr>
              <a:t>내용을 입력해주세요</a:t>
            </a:r>
            <a:endParaRPr b="0" i="0">
              <a:latin typeface="Arial"/>
              <a:ea typeface="Arial"/>
              <a:cs typeface="Arial"/>
              <a:sym typeface="Arial"/>
            </a:endParaRPr>
          </a:p>
          <a:p>
            <a:pPr indent="-90487" lvl="0" marL="269875" rtl="0" algn="l">
              <a:lnSpc>
                <a:spcPct val="113846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•"/>
            </a:pPr>
            <a:r>
              <a:rPr b="0" i="0" lang="ko-KR">
                <a:latin typeface="Arial"/>
                <a:ea typeface="Arial"/>
                <a:cs typeface="Arial"/>
                <a:sym typeface="Arial"/>
              </a:rPr>
              <a:t>내용을 입력해주세요</a:t>
            </a:r>
            <a:endParaRPr/>
          </a:p>
          <a:p>
            <a:pPr indent="-90487" lvl="0" marL="269875" rtl="0" algn="l">
              <a:lnSpc>
                <a:spcPct val="113846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•"/>
            </a:pPr>
            <a:r>
              <a:rPr b="0" i="0" lang="ko-KR">
                <a:latin typeface="Arial"/>
                <a:ea typeface="Arial"/>
                <a:cs typeface="Arial"/>
                <a:sym typeface="Arial"/>
              </a:rPr>
              <a:t>내용을 입력해주세요</a:t>
            </a:r>
            <a:endParaRPr/>
          </a:p>
        </p:txBody>
      </p:sp>
      <p:sp>
        <p:nvSpPr>
          <p:cNvPr id="2976" name="Google Shape;2976;p59"/>
          <p:cNvSpPr txBox="1"/>
          <p:nvPr>
            <p:ph idx="14" type="body"/>
          </p:nvPr>
        </p:nvSpPr>
        <p:spPr>
          <a:xfrm>
            <a:off x="417525" y="835144"/>
            <a:ext cx="5335912" cy="5003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ko-KR"/>
              <a:t>주제를 입력해주세요</a:t>
            </a:r>
            <a:endParaRPr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80" name="Shape 29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1" name="Google Shape;2981;p60"/>
          <p:cNvSpPr txBox="1"/>
          <p:nvPr>
            <p:ph idx="1" type="body"/>
          </p:nvPr>
        </p:nvSpPr>
        <p:spPr>
          <a:xfrm>
            <a:off x="417525" y="182918"/>
            <a:ext cx="5335912" cy="2605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3B3B3"/>
              </a:buClr>
              <a:buSzPts val="1100"/>
              <a:buFont typeface="Arial"/>
              <a:buNone/>
            </a:pPr>
            <a:r>
              <a:rPr lang="ko-KR"/>
              <a:t>TITLE</a:t>
            </a:r>
            <a:endParaRPr/>
          </a:p>
        </p:txBody>
      </p:sp>
      <p:sp>
        <p:nvSpPr>
          <p:cNvPr id="2982" name="Google Shape;2982;p60"/>
          <p:cNvSpPr/>
          <p:nvPr>
            <p:ph idx="2" type="body"/>
          </p:nvPr>
        </p:nvSpPr>
        <p:spPr>
          <a:xfrm>
            <a:off x="517790" y="1627224"/>
            <a:ext cx="2024443" cy="598335"/>
          </a:xfrm>
          <a:prstGeom prst="roundRect">
            <a:avLst>
              <a:gd fmla="val 9317" name="adj"/>
            </a:avLst>
          </a:prstGeom>
          <a:solidFill>
            <a:schemeClr val="accent2"/>
          </a:solidFill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9525" rtl="0" algn="ctr">
              <a:lnSpc>
                <a:spcPct val="134285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</a:pPr>
            <a:r>
              <a:rPr lang="ko-KR"/>
              <a:t>주제를 입력해주세요</a:t>
            </a:r>
            <a:endParaRPr sz="1200">
              <a:solidFill>
                <a:srgbClr val="9C9C9C"/>
              </a:solidFill>
            </a:endParaRPr>
          </a:p>
        </p:txBody>
      </p:sp>
      <p:sp>
        <p:nvSpPr>
          <p:cNvPr id="2983" name="Google Shape;2983;p60"/>
          <p:cNvSpPr/>
          <p:nvPr>
            <p:ph idx="3" type="body"/>
          </p:nvPr>
        </p:nvSpPr>
        <p:spPr>
          <a:xfrm>
            <a:off x="2808814" y="1627224"/>
            <a:ext cx="5450931" cy="829448"/>
          </a:xfrm>
          <a:prstGeom prst="roundRect">
            <a:avLst>
              <a:gd fmla="val 4279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179387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ko-KR"/>
              <a:t>내용을 입력해주세요</a:t>
            </a:r>
            <a:br>
              <a:rPr lang="ko-KR"/>
            </a:br>
            <a:r>
              <a:rPr lang="ko-KR"/>
              <a:t>내용을 입력해주세요</a:t>
            </a:r>
            <a:endParaRPr sz="1100">
              <a:solidFill>
                <a:srgbClr val="9C9C9C"/>
              </a:solidFill>
            </a:endParaRPr>
          </a:p>
        </p:txBody>
      </p:sp>
      <p:sp>
        <p:nvSpPr>
          <p:cNvPr id="2984" name="Google Shape;2984;p60"/>
          <p:cNvSpPr/>
          <p:nvPr>
            <p:ph idx="4" type="body"/>
          </p:nvPr>
        </p:nvSpPr>
        <p:spPr>
          <a:xfrm>
            <a:off x="517790" y="4350991"/>
            <a:ext cx="2024443" cy="1552762"/>
          </a:xfrm>
          <a:prstGeom prst="roundRect">
            <a:avLst>
              <a:gd fmla="val 4279" name="adj"/>
            </a:avLst>
          </a:prstGeom>
          <a:solidFill>
            <a:schemeClr val="accent2"/>
          </a:solidFill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9525" rtl="0" algn="ctr">
              <a:lnSpc>
                <a:spcPct val="134285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</a:pPr>
            <a:r>
              <a:rPr lang="ko-KR"/>
              <a:t>주제를 입력해주세요</a:t>
            </a:r>
            <a:endParaRPr sz="1200">
              <a:solidFill>
                <a:srgbClr val="9C9C9C"/>
              </a:solidFill>
            </a:endParaRPr>
          </a:p>
        </p:txBody>
      </p:sp>
      <p:sp>
        <p:nvSpPr>
          <p:cNvPr id="2985" name="Google Shape;2985;p60"/>
          <p:cNvSpPr/>
          <p:nvPr>
            <p:ph idx="5" type="body"/>
          </p:nvPr>
        </p:nvSpPr>
        <p:spPr>
          <a:xfrm>
            <a:off x="517790" y="2511894"/>
            <a:ext cx="2024443" cy="1552762"/>
          </a:xfrm>
          <a:prstGeom prst="roundRect">
            <a:avLst>
              <a:gd fmla="val 4279" name="adj"/>
            </a:avLst>
          </a:prstGeom>
          <a:solidFill>
            <a:schemeClr val="accent2"/>
          </a:solidFill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9525" rtl="0" algn="ctr">
              <a:lnSpc>
                <a:spcPct val="134285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</a:pPr>
            <a:r>
              <a:rPr lang="ko-KR"/>
              <a:t>주제를 입력해주세요</a:t>
            </a:r>
            <a:endParaRPr sz="1200">
              <a:solidFill>
                <a:srgbClr val="9C9C9C"/>
              </a:solidFill>
            </a:endParaRPr>
          </a:p>
        </p:txBody>
      </p:sp>
      <p:sp>
        <p:nvSpPr>
          <p:cNvPr id="2986" name="Google Shape;2986;p60"/>
          <p:cNvSpPr txBox="1"/>
          <p:nvPr>
            <p:ph idx="6" type="body"/>
          </p:nvPr>
        </p:nvSpPr>
        <p:spPr>
          <a:xfrm>
            <a:off x="8422788" y="1596195"/>
            <a:ext cx="3281566" cy="127294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3428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ko-KR"/>
              <a:t>내용을</a:t>
            </a:r>
            <a:br>
              <a:rPr lang="ko-KR"/>
            </a:br>
            <a:r>
              <a:rPr lang="ko-KR"/>
              <a:t>입력해주세요</a:t>
            </a:r>
            <a:endParaRPr sz="1200">
              <a:solidFill>
                <a:srgbClr val="9C9C9C"/>
              </a:solidFill>
            </a:endParaRPr>
          </a:p>
        </p:txBody>
      </p:sp>
      <p:sp>
        <p:nvSpPr>
          <p:cNvPr id="2987" name="Google Shape;2987;p60"/>
          <p:cNvSpPr txBox="1"/>
          <p:nvPr>
            <p:ph idx="7" type="body"/>
          </p:nvPr>
        </p:nvSpPr>
        <p:spPr>
          <a:xfrm>
            <a:off x="8422788" y="2884284"/>
            <a:ext cx="3281566" cy="5432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43636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Arial"/>
              <a:buNone/>
            </a:pPr>
            <a:r>
              <a:rPr lang="ko-KR"/>
              <a:t>내용을 입력해주세요</a:t>
            </a:r>
            <a:br>
              <a:rPr lang="ko-KR"/>
            </a:br>
            <a:r>
              <a:rPr lang="ko-KR"/>
              <a:t>내용을 입력해주세요</a:t>
            </a:r>
            <a:endParaRPr sz="800">
              <a:solidFill>
                <a:srgbClr val="9C9C9C"/>
              </a:solidFill>
            </a:endParaRPr>
          </a:p>
        </p:txBody>
      </p:sp>
      <p:sp>
        <p:nvSpPr>
          <p:cNvPr id="2988" name="Google Shape;2988;p60"/>
          <p:cNvSpPr/>
          <p:nvPr>
            <p:ph idx="8" type="body"/>
          </p:nvPr>
        </p:nvSpPr>
        <p:spPr>
          <a:xfrm>
            <a:off x="2808814" y="2776251"/>
            <a:ext cx="5450931" cy="829448"/>
          </a:xfrm>
          <a:prstGeom prst="roundRect">
            <a:avLst>
              <a:gd fmla="val 4279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179387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ko-KR"/>
              <a:t>내용을 입력해주세요</a:t>
            </a:r>
            <a:br>
              <a:rPr lang="ko-KR"/>
            </a:br>
            <a:r>
              <a:rPr lang="ko-KR"/>
              <a:t>내용을 입력해주세요</a:t>
            </a:r>
            <a:endParaRPr sz="1100">
              <a:solidFill>
                <a:srgbClr val="9C9C9C"/>
              </a:solidFill>
            </a:endParaRPr>
          </a:p>
        </p:txBody>
      </p:sp>
      <p:sp>
        <p:nvSpPr>
          <p:cNvPr id="2989" name="Google Shape;2989;p60"/>
          <p:cNvSpPr/>
          <p:nvPr>
            <p:ph idx="9" type="body"/>
          </p:nvPr>
        </p:nvSpPr>
        <p:spPr>
          <a:xfrm>
            <a:off x="2808814" y="3925278"/>
            <a:ext cx="5450931" cy="829448"/>
          </a:xfrm>
          <a:prstGeom prst="roundRect">
            <a:avLst>
              <a:gd fmla="val 4279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179387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ko-KR"/>
              <a:t>내용을 입력해주세요</a:t>
            </a:r>
            <a:br>
              <a:rPr lang="ko-KR"/>
            </a:br>
            <a:r>
              <a:rPr lang="ko-KR"/>
              <a:t>내용을 입력해주세요</a:t>
            </a:r>
            <a:endParaRPr sz="1100">
              <a:solidFill>
                <a:srgbClr val="9C9C9C"/>
              </a:solidFill>
            </a:endParaRPr>
          </a:p>
        </p:txBody>
      </p:sp>
      <p:sp>
        <p:nvSpPr>
          <p:cNvPr id="2990" name="Google Shape;2990;p60"/>
          <p:cNvSpPr/>
          <p:nvPr>
            <p:ph idx="13" type="body"/>
          </p:nvPr>
        </p:nvSpPr>
        <p:spPr>
          <a:xfrm>
            <a:off x="2808814" y="5074304"/>
            <a:ext cx="5450931" cy="829448"/>
          </a:xfrm>
          <a:prstGeom prst="roundRect">
            <a:avLst>
              <a:gd fmla="val 4279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179387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ko-KR"/>
              <a:t>내용을 입력해주세요</a:t>
            </a:r>
            <a:br>
              <a:rPr lang="ko-KR"/>
            </a:br>
            <a:r>
              <a:rPr lang="ko-KR"/>
              <a:t>내용을 입력해주세요</a:t>
            </a:r>
            <a:endParaRPr sz="1100">
              <a:solidFill>
                <a:srgbClr val="9C9C9C"/>
              </a:solidFill>
            </a:endParaRPr>
          </a:p>
        </p:txBody>
      </p:sp>
      <p:sp>
        <p:nvSpPr>
          <p:cNvPr id="2991" name="Google Shape;2991;p60"/>
          <p:cNvSpPr txBox="1"/>
          <p:nvPr>
            <p:ph idx="14" type="body"/>
          </p:nvPr>
        </p:nvSpPr>
        <p:spPr>
          <a:xfrm>
            <a:off x="417525" y="835144"/>
            <a:ext cx="5335912" cy="5003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ko-KR"/>
              <a:t>주제를 입력해주세요</a:t>
            </a:r>
            <a:endParaRPr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95" name="Shape 29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6" name="Google Shape;2996;p61"/>
          <p:cNvSpPr txBox="1"/>
          <p:nvPr>
            <p:ph idx="1" type="body"/>
          </p:nvPr>
        </p:nvSpPr>
        <p:spPr>
          <a:xfrm>
            <a:off x="417525" y="182918"/>
            <a:ext cx="5335912" cy="2605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3B3B3"/>
              </a:buClr>
              <a:buSzPts val="1100"/>
              <a:buFont typeface="Arial"/>
              <a:buNone/>
            </a:pPr>
            <a:r>
              <a:rPr lang="ko-KR"/>
              <a:t>TITLE</a:t>
            </a:r>
            <a:endParaRPr/>
          </a:p>
        </p:txBody>
      </p:sp>
      <p:sp>
        <p:nvSpPr>
          <p:cNvPr id="2997" name="Google Shape;2997;p61"/>
          <p:cNvSpPr/>
          <p:nvPr>
            <p:ph idx="2" type="body"/>
          </p:nvPr>
        </p:nvSpPr>
        <p:spPr>
          <a:xfrm>
            <a:off x="504818" y="3474492"/>
            <a:ext cx="1944000" cy="648000"/>
          </a:xfrm>
          <a:prstGeom prst="roundRect">
            <a:avLst>
              <a:gd fmla="val 6581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952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rPr lang="ko-KR"/>
              <a:t>주제</a:t>
            </a:r>
            <a:endParaRPr/>
          </a:p>
        </p:txBody>
      </p:sp>
      <p:sp>
        <p:nvSpPr>
          <p:cNvPr id="2998" name="Google Shape;2998;p61"/>
          <p:cNvSpPr/>
          <p:nvPr>
            <p:ph idx="3" type="body"/>
          </p:nvPr>
        </p:nvSpPr>
        <p:spPr>
          <a:xfrm>
            <a:off x="2713310" y="2412460"/>
            <a:ext cx="1944000" cy="648000"/>
          </a:xfrm>
          <a:prstGeom prst="roundRect">
            <a:avLst>
              <a:gd fmla="val 6581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952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</a:pPr>
            <a:r>
              <a:rPr lang="ko-KR"/>
              <a:t>부주제</a:t>
            </a:r>
            <a:endParaRPr/>
          </a:p>
        </p:txBody>
      </p:sp>
      <p:sp>
        <p:nvSpPr>
          <p:cNvPr id="2999" name="Google Shape;2999;p61"/>
          <p:cNvSpPr/>
          <p:nvPr>
            <p:ph idx="4" type="body"/>
          </p:nvPr>
        </p:nvSpPr>
        <p:spPr>
          <a:xfrm>
            <a:off x="2713310" y="4542711"/>
            <a:ext cx="1944000" cy="648000"/>
          </a:xfrm>
          <a:prstGeom prst="roundRect">
            <a:avLst>
              <a:gd fmla="val 6581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952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</a:pPr>
            <a:r>
              <a:rPr lang="ko-KR"/>
              <a:t>부주제</a:t>
            </a:r>
            <a:endParaRPr/>
          </a:p>
        </p:txBody>
      </p:sp>
      <p:sp>
        <p:nvSpPr>
          <p:cNvPr id="3000" name="Google Shape;3000;p61"/>
          <p:cNvSpPr/>
          <p:nvPr>
            <p:ph idx="5" type="body"/>
          </p:nvPr>
        </p:nvSpPr>
        <p:spPr>
          <a:xfrm>
            <a:off x="4913900" y="1920478"/>
            <a:ext cx="1944000" cy="612000"/>
          </a:xfrm>
          <a:prstGeom prst="roundRect">
            <a:avLst>
              <a:gd fmla="val 6581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952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ko-KR"/>
              <a:t>A</a:t>
            </a:r>
            <a:endParaRPr/>
          </a:p>
        </p:txBody>
      </p:sp>
      <p:sp>
        <p:nvSpPr>
          <p:cNvPr id="3001" name="Google Shape;3001;p61"/>
          <p:cNvSpPr/>
          <p:nvPr>
            <p:ph idx="6" type="body"/>
          </p:nvPr>
        </p:nvSpPr>
        <p:spPr>
          <a:xfrm>
            <a:off x="4913900" y="2894051"/>
            <a:ext cx="1944000" cy="612000"/>
          </a:xfrm>
          <a:prstGeom prst="roundRect">
            <a:avLst>
              <a:gd fmla="val 6581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952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ko-KR"/>
              <a:t>B</a:t>
            </a:r>
            <a:endParaRPr/>
          </a:p>
        </p:txBody>
      </p:sp>
      <p:sp>
        <p:nvSpPr>
          <p:cNvPr id="3002" name="Google Shape;3002;p61"/>
          <p:cNvSpPr/>
          <p:nvPr>
            <p:ph idx="7" type="body"/>
          </p:nvPr>
        </p:nvSpPr>
        <p:spPr>
          <a:xfrm>
            <a:off x="4913900" y="4054287"/>
            <a:ext cx="1944000" cy="612000"/>
          </a:xfrm>
          <a:prstGeom prst="roundRect">
            <a:avLst>
              <a:gd fmla="val 6581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952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ko-KR"/>
              <a:t>C</a:t>
            </a:r>
            <a:endParaRPr/>
          </a:p>
        </p:txBody>
      </p:sp>
      <p:sp>
        <p:nvSpPr>
          <p:cNvPr id="3003" name="Google Shape;3003;p61"/>
          <p:cNvSpPr/>
          <p:nvPr>
            <p:ph idx="8" type="body"/>
          </p:nvPr>
        </p:nvSpPr>
        <p:spPr>
          <a:xfrm>
            <a:off x="4913900" y="5027860"/>
            <a:ext cx="1944000" cy="612000"/>
          </a:xfrm>
          <a:prstGeom prst="roundRect">
            <a:avLst>
              <a:gd fmla="val 6581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952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ko-KR"/>
              <a:t>D</a:t>
            </a:r>
            <a:endParaRPr/>
          </a:p>
        </p:txBody>
      </p:sp>
      <p:sp>
        <p:nvSpPr>
          <p:cNvPr id="3004" name="Google Shape;3004;p61"/>
          <p:cNvSpPr txBox="1"/>
          <p:nvPr>
            <p:ph idx="9" type="body"/>
          </p:nvPr>
        </p:nvSpPr>
        <p:spPr>
          <a:xfrm>
            <a:off x="7018808" y="2080757"/>
            <a:ext cx="4660559" cy="32765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7938" rtl="0" algn="l">
              <a:lnSpc>
                <a:spcPct val="14142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ko-KR"/>
              <a:t>내용을 입력해주세요</a:t>
            </a:r>
            <a:endParaRPr sz="1200">
              <a:solidFill>
                <a:srgbClr val="9C9C9C"/>
              </a:solidFill>
            </a:endParaRPr>
          </a:p>
        </p:txBody>
      </p:sp>
      <p:sp>
        <p:nvSpPr>
          <p:cNvPr id="3005" name="Google Shape;3005;p61"/>
          <p:cNvSpPr txBox="1"/>
          <p:nvPr>
            <p:ph idx="13" type="body"/>
          </p:nvPr>
        </p:nvSpPr>
        <p:spPr>
          <a:xfrm>
            <a:off x="7018808" y="3040424"/>
            <a:ext cx="4660559" cy="32765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793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ko-KR"/>
              <a:t>내용을 입력해주세요</a:t>
            </a:r>
            <a:endParaRPr sz="1200">
              <a:solidFill>
                <a:srgbClr val="9C9C9C"/>
              </a:solidFill>
            </a:endParaRPr>
          </a:p>
        </p:txBody>
      </p:sp>
      <p:sp>
        <p:nvSpPr>
          <p:cNvPr id="3006" name="Google Shape;3006;p61"/>
          <p:cNvSpPr txBox="1"/>
          <p:nvPr>
            <p:ph idx="14" type="body"/>
          </p:nvPr>
        </p:nvSpPr>
        <p:spPr>
          <a:xfrm>
            <a:off x="7018808" y="4217375"/>
            <a:ext cx="4660559" cy="32765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793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ko-KR"/>
              <a:t>내용을 입력해주세요</a:t>
            </a:r>
            <a:endParaRPr sz="1200">
              <a:solidFill>
                <a:srgbClr val="9C9C9C"/>
              </a:solidFill>
            </a:endParaRPr>
          </a:p>
        </p:txBody>
      </p:sp>
      <p:sp>
        <p:nvSpPr>
          <p:cNvPr id="3007" name="Google Shape;3007;p61"/>
          <p:cNvSpPr txBox="1"/>
          <p:nvPr>
            <p:ph idx="15" type="body"/>
          </p:nvPr>
        </p:nvSpPr>
        <p:spPr>
          <a:xfrm>
            <a:off x="7018808" y="5177042"/>
            <a:ext cx="4660559" cy="32765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793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ko-KR"/>
              <a:t>내용을 입력해주세요</a:t>
            </a:r>
            <a:endParaRPr sz="1200">
              <a:solidFill>
                <a:srgbClr val="9C9C9C"/>
              </a:solidFill>
            </a:endParaRPr>
          </a:p>
        </p:txBody>
      </p:sp>
      <p:sp>
        <p:nvSpPr>
          <p:cNvPr id="3008" name="Google Shape;3008;p61"/>
          <p:cNvSpPr txBox="1"/>
          <p:nvPr>
            <p:ph idx="16" type="body"/>
          </p:nvPr>
        </p:nvSpPr>
        <p:spPr>
          <a:xfrm>
            <a:off x="417525" y="835144"/>
            <a:ext cx="5335912" cy="5003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ko-KR"/>
              <a:t>주제를 입력해주세요</a:t>
            </a:r>
            <a:endParaRPr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12" name="Shape 30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3" name="Google Shape;3013;p62"/>
          <p:cNvSpPr txBox="1"/>
          <p:nvPr>
            <p:ph idx="1" type="body"/>
          </p:nvPr>
        </p:nvSpPr>
        <p:spPr>
          <a:xfrm>
            <a:off x="417525" y="182918"/>
            <a:ext cx="5335912" cy="2605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3B3B3"/>
              </a:buClr>
              <a:buSzPts val="1100"/>
              <a:buFont typeface="Arial"/>
              <a:buNone/>
            </a:pPr>
            <a:r>
              <a:rPr lang="ko-KR"/>
              <a:t>TITLE</a:t>
            </a:r>
            <a:endParaRPr/>
          </a:p>
        </p:txBody>
      </p:sp>
      <p:sp>
        <p:nvSpPr>
          <p:cNvPr id="3014" name="Google Shape;3014;p62"/>
          <p:cNvSpPr txBox="1"/>
          <p:nvPr>
            <p:ph idx="2" type="body"/>
          </p:nvPr>
        </p:nvSpPr>
        <p:spPr>
          <a:xfrm>
            <a:off x="506994" y="5285013"/>
            <a:ext cx="4891272" cy="400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ko-KR"/>
              <a:t>주제를 입력해주세요</a:t>
            </a:r>
            <a:endParaRPr/>
          </a:p>
        </p:txBody>
      </p:sp>
      <p:sp>
        <p:nvSpPr>
          <p:cNvPr id="3015" name="Google Shape;3015;p62"/>
          <p:cNvSpPr txBox="1"/>
          <p:nvPr>
            <p:ph idx="3" type="body"/>
          </p:nvPr>
        </p:nvSpPr>
        <p:spPr>
          <a:xfrm>
            <a:off x="506995" y="5698115"/>
            <a:ext cx="4891272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ko-KR"/>
              <a:t>내용을 입력해주세요</a:t>
            </a:r>
            <a:endParaRPr/>
          </a:p>
        </p:txBody>
      </p:sp>
      <p:sp>
        <p:nvSpPr>
          <p:cNvPr id="3016" name="Google Shape;3016;p62"/>
          <p:cNvSpPr txBox="1"/>
          <p:nvPr>
            <p:ph idx="4" type="body"/>
          </p:nvPr>
        </p:nvSpPr>
        <p:spPr>
          <a:xfrm>
            <a:off x="5623116" y="5285013"/>
            <a:ext cx="4891272" cy="400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ko-KR"/>
              <a:t>주제를 입력해주세요</a:t>
            </a:r>
            <a:endParaRPr/>
          </a:p>
        </p:txBody>
      </p:sp>
      <p:sp>
        <p:nvSpPr>
          <p:cNvPr id="3017" name="Google Shape;3017;p62"/>
          <p:cNvSpPr txBox="1"/>
          <p:nvPr>
            <p:ph idx="5" type="body"/>
          </p:nvPr>
        </p:nvSpPr>
        <p:spPr>
          <a:xfrm>
            <a:off x="5623117" y="5698115"/>
            <a:ext cx="4891272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ko-KR"/>
              <a:t>내용을 입력해주세요</a:t>
            </a:r>
            <a:endParaRPr/>
          </a:p>
        </p:txBody>
      </p:sp>
      <p:sp>
        <p:nvSpPr>
          <p:cNvPr id="3018" name="Google Shape;3018;p62"/>
          <p:cNvSpPr/>
          <p:nvPr>
            <p:ph idx="6" type="chart"/>
          </p:nvPr>
        </p:nvSpPr>
        <p:spPr>
          <a:xfrm>
            <a:off x="667442" y="1172211"/>
            <a:ext cx="4562793" cy="385359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9" name="Google Shape;3019;p62"/>
          <p:cNvSpPr/>
          <p:nvPr>
            <p:ph idx="7" type="chart"/>
          </p:nvPr>
        </p:nvSpPr>
        <p:spPr>
          <a:xfrm>
            <a:off x="5808061" y="1172211"/>
            <a:ext cx="4562793" cy="385359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3" name="Shape 30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4" name="Google Shape;3024;p63"/>
          <p:cNvSpPr txBox="1"/>
          <p:nvPr>
            <p:ph idx="1" type="body"/>
          </p:nvPr>
        </p:nvSpPr>
        <p:spPr>
          <a:xfrm>
            <a:off x="417525" y="182918"/>
            <a:ext cx="5335912" cy="2605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3B3B3"/>
              </a:buClr>
              <a:buSzPts val="1100"/>
              <a:buFont typeface="Arial"/>
              <a:buNone/>
            </a:pPr>
            <a:r>
              <a:rPr lang="ko-KR"/>
              <a:t>TITLE</a:t>
            </a:r>
            <a:endParaRPr/>
          </a:p>
        </p:txBody>
      </p:sp>
      <p:sp>
        <p:nvSpPr>
          <p:cNvPr id="3025" name="Google Shape;3025;p63"/>
          <p:cNvSpPr txBox="1"/>
          <p:nvPr>
            <p:ph idx="2" type="body"/>
          </p:nvPr>
        </p:nvSpPr>
        <p:spPr>
          <a:xfrm>
            <a:off x="803605" y="1790907"/>
            <a:ext cx="4617637" cy="59928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421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Arial"/>
              <a:buNone/>
            </a:pPr>
            <a:r>
              <a:rPr lang="ko-KR"/>
              <a:t>주제를 입력해주세요</a:t>
            </a:r>
            <a:endParaRPr/>
          </a:p>
        </p:txBody>
      </p:sp>
      <p:sp>
        <p:nvSpPr>
          <p:cNvPr id="3026" name="Google Shape;3026;p63"/>
          <p:cNvSpPr txBox="1"/>
          <p:nvPr>
            <p:ph idx="3" type="body"/>
          </p:nvPr>
        </p:nvSpPr>
        <p:spPr>
          <a:xfrm>
            <a:off x="803605" y="2393580"/>
            <a:ext cx="4617637" cy="59928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421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800"/>
              <a:buFont typeface="Arial"/>
              <a:buNone/>
            </a:pPr>
            <a:r>
              <a:rPr lang="ko-KR"/>
              <a:t>주제를 입력해주세요</a:t>
            </a:r>
            <a:endParaRPr/>
          </a:p>
        </p:txBody>
      </p:sp>
      <p:sp>
        <p:nvSpPr>
          <p:cNvPr id="3027" name="Google Shape;3027;p63"/>
          <p:cNvSpPr txBox="1"/>
          <p:nvPr>
            <p:ph idx="4" type="body"/>
          </p:nvPr>
        </p:nvSpPr>
        <p:spPr>
          <a:xfrm>
            <a:off x="803605" y="3277225"/>
            <a:ext cx="4617637" cy="4757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noAutofit/>
          </a:bodyPr>
          <a:lstStyle/>
          <a:p>
            <a:pPr indent="0" lvl="0" marL="0" rtl="0" algn="l">
              <a:lnSpc>
                <a:spcPct val="121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rPr lang="ko-KR"/>
              <a:t>주제를 입력해주세요</a:t>
            </a:r>
            <a:endParaRPr/>
          </a:p>
        </p:txBody>
      </p:sp>
      <p:sp>
        <p:nvSpPr>
          <p:cNvPr id="3028" name="Google Shape;3028;p63"/>
          <p:cNvSpPr txBox="1"/>
          <p:nvPr>
            <p:ph idx="5" type="body"/>
          </p:nvPr>
        </p:nvSpPr>
        <p:spPr>
          <a:xfrm>
            <a:off x="803605" y="3905499"/>
            <a:ext cx="4617637" cy="11372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noAutofit/>
          </a:bodyPr>
          <a:lstStyle/>
          <a:p>
            <a:pPr indent="-176213" lvl="0" marL="266700" rtl="0" algn="l">
              <a:lnSpc>
                <a:spcPct val="14857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ko-KR"/>
              <a:t>내용을 입력해주세요</a:t>
            </a:r>
            <a:br>
              <a:rPr lang="ko-KR"/>
            </a:br>
            <a:r>
              <a:rPr lang="ko-KR"/>
              <a:t>내용을 입력해주세요</a:t>
            </a:r>
            <a:endParaRPr sz="1200">
              <a:solidFill>
                <a:srgbClr val="9C9C9C"/>
              </a:solidFill>
            </a:endParaRPr>
          </a:p>
        </p:txBody>
      </p:sp>
      <p:sp>
        <p:nvSpPr>
          <p:cNvPr id="3029" name="Google Shape;3029;p63"/>
          <p:cNvSpPr/>
          <p:nvPr>
            <p:ph idx="6" type="chart"/>
          </p:nvPr>
        </p:nvSpPr>
        <p:spPr>
          <a:xfrm>
            <a:off x="5720029" y="1516587"/>
            <a:ext cx="4540514" cy="40897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34" name="Shape 30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5" name="Google Shape;3035;p64"/>
          <p:cNvSpPr txBox="1"/>
          <p:nvPr>
            <p:ph idx="1" type="body"/>
          </p:nvPr>
        </p:nvSpPr>
        <p:spPr>
          <a:xfrm>
            <a:off x="417525" y="182918"/>
            <a:ext cx="5335912" cy="2605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3B3B3"/>
              </a:buClr>
              <a:buSzPts val="1100"/>
              <a:buFont typeface="Arial"/>
              <a:buNone/>
            </a:pPr>
            <a:r>
              <a:rPr lang="ko-KR"/>
              <a:t>TITLE</a:t>
            </a:r>
            <a:endParaRPr/>
          </a:p>
        </p:txBody>
      </p:sp>
      <p:sp>
        <p:nvSpPr>
          <p:cNvPr id="3036" name="Google Shape;3036;p64"/>
          <p:cNvSpPr txBox="1"/>
          <p:nvPr>
            <p:ph idx="2" type="body"/>
          </p:nvPr>
        </p:nvSpPr>
        <p:spPr>
          <a:xfrm>
            <a:off x="621050" y="3434653"/>
            <a:ext cx="4357350" cy="5760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spAutoFit/>
          </a:bodyPr>
          <a:lstStyle/>
          <a:p>
            <a:pPr indent="0" lvl="0" marL="0" rtl="0" algn="l">
              <a:lnSpc>
                <a:spcPct val="14857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ko-KR"/>
              <a:t>내용을 입력해주세요</a:t>
            </a:r>
            <a:br>
              <a:rPr lang="ko-KR"/>
            </a:br>
            <a:r>
              <a:rPr lang="ko-KR"/>
              <a:t>내용을 입력해주세요</a:t>
            </a:r>
            <a:endParaRPr sz="1200">
              <a:solidFill>
                <a:srgbClr val="9C9C9C"/>
              </a:solidFill>
            </a:endParaRPr>
          </a:p>
        </p:txBody>
      </p:sp>
      <p:sp>
        <p:nvSpPr>
          <p:cNvPr id="3037" name="Google Shape;3037;p64"/>
          <p:cNvSpPr txBox="1"/>
          <p:nvPr>
            <p:ph idx="3" type="body"/>
          </p:nvPr>
        </p:nvSpPr>
        <p:spPr>
          <a:xfrm>
            <a:off x="621050" y="2640404"/>
            <a:ext cx="4357350" cy="69277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rPr lang="ko-KR"/>
              <a:t>주제를 입력해주세요</a:t>
            </a:r>
            <a:endParaRPr/>
          </a:p>
        </p:txBody>
      </p:sp>
      <p:sp>
        <p:nvSpPr>
          <p:cNvPr id="3038" name="Google Shape;3038;p64"/>
          <p:cNvSpPr txBox="1"/>
          <p:nvPr>
            <p:ph idx="4" type="body"/>
          </p:nvPr>
        </p:nvSpPr>
        <p:spPr>
          <a:xfrm>
            <a:off x="621050" y="4255029"/>
            <a:ext cx="4357350" cy="104905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</a:pPr>
            <a:r>
              <a:rPr lang="ko-KR" sz="1300"/>
              <a:t>내용을 입력해주세요</a:t>
            </a:r>
            <a:br>
              <a:rPr lang="ko-KR" sz="1300"/>
            </a:br>
            <a:r>
              <a:rPr lang="ko-KR" sz="1300"/>
              <a:t>내용을 입력해주세요</a:t>
            </a:r>
            <a:endParaRPr sz="1300">
              <a:solidFill>
                <a:srgbClr val="9C9C9C"/>
              </a:solidFill>
            </a:endParaRPr>
          </a:p>
        </p:txBody>
      </p:sp>
      <p:sp>
        <p:nvSpPr>
          <p:cNvPr id="3039" name="Google Shape;3039;p64"/>
          <p:cNvSpPr/>
          <p:nvPr>
            <p:ph idx="5" type="body"/>
          </p:nvPr>
        </p:nvSpPr>
        <p:spPr>
          <a:xfrm>
            <a:off x="523921" y="1900901"/>
            <a:ext cx="3151321" cy="570499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 cap="flat" cmpd="sng" w="222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88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300"/>
              <a:buFont typeface="Arial"/>
              <a:buNone/>
            </a:pPr>
            <a:r>
              <a:rPr lang="ko-KR"/>
              <a:t>주제를 입력해주세요</a:t>
            </a:r>
            <a:endParaRPr/>
          </a:p>
        </p:txBody>
      </p:sp>
      <p:sp>
        <p:nvSpPr>
          <p:cNvPr id="3040" name="Google Shape;3040;p64"/>
          <p:cNvSpPr/>
          <p:nvPr>
            <p:ph idx="6" type="chart"/>
          </p:nvPr>
        </p:nvSpPr>
        <p:spPr>
          <a:xfrm>
            <a:off x="5361259" y="1231214"/>
            <a:ext cx="4880021" cy="43955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44" name="Shape 30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5" name="Google Shape;3045;p65"/>
          <p:cNvSpPr txBox="1"/>
          <p:nvPr>
            <p:ph idx="1" type="body"/>
          </p:nvPr>
        </p:nvSpPr>
        <p:spPr>
          <a:xfrm>
            <a:off x="417525" y="182918"/>
            <a:ext cx="5335912" cy="2605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3B3B3"/>
              </a:buClr>
              <a:buSzPts val="1100"/>
              <a:buFont typeface="Arial"/>
              <a:buNone/>
            </a:pPr>
            <a:r>
              <a:rPr lang="ko-KR"/>
              <a:t>TITLE</a:t>
            </a:r>
            <a:endParaRPr/>
          </a:p>
        </p:txBody>
      </p:sp>
      <p:sp>
        <p:nvSpPr>
          <p:cNvPr id="3046" name="Google Shape;3046;p65"/>
          <p:cNvSpPr txBox="1"/>
          <p:nvPr>
            <p:ph idx="2" type="body"/>
          </p:nvPr>
        </p:nvSpPr>
        <p:spPr>
          <a:xfrm>
            <a:off x="6116319" y="1263185"/>
            <a:ext cx="5557521" cy="5003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ko-KR"/>
              <a:t>주제를 입력해주세요</a:t>
            </a:r>
            <a:endParaRPr/>
          </a:p>
        </p:txBody>
      </p:sp>
      <p:sp>
        <p:nvSpPr>
          <p:cNvPr id="3047" name="Google Shape;3047;p65"/>
          <p:cNvSpPr/>
          <p:nvPr>
            <p:ph idx="3" type="chart"/>
          </p:nvPr>
        </p:nvSpPr>
        <p:spPr>
          <a:xfrm>
            <a:off x="794728" y="1231214"/>
            <a:ext cx="4880021" cy="43955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8" name="Google Shape;3048;p65"/>
          <p:cNvSpPr txBox="1"/>
          <p:nvPr>
            <p:ph idx="4" type="body"/>
          </p:nvPr>
        </p:nvSpPr>
        <p:spPr>
          <a:xfrm>
            <a:off x="6116321" y="2048221"/>
            <a:ext cx="914794" cy="4757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None/>
            </a:pPr>
            <a:r>
              <a:rPr lang="ko-KR" sz="2000"/>
              <a:t>TITLE</a:t>
            </a:r>
            <a:endParaRPr sz="2000"/>
          </a:p>
        </p:txBody>
      </p:sp>
      <p:sp>
        <p:nvSpPr>
          <p:cNvPr id="3049" name="Google Shape;3049;p65"/>
          <p:cNvSpPr txBox="1"/>
          <p:nvPr>
            <p:ph idx="5" type="body"/>
          </p:nvPr>
        </p:nvSpPr>
        <p:spPr>
          <a:xfrm>
            <a:off x="6960093" y="2132627"/>
            <a:ext cx="3523494" cy="3167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ko-KR"/>
              <a:t>내용을 입력해주세요</a:t>
            </a:r>
            <a:endParaRPr sz="1200">
              <a:solidFill>
                <a:srgbClr val="9C9C9C"/>
              </a:solidFill>
            </a:endParaRPr>
          </a:p>
        </p:txBody>
      </p:sp>
      <p:sp>
        <p:nvSpPr>
          <p:cNvPr id="3050" name="Google Shape;3050;p65"/>
          <p:cNvSpPr txBox="1"/>
          <p:nvPr>
            <p:ph idx="6" type="body"/>
          </p:nvPr>
        </p:nvSpPr>
        <p:spPr>
          <a:xfrm>
            <a:off x="6116319" y="2512356"/>
            <a:ext cx="4367268" cy="3276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52307"/>
              </a:lnSpc>
              <a:spcBef>
                <a:spcPts val="0"/>
              </a:spcBef>
              <a:spcAft>
                <a:spcPts val="0"/>
              </a:spcAft>
              <a:buClr>
                <a:srgbClr val="5B5B5B"/>
              </a:buClr>
              <a:buSzPts val="1300"/>
              <a:buFont typeface="Arial"/>
              <a:buNone/>
            </a:pPr>
            <a:r>
              <a:rPr lang="ko-KR"/>
              <a:t>내용을 입력해주세요</a:t>
            </a:r>
            <a:endParaRPr sz="1200">
              <a:solidFill>
                <a:srgbClr val="9C9C9C"/>
              </a:solidFill>
            </a:endParaRPr>
          </a:p>
        </p:txBody>
      </p:sp>
      <p:sp>
        <p:nvSpPr>
          <p:cNvPr id="3051" name="Google Shape;3051;p65"/>
          <p:cNvSpPr txBox="1"/>
          <p:nvPr>
            <p:ph idx="7" type="body"/>
          </p:nvPr>
        </p:nvSpPr>
        <p:spPr>
          <a:xfrm>
            <a:off x="6116321" y="3072298"/>
            <a:ext cx="914794" cy="4757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None/>
            </a:pPr>
            <a:r>
              <a:rPr lang="ko-KR" sz="2000"/>
              <a:t>TITLE</a:t>
            </a:r>
            <a:endParaRPr sz="2000"/>
          </a:p>
        </p:txBody>
      </p:sp>
      <p:sp>
        <p:nvSpPr>
          <p:cNvPr id="3052" name="Google Shape;3052;p65"/>
          <p:cNvSpPr txBox="1"/>
          <p:nvPr>
            <p:ph idx="8" type="body"/>
          </p:nvPr>
        </p:nvSpPr>
        <p:spPr>
          <a:xfrm>
            <a:off x="6960093" y="3156704"/>
            <a:ext cx="3523494" cy="3167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ko-KR"/>
              <a:t>내용을 입력해주세요</a:t>
            </a:r>
            <a:endParaRPr sz="1200">
              <a:solidFill>
                <a:srgbClr val="9C9C9C"/>
              </a:solidFill>
            </a:endParaRPr>
          </a:p>
        </p:txBody>
      </p:sp>
      <p:sp>
        <p:nvSpPr>
          <p:cNvPr id="3053" name="Google Shape;3053;p65"/>
          <p:cNvSpPr txBox="1"/>
          <p:nvPr>
            <p:ph idx="9" type="body"/>
          </p:nvPr>
        </p:nvSpPr>
        <p:spPr>
          <a:xfrm>
            <a:off x="6116319" y="3536433"/>
            <a:ext cx="4367268" cy="3276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52307"/>
              </a:lnSpc>
              <a:spcBef>
                <a:spcPts val="0"/>
              </a:spcBef>
              <a:spcAft>
                <a:spcPts val="0"/>
              </a:spcAft>
              <a:buClr>
                <a:srgbClr val="5B5B5B"/>
              </a:buClr>
              <a:buSzPts val="1300"/>
              <a:buFont typeface="Arial"/>
              <a:buNone/>
            </a:pPr>
            <a:r>
              <a:rPr lang="ko-KR"/>
              <a:t>내용을 입력해주세요</a:t>
            </a:r>
            <a:endParaRPr sz="1200">
              <a:solidFill>
                <a:srgbClr val="9C9C9C"/>
              </a:solidFill>
            </a:endParaRPr>
          </a:p>
        </p:txBody>
      </p:sp>
      <p:sp>
        <p:nvSpPr>
          <p:cNvPr id="3054" name="Google Shape;3054;p65"/>
          <p:cNvSpPr txBox="1"/>
          <p:nvPr>
            <p:ph idx="13" type="body"/>
          </p:nvPr>
        </p:nvSpPr>
        <p:spPr>
          <a:xfrm>
            <a:off x="6116321" y="4106793"/>
            <a:ext cx="914794" cy="4757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None/>
            </a:pPr>
            <a:r>
              <a:rPr lang="ko-KR" sz="2000"/>
              <a:t>TITLE</a:t>
            </a:r>
            <a:endParaRPr sz="2000"/>
          </a:p>
        </p:txBody>
      </p:sp>
      <p:sp>
        <p:nvSpPr>
          <p:cNvPr id="3055" name="Google Shape;3055;p65"/>
          <p:cNvSpPr txBox="1"/>
          <p:nvPr>
            <p:ph idx="14" type="body"/>
          </p:nvPr>
        </p:nvSpPr>
        <p:spPr>
          <a:xfrm>
            <a:off x="6960093" y="4191199"/>
            <a:ext cx="3523494" cy="3167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ko-KR"/>
              <a:t>내용을 입력해주세요</a:t>
            </a:r>
            <a:endParaRPr sz="1200">
              <a:solidFill>
                <a:srgbClr val="9C9C9C"/>
              </a:solidFill>
            </a:endParaRPr>
          </a:p>
        </p:txBody>
      </p:sp>
      <p:sp>
        <p:nvSpPr>
          <p:cNvPr id="3056" name="Google Shape;3056;p65"/>
          <p:cNvSpPr txBox="1"/>
          <p:nvPr>
            <p:ph idx="15" type="body"/>
          </p:nvPr>
        </p:nvSpPr>
        <p:spPr>
          <a:xfrm>
            <a:off x="6116319" y="4570928"/>
            <a:ext cx="4367268" cy="3276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52307"/>
              </a:lnSpc>
              <a:spcBef>
                <a:spcPts val="0"/>
              </a:spcBef>
              <a:spcAft>
                <a:spcPts val="0"/>
              </a:spcAft>
              <a:buClr>
                <a:srgbClr val="5B5B5B"/>
              </a:buClr>
              <a:buSzPts val="1300"/>
              <a:buFont typeface="Arial"/>
              <a:buNone/>
            </a:pPr>
            <a:r>
              <a:rPr lang="ko-KR"/>
              <a:t>내용을 입력해주세요</a:t>
            </a:r>
            <a:endParaRPr sz="1200">
              <a:solidFill>
                <a:srgbClr val="9C9C9C"/>
              </a:solidFill>
            </a:endParaRPr>
          </a:p>
        </p:txBody>
      </p:sp>
      <p:sp>
        <p:nvSpPr>
          <p:cNvPr id="3057" name="Google Shape;3057;p65"/>
          <p:cNvSpPr txBox="1"/>
          <p:nvPr>
            <p:ph idx="16" type="body"/>
          </p:nvPr>
        </p:nvSpPr>
        <p:spPr>
          <a:xfrm>
            <a:off x="6116321" y="5130432"/>
            <a:ext cx="914794" cy="4757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None/>
            </a:pPr>
            <a:r>
              <a:rPr lang="ko-KR" sz="2000"/>
              <a:t>TITLE</a:t>
            </a:r>
            <a:endParaRPr sz="2000"/>
          </a:p>
        </p:txBody>
      </p:sp>
      <p:sp>
        <p:nvSpPr>
          <p:cNvPr id="3058" name="Google Shape;3058;p65"/>
          <p:cNvSpPr txBox="1"/>
          <p:nvPr>
            <p:ph idx="17" type="body"/>
          </p:nvPr>
        </p:nvSpPr>
        <p:spPr>
          <a:xfrm>
            <a:off x="6960093" y="5214838"/>
            <a:ext cx="3523494" cy="3167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ko-KR"/>
              <a:t>내용을 입력해주세요</a:t>
            </a:r>
            <a:endParaRPr sz="1200">
              <a:solidFill>
                <a:srgbClr val="9C9C9C"/>
              </a:solidFill>
            </a:endParaRPr>
          </a:p>
        </p:txBody>
      </p:sp>
      <p:sp>
        <p:nvSpPr>
          <p:cNvPr id="3059" name="Google Shape;3059;p65"/>
          <p:cNvSpPr txBox="1"/>
          <p:nvPr>
            <p:ph idx="18" type="body"/>
          </p:nvPr>
        </p:nvSpPr>
        <p:spPr>
          <a:xfrm>
            <a:off x="6116319" y="5594567"/>
            <a:ext cx="4367268" cy="3276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52307"/>
              </a:lnSpc>
              <a:spcBef>
                <a:spcPts val="0"/>
              </a:spcBef>
              <a:spcAft>
                <a:spcPts val="0"/>
              </a:spcAft>
              <a:buClr>
                <a:srgbClr val="5B5B5B"/>
              </a:buClr>
              <a:buSzPts val="1300"/>
              <a:buFont typeface="Arial"/>
              <a:buNone/>
            </a:pPr>
            <a:r>
              <a:rPr lang="ko-KR"/>
              <a:t>내용을 입력해주세요</a:t>
            </a:r>
            <a:endParaRPr sz="1200">
              <a:solidFill>
                <a:srgbClr val="9C9C9C"/>
              </a:solidFill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63" name="Shape 30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4" name="Google Shape;3064;p66"/>
          <p:cNvSpPr txBox="1"/>
          <p:nvPr>
            <p:ph idx="1" type="body"/>
          </p:nvPr>
        </p:nvSpPr>
        <p:spPr>
          <a:xfrm>
            <a:off x="417525" y="182918"/>
            <a:ext cx="5335912" cy="2605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3B3B3"/>
              </a:buClr>
              <a:buSzPts val="1100"/>
              <a:buFont typeface="Arial"/>
              <a:buNone/>
            </a:pPr>
            <a:r>
              <a:rPr lang="ko-KR"/>
              <a:t>TITLE</a:t>
            </a:r>
            <a:endParaRPr/>
          </a:p>
        </p:txBody>
      </p:sp>
      <p:sp>
        <p:nvSpPr>
          <p:cNvPr id="3065" name="Google Shape;3065;p66"/>
          <p:cNvSpPr txBox="1"/>
          <p:nvPr>
            <p:ph idx="2" type="body"/>
          </p:nvPr>
        </p:nvSpPr>
        <p:spPr>
          <a:xfrm>
            <a:off x="6705167" y="2115550"/>
            <a:ext cx="3796494" cy="6423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</a:pPr>
            <a:r>
              <a:rPr lang="ko-KR" sz="1300"/>
              <a:t>내용을 입력해주세요</a:t>
            </a:r>
            <a:br>
              <a:rPr lang="ko-KR" sz="1300"/>
            </a:br>
            <a:r>
              <a:rPr lang="ko-KR" sz="1300"/>
              <a:t>내용을 입력해주세요</a:t>
            </a:r>
            <a:endParaRPr sz="1300"/>
          </a:p>
        </p:txBody>
      </p:sp>
      <p:sp>
        <p:nvSpPr>
          <p:cNvPr id="3066" name="Google Shape;3066;p66"/>
          <p:cNvSpPr txBox="1"/>
          <p:nvPr>
            <p:ph idx="3" type="body"/>
          </p:nvPr>
        </p:nvSpPr>
        <p:spPr>
          <a:xfrm>
            <a:off x="6705167" y="1802013"/>
            <a:ext cx="3796494" cy="3696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ko-KR"/>
              <a:t>주제를 입력해주세요</a:t>
            </a:r>
            <a:endParaRPr/>
          </a:p>
        </p:txBody>
      </p:sp>
      <p:sp>
        <p:nvSpPr>
          <p:cNvPr id="3067" name="Google Shape;3067;p66"/>
          <p:cNvSpPr txBox="1"/>
          <p:nvPr>
            <p:ph idx="4" type="body"/>
          </p:nvPr>
        </p:nvSpPr>
        <p:spPr>
          <a:xfrm>
            <a:off x="6705167" y="3630314"/>
            <a:ext cx="3796494" cy="6423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6769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</a:pPr>
            <a:r>
              <a:rPr lang="ko-KR" sz="1300"/>
              <a:t>내용을 입력해주세요</a:t>
            </a:r>
            <a:br>
              <a:rPr lang="ko-KR" sz="1300"/>
            </a:br>
            <a:r>
              <a:rPr lang="ko-KR" sz="1300"/>
              <a:t>내용을 입력해주세요</a:t>
            </a:r>
            <a:endParaRPr sz="1300"/>
          </a:p>
        </p:txBody>
      </p:sp>
      <p:sp>
        <p:nvSpPr>
          <p:cNvPr id="3068" name="Google Shape;3068;p66"/>
          <p:cNvSpPr txBox="1"/>
          <p:nvPr>
            <p:ph idx="5" type="body"/>
          </p:nvPr>
        </p:nvSpPr>
        <p:spPr>
          <a:xfrm>
            <a:off x="6705167" y="3316777"/>
            <a:ext cx="3796494" cy="3696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ko-KR"/>
              <a:t>주제를 입력해주세요</a:t>
            </a:r>
            <a:endParaRPr/>
          </a:p>
        </p:txBody>
      </p:sp>
      <p:sp>
        <p:nvSpPr>
          <p:cNvPr id="3069" name="Google Shape;3069;p66"/>
          <p:cNvSpPr txBox="1"/>
          <p:nvPr>
            <p:ph idx="6" type="body"/>
          </p:nvPr>
        </p:nvSpPr>
        <p:spPr>
          <a:xfrm>
            <a:off x="6705167" y="5145077"/>
            <a:ext cx="3796494" cy="6423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6769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</a:pPr>
            <a:r>
              <a:rPr lang="ko-KR" sz="1300"/>
              <a:t>내용을 입력해주세요</a:t>
            </a:r>
            <a:br>
              <a:rPr lang="ko-KR" sz="1300"/>
            </a:br>
            <a:r>
              <a:rPr lang="ko-KR" sz="1300"/>
              <a:t>내용을 입력해주세요</a:t>
            </a:r>
            <a:endParaRPr sz="1300"/>
          </a:p>
        </p:txBody>
      </p:sp>
      <p:sp>
        <p:nvSpPr>
          <p:cNvPr id="3070" name="Google Shape;3070;p66"/>
          <p:cNvSpPr txBox="1"/>
          <p:nvPr>
            <p:ph idx="7" type="body"/>
          </p:nvPr>
        </p:nvSpPr>
        <p:spPr>
          <a:xfrm>
            <a:off x="6705167" y="4831540"/>
            <a:ext cx="3796494" cy="3696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ko-KR"/>
              <a:t>주제를 입력해주세요</a:t>
            </a:r>
            <a:endParaRPr/>
          </a:p>
        </p:txBody>
      </p:sp>
      <p:sp>
        <p:nvSpPr>
          <p:cNvPr id="3071" name="Google Shape;3071;p66"/>
          <p:cNvSpPr/>
          <p:nvPr>
            <p:ph idx="8" type="chart"/>
          </p:nvPr>
        </p:nvSpPr>
        <p:spPr>
          <a:xfrm>
            <a:off x="693283" y="1839181"/>
            <a:ext cx="4498477" cy="391862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2" name="Google Shape;3072;p66"/>
          <p:cNvSpPr txBox="1"/>
          <p:nvPr>
            <p:ph idx="9" type="body"/>
          </p:nvPr>
        </p:nvSpPr>
        <p:spPr>
          <a:xfrm>
            <a:off x="417525" y="835144"/>
            <a:ext cx="5335912" cy="5003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ko-KR"/>
              <a:t>주제를 입력해주세요</a:t>
            </a:r>
            <a:endParaRPr/>
          </a:p>
        </p:txBody>
      </p:sp>
      <p:sp>
        <p:nvSpPr>
          <p:cNvPr id="3073" name="Google Shape;3073;p66"/>
          <p:cNvSpPr/>
          <p:nvPr/>
        </p:nvSpPr>
        <p:spPr>
          <a:xfrm>
            <a:off x="5804042" y="2115549"/>
            <a:ext cx="238166" cy="394332"/>
          </a:xfrm>
          <a:custGeom>
            <a:rect b="b" l="l" r="r" t="t"/>
            <a:pathLst>
              <a:path extrusionOk="0" h="635075" w="383569">
                <a:moveTo>
                  <a:pt x="32529" y="0"/>
                </a:moveTo>
                <a:cubicBezTo>
                  <a:pt x="14563" y="0"/>
                  <a:pt x="0" y="14515"/>
                  <a:pt x="0" y="32419"/>
                </a:cubicBezTo>
                <a:lnTo>
                  <a:pt x="0" y="602656"/>
                </a:lnTo>
                <a:cubicBezTo>
                  <a:pt x="0" y="620561"/>
                  <a:pt x="14563" y="635075"/>
                  <a:pt x="32528" y="635075"/>
                </a:cubicBezTo>
                <a:lnTo>
                  <a:pt x="351041" y="635075"/>
                </a:lnTo>
                <a:cubicBezTo>
                  <a:pt x="369006" y="635075"/>
                  <a:pt x="383570" y="620561"/>
                  <a:pt x="383570" y="602656"/>
                </a:cubicBezTo>
                <a:lnTo>
                  <a:pt x="383570" y="32419"/>
                </a:lnTo>
                <a:cubicBezTo>
                  <a:pt x="383570" y="14514"/>
                  <a:pt x="369007" y="0"/>
                  <a:pt x="351041" y="0"/>
                </a:cubicBezTo>
                <a:lnTo>
                  <a:pt x="32529" y="0"/>
                </a:lnTo>
                <a:close/>
              </a:path>
            </a:pathLst>
          </a:custGeom>
          <a:solidFill>
            <a:srgbClr val="FC1C4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4" name="Google Shape;3074;p66"/>
          <p:cNvSpPr/>
          <p:nvPr/>
        </p:nvSpPr>
        <p:spPr>
          <a:xfrm>
            <a:off x="6135630" y="2115549"/>
            <a:ext cx="238166" cy="394332"/>
          </a:xfrm>
          <a:custGeom>
            <a:rect b="b" l="l" r="r" t="t"/>
            <a:pathLst>
              <a:path extrusionOk="0" h="635075" w="383569">
                <a:moveTo>
                  <a:pt x="32529" y="0"/>
                </a:moveTo>
                <a:cubicBezTo>
                  <a:pt x="14563" y="0"/>
                  <a:pt x="0" y="14515"/>
                  <a:pt x="0" y="32419"/>
                </a:cubicBezTo>
                <a:lnTo>
                  <a:pt x="0" y="602656"/>
                </a:lnTo>
                <a:cubicBezTo>
                  <a:pt x="0" y="620561"/>
                  <a:pt x="14563" y="635075"/>
                  <a:pt x="32528" y="635075"/>
                </a:cubicBezTo>
                <a:lnTo>
                  <a:pt x="351041" y="635075"/>
                </a:lnTo>
                <a:cubicBezTo>
                  <a:pt x="369006" y="635075"/>
                  <a:pt x="383570" y="620561"/>
                  <a:pt x="383570" y="602656"/>
                </a:cubicBezTo>
                <a:lnTo>
                  <a:pt x="383570" y="32419"/>
                </a:lnTo>
                <a:cubicBezTo>
                  <a:pt x="383570" y="14514"/>
                  <a:pt x="369007" y="0"/>
                  <a:pt x="351041" y="0"/>
                </a:cubicBezTo>
                <a:lnTo>
                  <a:pt x="32529" y="0"/>
                </a:lnTo>
                <a:close/>
              </a:path>
            </a:pathLst>
          </a:custGeom>
          <a:solidFill>
            <a:srgbClr val="FC1C4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5" name="Google Shape;3075;p66"/>
          <p:cNvSpPr txBox="1"/>
          <p:nvPr/>
        </p:nvSpPr>
        <p:spPr>
          <a:xfrm>
            <a:off x="5808704" y="2181391"/>
            <a:ext cx="227832" cy="24634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Arial"/>
              <a:buNone/>
            </a:pPr>
            <a:r>
              <a:rPr b="1" i="0" lang="ko-KR" sz="10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 b="1" i="0" sz="105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6" name="Google Shape;3076;p66"/>
          <p:cNvSpPr txBox="1"/>
          <p:nvPr/>
        </p:nvSpPr>
        <p:spPr>
          <a:xfrm>
            <a:off x="6140797" y="2181391"/>
            <a:ext cx="227832" cy="24634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Arial"/>
              <a:buNone/>
            </a:pPr>
            <a:r>
              <a:rPr b="1" i="0" lang="ko-KR" sz="10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 b="1" i="0" sz="105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077" name="Google Shape;3077;p66"/>
          <p:cNvGrpSpPr/>
          <p:nvPr/>
        </p:nvGrpSpPr>
        <p:grpSpPr>
          <a:xfrm>
            <a:off x="5951014" y="3615142"/>
            <a:ext cx="300935" cy="397197"/>
            <a:chOff x="7594892" y="4402050"/>
            <a:chExt cx="440598" cy="581537"/>
          </a:xfrm>
        </p:grpSpPr>
        <p:sp>
          <p:nvSpPr>
            <p:cNvPr id="3078" name="Google Shape;3078;p66"/>
            <p:cNvSpPr/>
            <p:nvPr/>
          </p:nvSpPr>
          <p:spPr>
            <a:xfrm>
              <a:off x="7594892" y="4402050"/>
              <a:ext cx="440598" cy="581537"/>
            </a:xfrm>
            <a:custGeom>
              <a:rect b="b" l="l" r="r" t="t"/>
              <a:pathLst>
                <a:path extrusionOk="0" h="581537" w="440598">
                  <a:moveTo>
                    <a:pt x="440599" y="32409"/>
                  </a:moveTo>
                  <a:cubicBezTo>
                    <a:pt x="440599" y="14510"/>
                    <a:pt x="426174" y="0"/>
                    <a:pt x="408380" y="0"/>
                  </a:cubicBezTo>
                  <a:lnTo>
                    <a:pt x="32219" y="0"/>
                  </a:lnTo>
                  <a:cubicBezTo>
                    <a:pt x="14425" y="0"/>
                    <a:pt x="0" y="14510"/>
                    <a:pt x="0" y="32409"/>
                  </a:cubicBezTo>
                  <a:lnTo>
                    <a:pt x="0" y="549129"/>
                  </a:lnTo>
                  <a:cubicBezTo>
                    <a:pt x="0" y="567028"/>
                    <a:pt x="14425" y="581538"/>
                    <a:pt x="32219" y="581538"/>
                  </a:cubicBezTo>
                  <a:lnTo>
                    <a:pt x="294410" y="581538"/>
                  </a:lnTo>
                  <a:cubicBezTo>
                    <a:pt x="302999" y="581538"/>
                    <a:pt x="311233" y="578088"/>
                    <a:pt x="317281" y="571955"/>
                  </a:cubicBezTo>
                  <a:lnTo>
                    <a:pt x="431251" y="456404"/>
                  </a:lnTo>
                  <a:cubicBezTo>
                    <a:pt x="437239" y="450334"/>
                    <a:pt x="440599" y="442129"/>
                    <a:pt x="440599" y="433578"/>
                  </a:cubicBezTo>
                  <a:lnTo>
                    <a:pt x="440599" y="32409"/>
                  </a:lnTo>
                  <a:close/>
                </a:path>
              </a:pathLst>
            </a:custGeom>
            <a:solidFill>
              <a:srgbClr val="FC1C4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79" name="Google Shape;3079;p66"/>
            <p:cNvSpPr/>
            <p:nvPr/>
          </p:nvSpPr>
          <p:spPr>
            <a:xfrm>
              <a:off x="7859524" y="4798752"/>
              <a:ext cx="121721" cy="125289"/>
            </a:xfrm>
            <a:custGeom>
              <a:rect b="b" l="l" r="r" t="t"/>
              <a:pathLst>
                <a:path extrusionOk="0" h="125289" w="121721">
                  <a:moveTo>
                    <a:pt x="12887" y="125290"/>
                  </a:moveTo>
                  <a:cubicBezTo>
                    <a:pt x="5770" y="125290"/>
                    <a:pt x="0" y="119486"/>
                    <a:pt x="0" y="112326"/>
                  </a:cubicBezTo>
                  <a:lnTo>
                    <a:pt x="0" y="12964"/>
                  </a:lnTo>
                  <a:cubicBezTo>
                    <a:pt x="0" y="5804"/>
                    <a:pt x="5770" y="0"/>
                    <a:pt x="12887" y="0"/>
                  </a:cubicBezTo>
                  <a:lnTo>
                    <a:pt x="108834" y="0"/>
                  </a:lnTo>
                  <a:cubicBezTo>
                    <a:pt x="115952" y="0"/>
                    <a:pt x="121722" y="5804"/>
                    <a:pt x="121722" y="12964"/>
                  </a:cubicBezTo>
                  <a:cubicBezTo>
                    <a:pt x="121722" y="20123"/>
                    <a:pt x="115952" y="25927"/>
                    <a:pt x="108834" y="25927"/>
                  </a:cubicBezTo>
                  <a:lnTo>
                    <a:pt x="25775" y="25927"/>
                  </a:lnTo>
                  <a:lnTo>
                    <a:pt x="25775" y="112326"/>
                  </a:lnTo>
                  <a:cubicBezTo>
                    <a:pt x="25775" y="119486"/>
                    <a:pt x="20005" y="125290"/>
                    <a:pt x="12887" y="12529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080" name="Google Shape;3080;p66"/>
          <p:cNvGrpSpPr/>
          <p:nvPr/>
        </p:nvGrpSpPr>
        <p:grpSpPr>
          <a:xfrm>
            <a:off x="5866939" y="5128740"/>
            <a:ext cx="458121" cy="317875"/>
            <a:chOff x="5359038" y="7407567"/>
            <a:chExt cx="554326" cy="384629"/>
          </a:xfrm>
        </p:grpSpPr>
        <p:sp>
          <p:nvSpPr>
            <p:cNvPr id="3081" name="Google Shape;3081;p66"/>
            <p:cNvSpPr/>
            <p:nvPr/>
          </p:nvSpPr>
          <p:spPr>
            <a:xfrm>
              <a:off x="5359038" y="7407567"/>
              <a:ext cx="554326" cy="384629"/>
            </a:xfrm>
            <a:custGeom>
              <a:rect b="b" l="l" r="r" t="t"/>
              <a:pathLst>
                <a:path extrusionOk="0" h="384629" w="554326">
                  <a:moveTo>
                    <a:pt x="32276" y="0"/>
                  </a:moveTo>
                  <a:cubicBezTo>
                    <a:pt x="14451" y="0"/>
                    <a:pt x="0" y="14325"/>
                    <a:pt x="0" y="31995"/>
                  </a:cubicBezTo>
                  <a:lnTo>
                    <a:pt x="0" y="352634"/>
                  </a:lnTo>
                  <a:cubicBezTo>
                    <a:pt x="0" y="370305"/>
                    <a:pt x="14451" y="384629"/>
                    <a:pt x="32276" y="384629"/>
                  </a:cubicBezTo>
                  <a:lnTo>
                    <a:pt x="522051" y="384629"/>
                  </a:lnTo>
                  <a:cubicBezTo>
                    <a:pt x="539877" y="384629"/>
                    <a:pt x="554327" y="370305"/>
                    <a:pt x="554327" y="352634"/>
                  </a:cubicBezTo>
                  <a:lnTo>
                    <a:pt x="554327" y="31995"/>
                  </a:lnTo>
                  <a:cubicBezTo>
                    <a:pt x="554327" y="14325"/>
                    <a:pt x="539877" y="0"/>
                    <a:pt x="522051" y="0"/>
                  </a:cubicBezTo>
                  <a:lnTo>
                    <a:pt x="32276" y="0"/>
                  </a:lnTo>
                  <a:close/>
                </a:path>
              </a:pathLst>
            </a:custGeom>
            <a:solidFill>
              <a:srgbClr val="FC1C4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82" name="Google Shape;3082;p66"/>
            <p:cNvSpPr/>
            <p:nvPr/>
          </p:nvSpPr>
          <p:spPr>
            <a:xfrm>
              <a:off x="5410119" y="7466259"/>
              <a:ext cx="450609" cy="269210"/>
            </a:xfrm>
            <a:custGeom>
              <a:rect b="b" l="l" r="r" t="t"/>
              <a:pathLst>
                <a:path extrusionOk="0" h="269210" w="450609">
                  <a:moveTo>
                    <a:pt x="22073" y="3781"/>
                  </a:moveTo>
                  <a:cubicBezTo>
                    <a:pt x="17049" y="-1235"/>
                    <a:pt x="8875" y="-1264"/>
                    <a:pt x="3814" y="3716"/>
                  </a:cubicBezTo>
                  <a:cubicBezTo>
                    <a:pt x="-1246" y="8695"/>
                    <a:pt x="-1275" y="16799"/>
                    <a:pt x="3748" y="21815"/>
                  </a:cubicBezTo>
                  <a:lnTo>
                    <a:pt x="117118" y="135013"/>
                  </a:lnTo>
                  <a:lnTo>
                    <a:pt x="3781" y="247362"/>
                  </a:lnTo>
                  <a:cubicBezTo>
                    <a:pt x="-1260" y="252360"/>
                    <a:pt x="-1260" y="260463"/>
                    <a:pt x="3781" y="265462"/>
                  </a:cubicBezTo>
                  <a:cubicBezTo>
                    <a:pt x="8823" y="270459"/>
                    <a:pt x="16998" y="270459"/>
                    <a:pt x="22040" y="265462"/>
                  </a:cubicBezTo>
                  <a:lnTo>
                    <a:pt x="135310" y="153178"/>
                  </a:lnTo>
                  <a:lnTo>
                    <a:pt x="216139" y="233884"/>
                  </a:lnTo>
                  <a:cubicBezTo>
                    <a:pt x="218563" y="236304"/>
                    <a:pt x="221861" y="237665"/>
                    <a:pt x="225301" y="237665"/>
                  </a:cubicBezTo>
                  <a:cubicBezTo>
                    <a:pt x="228741" y="237665"/>
                    <a:pt x="232039" y="236304"/>
                    <a:pt x="234463" y="233884"/>
                  </a:cubicBezTo>
                  <a:lnTo>
                    <a:pt x="315297" y="153175"/>
                  </a:lnTo>
                  <a:lnTo>
                    <a:pt x="428570" y="265462"/>
                  </a:lnTo>
                  <a:cubicBezTo>
                    <a:pt x="433612" y="270459"/>
                    <a:pt x="441787" y="270459"/>
                    <a:pt x="446828" y="265462"/>
                  </a:cubicBezTo>
                  <a:cubicBezTo>
                    <a:pt x="451870" y="260463"/>
                    <a:pt x="451870" y="252360"/>
                    <a:pt x="446828" y="247362"/>
                  </a:cubicBezTo>
                  <a:lnTo>
                    <a:pt x="333490" y="135011"/>
                  </a:lnTo>
                  <a:lnTo>
                    <a:pt x="446861" y="21815"/>
                  </a:lnTo>
                  <a:cubicBezTo>
                    <a:pt x="451884" y="16799"/>
                    <a:pt x="451855" y="8696"/>
                    <a:pt x="446795" y="3716"/>
                  </a:cubicBezTo>
                  <a:cubicBezTo>
                    <a:pt x="441735" y="-1264"/>
                    <a:pt x="433561" y="-1235"/>
                    <a:pt x="428537" y="3781"/>
                  </a:cubicBezTo>
                  <a:lnTo>
                    <a:pt x="225301" y="206702"/>
                  </a:lnTo>
                  <a:lnTo>
                    <a:pt x="22073" y="378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86" name="Shape 30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7" name="Google Shape;3087;p67"/>
          <p:cNvSpPr txBox="1"/>
          <p:nvPr>
            <p:ph idx="1" type="body"/>
          </p:nvPr>
        </p:nvSpPr>
        <p:spPr>
          <a:xfrm>
            <a:off x="417525" y="182918"/>
            <a:ext cx="5335912" cy="2605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3B3B3"/>
              </a:buClr>
              <a:buSzPts val="1100"/>
              <a:buFont typeface="Arial"/>
              <a:buNone/>
            </a:pPr>
            <a:r>
              <a:rPr lang="ko-KR"/>
              <a:t>TITLE</a:t>
            </a:r>
            <a:endParaRPr/>
          </a:p>
        </p:txBody>
      </p:sp>
      <p:sp>
        <p:nvSpPr>
          <p:cNvPr id="3088" name="Google Shape;3088;p67"/>
          <p:cNvSpPr txBox="1"/>
          <p:nvPr>
            <p:ph idx="2" type="body"/>
          </p:nvPr>
        </p:nvSpPr>
        <p:spPr>
          <a:xfrm>
            <a:off x="6394449" y="1929095"/>
            <a:ext cx="4039974" cy="6059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noAutofit/>
          </a:bodyPr>
          <a:lstStyle/>
          <a:p>
            <a:pPr indent="0" lvl="0" marL="0" rtl="0" algn="l">
              <a:lnSpc>
                <a:spcPct val="14857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ko-KR"/>
              <a:t>내용을 입력해주세요</a:t>
            </a:r>
            <a:br>
              <a:rPr lang="ko-KR"/>
            </a:br>
            <a:r>
              <a:rPr lang="ko-KR"/>
              <a:t>내용을 입력해주세요</a:t>
            </a:r>
            <a:endParaRPr/>
          </a:p>
        </p:txBody>
      </p:sp>
      <p:sp>
        <p:nvSpPr>
          <p:cNvPr id="3089" name="Google Shape;3089;p67"/>
          <p:cNvSpPr txBox="1"/>
          <p:nvPr>
            <p:ph idx="3" type="body"/>
          </p:nvPr>
        </p:nvSpPr>
        <p:spPr>
          <a:xfrm>
            <a:off x="6394449" y="1506816"/>
            <a:ext cx="4039974" cy="3696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ko-KR"/>
              <a:t>주제를 입력해주세요</a:t>
            </a:r>
            <a:endParaRPr/>
          </a:p>
        </p:txBody>
      </p:sp>
      <p:sp>
        <p:nvSpPr>
          <p:cNvPr id="3090" name="Google Shape;3090;p67"/>
          <p:cNvSpPr txBox="1"/>
          <p:nvPr>
            <p:ph idx="4" type="body"/>
          </p:nvPr>
        </p:nvSpPr>
        <p:spPr>
          <a:xfrm>
            <a:off x="6394449" y="1205367"/>
            <a:ext cx="4039974" cy="2682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</a:pPr>
            <a:r>
              <a:rPr lang="ko-KR"/>
              <a:t>01</a:t>
            </a:r>
            <a:endParaRPr/>
          </a:p>
        </p:txBody>
      </p:sp>
      <p:sp>
        <p:nvSpPr>
          <p:cNvPr id="3091" name="Google Shape;3091;p67"/>
          <p:cNvSpPr txBox="1"/>
          <p:nvPr>
            <p:ph idx="5" type="body"/>
          </p:nvPr>
        </p:nvSpPr>
        <p:spPr>
          <a:xfrm>
            <a:off x="6394449" y="4495006"/>
            <a:ext cx="4039974" cy="6059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4857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ko-KR"/>
              <a:t>내용을 입력해주세요</a:t>
            </a:r>
            <a:br>
              <a:rPr lang="ko-KR"/>
            </a:br>
            <a:r>
              <a:rPr lang="ko-KR"/>
              <a:t>내용을 입력해주세요</a:t>
            </a:r>
            <a:endParaRPr/>
          </a:p>
        </p:txBody>
      </p:sp>
      <p:sp>
        <p:nvSpPr>
          <p:cNvPr id="3092" name="Google Shape;3092;p67"/>
          <p:cNvSpPr txBox="1"/>
          <p:nvPr>
            <p:ph idx="6" type="body"/>
          </p:nvPr>
        </p:nvSpPr>
        <p:spPr>
          <a:xfrm>
            <a:off x="6394449" y="4072727"/>
            <a:ext cx="4039974" cy="3696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ko-KR"/>
              <a:t>주제를 입력해주세요</a:t>
            </a:r>
            <a:endParaRPr/>
          </a:p>
        </p:txBody>
      </p:sp>
      <p:sp>
        <p:nvSpPr>
          <p:cNvPr id="3093" name="Google Shape;3093;p67"/>
          <p:cNvSpPr txBox="1"/>
          <p:nvPr>
            <p:ph idx="7" type="body"/>
          </p:nvPr>
        </p:nvSpPr>
        <p:spPr>
          <a:xfrm>
            <a:off x="6394449" y="3771278"/>
            <a:ext cx="4039974" cy="2682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</a:pPr>
            <a:r>
              <a:rPr lang="ko-KR"/>
              <a:t>02</a:t>
            </a:r>
            <a:endParaRPr/>
          </a:p>
        </p:txBody>
      </p:sp>
      <p:sp>
        <p:nvSpPr>
          <p:cNvPr id="3094" name="Google Shape;3094;p67"/>
          <p:cNvSpPr/>
          <p:nvPr>
            <p:ph idx="8" type="chart"/>
          </p:nvPr>
        </p:nvSpPr>
        <p:spPr>
          <a:xfrm>
            <a:off x="752072" y="1203784"/>
            <a:ext cx="4945091" cy="445418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95" name="Google Shape;3095;p67"/>
          <p:cNvSpPr txBox="1"/>
          <p:nvPr>
            <p:ph idx="9" type="body"/>
          </p:nvPr>
        </p:nvSpPr>
        <p:spPr>
          <a:xfrm>
            <a:off x="6394449" y="2562716"/>
            <a:ext cx="4039974" cy="608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43636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Arial"/>
              <a:buNone/>
            </a:pPr>
            <a:r>
              <a:rPr lang="ko-KR"/>
              <a:t>내용을 입력해주세요 ‣</a:t>
            </a:r>
            <a:endParaRPr/>
          </a:p>
        </p:txBody>
      </p:sp>
      <p:sp>
        <p:nvSpPr>
          <p:cNvPr id="3096" name="Google Shape;3096;p67"/>
          <p:cNvSpPr txBox="1"/>
          <p:nvPr>
            <p:ph idx="13" type="body"/>
          </p:nvPr>
        </p:nvSpPr>
        <p:spPr>
          <a:xfrm>
            <a:off x="6394449" y="5110445"/>
            <a:ext cx="4039974" cy="608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43636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Arial"/>
              <a:buNone/>
            </a:pPr>
            <a:r>
              <a:rPr lang="ko-KR"/>
              <a:t>내용을 입력해주세요 ‣</a:t>
            </a:r>
            <a:endParaRPr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00" name="Shape 3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1" name="Google Shape;3101;p68"/>
          <p:cNvSpPr txBox="1"/>
          <p:nvPr>
            <p:ph idx="1" type="body"/>
          </p:nvPr>
        </p:nvSpPr>
        <p:spPr>
          <a:xfrm>
            <a:off x="417525" y="182918"/>
            <a:ext cx="5335912" cy="2605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3B3B3"/>
              </a:buClr>
              <a:buSzPts val="1100"/>
              <a:buFont typeface="Arial"/>
              <a:buNone/>
            </a:pPr>
            <a:r>
              <a:rPr lang="ko-KR"/>
              <a:t>TITLE</a:t>
            </a:r>
            <a:endParaRPr/>
          </a:p>
        </p:txBody>
      </p:sp>
      <p:sp>
        <p:nvSpPr>
          <p:cNvPr id="3102" name="Google Shape;3102;p68"/>
          <p:cNvSpPr/>
          <p:nvPr>
            <p:ph idx="2" type="chart"/>
          </p:nvPr>
        </p:nvSpPr>
        <p:spPr>
          <a:xfrm>
            <a:off x="5361259" y="1231214"/>
            <a:ext cx="4880021" cy="43955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3" name="Google Shape;3103;p68"/>
          <p:cNvSpPr txBox="1"/>
          <p:nvPr>
            <p:ph idx="3" type="body"/>
          </p:nvPr>
        </p:nvSpPr>
        <p:spPr>
          <a:xfrm>
            <a:off x="417525" y="1739384"/>
            <a:ext cx="4449115" cy="5003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ko-KR"/>
              <a:t>주제를 입력해주세요</a:t>
            </a:r>
            <a:endParaRPr/>
          </a:p>
        </p:txBody>
      </p:sp>
      <p:sp>
        <p:nvSpPr>
          <p:cNvPr id="3104" name="Google Shape;3104;p68"/>
          <p:cNvSpPr txBox="1"/>
          <p:nvPr>
            <p:ph idx="4" type="body"/>
          </p:nvPr>
        </p:nvSpPr>
        <p:spPr>
          <a:xfrm>
            <a:off x="417525" y="2634576"/>
            <a:ext cx="4039974" cy="3696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ko-KR"/>
              <a:t>주제를 입력해주세요</a:t>
            </a:r>
            <a:endParaRPr/>
          </a:p>
        </p:txBody>
      </p:sp>
      <p:sp>
        <p:nvSpPr>
          <p:cNvPr id="3105" name="Google Shape;3105;p68"/>
          <p:cNvSpPr txBox="1"/>
          <p:nvPr>
            <p:ph idx="5" type="body"/>
          </p:nvPr>
        </p:nvSpPr>
        <p:spPr>
          <a:xfrm>
            <a:off x="417525" y="2333127"/>
            <a:ext cx="4039974" cy="2682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</a:pPr>
            <a:r>
              <a:rPr lang="ko-KR"/>
              <a:t>01</a:t>
            </a:r>
            <a:endParaRPr/>
          </a:p>
        </p:txBody>
      </p:sp>
      <p:sp>
        <p:nvSpPr>
          <p:cNvPr id="3106" name="Google Shape;3106;p68"/>
          <p:cNvSpPr txBox="1"/>
          <p:nvPr>
            <p:ph idx="6" type="body"/>
          </p:nvPr>
        </p:nvSpPr>
        <p:spPr>
          <a:xfrm>
            <a:off x="417525" y="4242294"/>
            <a:ext cx="4039974" cy="3696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ko-KR"/>
              <a:t>주제를 입력해주세요</a:t>
            </a:r>
            <a:endParaRPr/>
          </a:p>
        </p:txBody>
      </p:sp>
      <p:sp>
        <p:nvSpPr>
          <p:cNvPr id="3107" name="Google Shape;3107;p68"/>
          <p:cNvSpPr txBox="1"/>
          <p:nvPr>
            <p:ph idx="7" type="body"/>
          </p:nvPr>
        </p:nvSpPr>
        <p:spPr>
          <a:xfrm>
            <a:off x="417525" y="3940845"/>
            <a:ext cx="4039974" cy="2682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</a:pPr>
            <a:r>
              <a:rPr lang="ko-KR"/>
              <a:t>02</a:t>
            </a:r>
            <a:endParaRPr/>
          </a:p>
        </p:txBody>
      </p:sp>
      <p:sp>
        <p:nvSpPr>
          <p:cNvPr id="3108" name="Google Shape;3108;p68"/>
          <p:cNvSpPr txBox="1"/>
          <p:nvPr>
            <p:ph idx="8" type="body"/>
          </p:nvPr>
        </p:nvSpPr>
        <p:spPr>
          <a:xfrm>
            <a:off x="417525" y="3088183"/>
            <a:ext cx="4039974" cy="6541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4857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ko-KR"/>
              <a:t>내용을 입력해주세요</a:t>
            </a:r>
            <a:br>
              <a:rPr lang="ko-KR"/>
            </a:br>
            <a:r>
              <a:rPr lang="ko-KR"/>
              <a:t>내용을 입력해주세요</a:t>
            </a:r>
            <a:endParaRPr/>
          </a:p>
        </p:txBody>
      </p:sp>
      <p:sp>
        <p:nvSpPr>
          <p:cNvPr id="3109" name="Google Shape;3109;p68"/>
          <p:cNvSpPr txBox="1"/>
          <p:nvPr>
            <p:ph idx="9" type="body"/>
          </p:nvPr>
        </p:nvSpPr>
        <p:spPr>
          <a:xfrm>
            <a:off x="417525" y="4686162"/>
            <a:ext cx="4039974" cy="6541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4857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ko-KR"/>
              <a:t>내용을 입력해주세요</a:t>
            </a:r>
            <a:br>
              <a:rPr lang="ko-KR"/>
            </a:br>
            <a:r>
              <a:rPr lang="ko-KR"/>
              <a:t>내용을 입력해주세요</a:t>
            </a:r>
            <a:endParaRPr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13" name="Shape 3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4" name="Google Shape;3114;p69"/>
          <p:cNvSpPr txBox="1"/>
          <p:nvPr>
            <p:ph idx="1" type="body"/>
          </p:nvPr>
        </p:nvSpPr>
        <p:spPr>
          <a:xfrm>
            <a:off x="417525" y="182918"/>
            <a:ext cx="5335912" cy="2605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3B3B3"/>
              </a:buClr>
              <a:buSzPts val="1100"/>
              <a:buFont typeface="Arial"/>
              <a:buNone/>
            </a:pPr>
            <a:r>
              <a:rPr lang="ko-KR"/>
              <a:t>TITLE</a:t>
            </a:r>
            <a:endParaRPr/>
          </a:p>
        </p:txBody>
      </p:sp>
      <p:sp>
        <p:nvSpPr>
          <p:cNvPr id="3115" name="Google Shape;3115;p69"/>
          <p:cNvSpPr txBox="1"/>
          <p:nvPr>
            <p:ph idx="2" type="body"/>
          </p:nvPr>
        </p:nvSpPr>
        <p:spPr>
          <a:xfrm>
            <a:off x="417525" y="2950972"/>
            <a:ext cx="1462075" cy="126542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Arial"/>
              <a:buNone/>
            </a:pPr>
            <a:r>
              <a:rPr lang="ko-KR"/>
              <a:t>주제를 입력해 주세요</a:t>
            </a:r>
            <a:endParaRPr/>
          </a:p>
        </p:txBody>
      </p:sp>
      <p:sp>
        <p:nvSpPr>
          <p:cNvPr id="3116" name="Google Shape;3116;p69"/>
          <p:cNvSpPr txBox="1"/>
          <p:nvPr>
            <p:ph idx="3" type="body"/>
          </p:nvPr>
        </p:nvSpPr>
        <p:spPr>
          <a:xfrm>
            <a:off x="1991361" y="5592573"/>
            <a:ext cx="8544552" cy="5125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Arial"/>
              <a:buNone/>
            </a:pPr>
            <a:r>
              <a:rPr lang="ko-KR"/>
              <a:t>주제를 입력해주세요</a:t>
            </a:r>
            <a:endParaRPr/>
          </a:p>
        </p:txBody>
      </p:sp>
      <p:sp>
        <p:nvSpPr>
          <p:cNvPr id="3117" name="Google Shape;3117;p69"/>
          <p:cNvSpPr txBox="1"/>
          <p:nvPr>
            <p:ph idx="4" type="body"/>
          </p:nvPr>
        </p:nvSpPr>
        <p:spPr>
          <a:xfrm>
            <a:off x="1991361" y="4911853"/>
            <a:ext cx="812798" cy="5125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ko-KR"/>
              <a:t>낮음</a:t>
            </a:r>
            <a:endParaRPr/>
          </a:p>
        </p:txBody>
      </p:sp>
      <p:sp>
        <p:nvSpPr>
          <p:cNvPr id="3118" name="Google Shape;3118;p69"/>
          <p:cNvSpPr txBox="1"/>
          <p:nvPr>
            <p:ph idx="5" type="body"/>
          </p:nvPr>
        </p:nvSpPr>
        <p:spPr>
          <a:xfrm>
            <a:off x="1991361" y="1487933"/>
            <a:ext cx="812798" cy="5125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ko-KR"/>
              <a:t>높음</a:t>
            </a:r>
            <a:endParaRPr/>
          </a:p>
        </p:txBody>
      </p:sp>
      <p:sp>
        <p:nvSpPr>
          <p:cNvPr id="3119" name="Google Shape;3119;p69"/>
          <p:cNvSpPr txBox="1"/>
          <p:nvPr>
            <p:ph idx="6" type="body"/>
          </p:nvPr>
        </p:nvSpPr>
        <p:spPr>
          <a:xfrm>
            <a:off x="9977121" y="4911853"/>
            <a:ext cx="812798" cy="5125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ko-KR"/>
              <a:t>높음</a:t>
            </a:r>
            <a:endParaRPr/>
          </a:p>
        </p:txBody>
      </p:sp>
      <p:sp>
        <p:nvSpPr>
          <p:cNvPr id="3120" name="Google Shape;3120;p69"/>
          <p:cNvSpPr txBox="1"/>
          <p:nvPr>
            <p:ph idx="7" type="body"/>
          </p:nvPr>
        </p:nvSpPr>
        <p:spPr>
          <a:xfrm>
            <a:off x="4859730" y="3652013"/>
            <a:ext cx="2336791" cy="5125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3428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ko-KR"/>
              <a:t>내용을 입력해주세요</a:t>
            </a:r>
            <a:endParaRPr/>
          </a:p>
        </p:txBody>
      </p:sp>
      <p:sp>
        <p:nvSpPr>
          <p:cNvPr id="3121" name="Google Shape;3121;p69"/>
          <p:cNvSpPr txBox="1"/>
          <p:nvPr>
            <p:ph idx="8" type="body"/>
          </p:nvPr>
        </p:nvSpPr>
        <p:spPr>
          <a:xfrm>
            <a:off x="6929135" y="2707386"/>
            <a:ext cx="2336791" cy="5125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ko-KR"/>
              <a:t>내용을 입력해주세요</a:t>
            </a:r>
            <a:endParaRPr/>
          </a:p>
        </p:txBody>
      </p:sp>
      <p:sp>
        <p:nvSpPr>
          <p:cNvPr id="3122" name="Google Shape;3122;p69"/>
          <p:cNvSpPr txBox="1"/>
          <p:nvPr>
            <p:ph idx="9" type="body"/>
          </p:nvPr>
        </p:nvSpPr>
        <p:spPr>
          <a:xfrm>
            <a:off x="9001763" y="1774190"/>
            <a:ext cx="2336791" cy="5125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ko-KR"/>
              <a:t>내용을 입력해주세요</a:t>
            </a:r>
            <a:endParaRPr/>
          </a:p>
        </p:txBody>
      </p:sp>
      <p:sp>
        <p:nvSpPr>
          <p:cNvPr id="3123" name="Google Shape;3123;p69"/>
          <p:cNvSpPr txBox="1"/>
          <p:nvPr>
            <p:ph idx="13" type="body"/>
          </p:nvPr>
        </p:nvSpPr>
        <p:spPr>
          <a:xfrm>
            <a:off x="417525" y="835144"/>
            <a:ext cx="5335912" cy="5003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ko-KR"/>
              <a:t>주제를 입력해주세요</a:t>
            </a:r>
            <a:endParaRPr/>
          </a:p>
        </p:txBody>
      </p:sp>
      <p:grpSp>
        <p:nvGrpSpPr>
          <p:cNvPr id="3124" name="Google Shape;3124;p69"/>
          <p:cNvGrpSpPr/>
          <p:nvPr/>
        </p:nvGrpSpPr>
        <p:grpSpPr>
          <a:xfrm>
            <a:off x="4321282" y="3639220"/>
            <a:ext cx="538448" cy="538449"/>
            <a:chOff x="682640" y="4412040"/>
            <a:chExt cx="538448" cy="538449"/>
          </a:xfrm>
        </p:grpSpPr>
        <p:sp>
          <p:nvSpPr>
            <p:cNvPr id="3125" name="Google Shape;3125;p69"/>
            <p:cNvSpPr/>
            <p:nvPr/>
          </p:nvSpPr>
          <p:spPr>
            <a:xfrm>
              <a:off x="682640" y="4412040"/>
              <a:ext cx="538448" cy="538449"/>
            </a:xfrm>
            <a:custGeom>
              <a:rect b="b" l="l" r="r" t="t"/>
              <a:pathLst>
                <a:path extrusionOk="0" h="538449" w="538448">
                  <a:moveTo>
                    <a:pt x="269224" y="538449"/>
                  </a:moveTo>
                  <a:cubicBezTo>
                    <a:pt x="417913" y="538449"/>
                    <a:pt x="538449" y="417913"/>
                    <a:pt x="538449" y="269225"/>
                  </a:cubicBezTo>
                  <a:cubicBezTo>
                    <a:pt x="538449" y="120536"/>
                    <a:pt x="417913" y="0"/>
                    <a:pt x="269224" y="0"/>
                  </a:cubicBezTo>
                  <a:cubicBezTo>
                    <a:pt x="120536" y="0"/>
                    <a:pt x="0" y="120536"/>
                    <a:pt x="0" y="269225"/>
                  </a:cubicBezTo>
                  <a:cubicBezTo>
                    <a:pt x="0" y="417913"/>
                    <a:pt x="120536" y="538449"/>
                    <a:pt x="269224" y="538449"/>
                  </a:cubicBezTo>
                  <a:close/>
                </a:path>
              </a:pathLst>
            </a:custGeom>
            <a:solidFill>
              <a:srgbClr val="FC1C4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26" name="Google Shape;3126;p69"/>
            <p:cNvSpPr/>
            <p:nvPr/>
          </p:nvSpPr>
          <p:spPr>
            <a:xfrm>
              <a:off x="879166" y="4748730"/>
              <a:ext cx="145389" cy="46758"/>
            </a:xfrm>
            <a:custGeom>
              <a:rect b="b" l="l" r="r" t="t"/>
              <a:pathLst>
                <a:path extrusionOk="0" h="46758" w="145389">
                  <a:moveTo>
                    <a:pt x="2831" y="4811"/>
                  </a:moveTo>
                  <a:cubicBezTo>
                    <a:pt x="7275" y="-728"/>
                    <a:pt x="15368" y="-1614"/>
                    <a:pt x="20907" y="2831"/>
                  </a:cubicBezTo>
                  <a:cubicBezTo>
                    <a:pt x="51163" y="27112"/>
                    <a:pt x="94226" y="27112"/>
                    <a:pt x="124483" y="2831"/>
                  </a:cubicBezTo>
                  <a:cubicBezTo>
                    <a:pt x="130022" y="-1614"/>
                    <a:pt x="138115" y="-728"/>
                    <a:pt x="142559" y="4811"/>
                  </a:cubicBezTo>
                  <a:cubicBezTo>
                    <a:pt x="147004" y="10350"/>
                    <a:pt x="146118" y="18443"/>
                    <a:pt x="140579" y="22887"/>
                  </a:cubicBezTo>
                  <a:cubicBezTo>
                    <a:pt x="100919" y="54715"/>
                    <a:pt x="44471" y="54715"/>
                    <a:pt x="4811" y="22887"/>
                  </a:cubicBezTo>
                  <a:cubicBezTo>
                    <a:pt x="-728" y="18443"/>
                    <a:pt x="-1614" y="10350"/>
                    <a:pt x="2831" y="481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27" name="Google Shape;3127;p69"/>
            <p:cNvSpPr/>
            <p:nvPr/>
          </p:nvSpPr>
          <p:spPr>
            <a:xfrm>
              <a:off x="862940" y="4628943"/>
              <a:ext cx="49576" cy="49576"/>
            </a:xfrm>
            <a:custGeom>
              <a:rect b="b" l="l" r="r" t="t"/>
              <a:pathLst>
                <a:path extrusionOk="0" h="49576" w="49576">
                  <a:moveTo>
                    <a:pt x="49577" y="24788"/>
                  </a:moveTo>
                  <a:cubicBezTo>
                    <a:pt x="49577" y="38479"/>
                    <a:pt x="38479" y="49577"/>
                    <a:pt x="24788" y="49577"/>
                  </a:cubicBezTo>
                  <a:cubicBezTo>
                    <a:pt x="11098" y="49577"/>
                    <a:pt x="0" y="38479"/>
                    <a:pt x="0" y="24788"/>
                  </a:cubicBezTo>
                  <a:cubicBezTo>
                    <a:pt x="0" y="11098"/>
                    <a:pt x="11098" y="0"/>
                    <a:pt x="24788" y="0"/>
                  </a:cubicBezTo>
                  <a:cubicBezTo>
                    <a:pt x="38479" y="0"/>
                    <a:pt x="49577" y="11098"/>
                    <a:pt x="49577" y="2478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28" name="Google Shape;3128;p69"/>
            <p:cNvSpPr/>
            <p:nvPr/>
          </p:nvSpPr>
          <p:spPr>
            <a:xfrm>
              <a:off x="986902" y="4628943"/>
              <a:ext cx="49576" cy="49576"/>
            </a:xfrm>
            <a:custGeom>
              <a:rect b="b" l="l" r="r" t="t"/>
              <a:pathLst>
                <a:path extrusionOk="0" h="49576" w="49576">
                  <a:moveTo>
                    <a:pt x="49577" y="24788"/>
                  </a:moveTo>
                  <a:cubicBezTo>
                    <a:pt x="49577" y="38479"/>
                    <a:pt x="38479" y="49577"/>
                    <a:pt x="24788" y="49577"/>
                  </a:cubicBezTo>
                  <a:cubicBezTo>
                    <a:pt x="11098" y="49577"/>
                    <a:pt x="0" y="38479"/>
                    <a:pt x="0" y="24788"/>
                  </a:cubicBezTo>
                  <a:cubicBezTo>
                    <a:pt x="0" y="11098"/>
                    <a:pt x="11098" y="0"/>
                    <a:pt x="24788" y="0"/>
                  </a:cubicBezTo>
                  <a:cubicBezTo>
                    <a:pt x="38479" y="0"/>
                    <a:pt x="49577" y="11098"/>
                    <a:pt x="49577" y="2478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129" name="Google Shape;3129;p69"/>
          <p:cNvGrpSpPr/>
          <p:nvPr/>
        </p:nvGrpSpPr>
        <p:grpSpPr>
          <a:xfrm>
            <a:off x="6375736" y="2697219"/>
            <a:ext cx="538392" cy="538392"/>
            <a:chOff x="4114123" y="4412040"/>
            <a:chExt cx="538392" cy="538392"/>
          </a:xfrm>
        </p:grpSpPr>
        <p:sp>
          <p:nvSpPr>
            <p:cNvPr id="3130" name="Google Shape;3130;p69"/>
            <p:cNvSpPr/>
            <p:nvPr/>
          </p:nvSpPr>
          <p:spPr>
            <a:xfrm>
              <a:off x="4114123" y="4412040"/>
              <a:ext cx="538392" cy="538392"/>
            </a:xfrm>
            <a:custGeom>
              <a:rect b="b" l="l" r="r" t="t"/>
              <a:pathLst>
                <a:path extrusionOk="0" h="538392" w="538392">
                  <a:moveTo>
                    <a:pt x="269196" y="538393"/>
                  </a:moveTo>
                  <a:cubicBezTo>
                    <a:pt x="417869" y="538393"/>
                    <a:pt x="538392" y="417869"/>
                    <a:pt x="538392" y="269196"/>
                  </a:cubicBezTo>
                  <a:cubicBezTo>
                    <a:pt x="538392" y="120523"/>
                    <a:pt x="417869" y="0"/>
                    <a:pt x="269196" y="0"/>
                  </a:cubicBezTo>
                  <a:cubicBezTo>
                    <a:pt x="120523" y="0"/>
                    <a:pt x="0" y="120523"/>
                    <a:pt x="0" y="269196"/>
                  </a:cubicBezTo>
                  <a:cubicBezTo>
                    <a:pt x="0" y="417869"/>
                    <a:pt x="120523" y="538393"/>
                    <a:pt x="269196" y="538393"/>
                  </a:cubicBezTo>
                  <a:close/>
                </a:path>
              </a:pathLst>
            </a:custGeom>
            <a:solidFill>
              <a:srgbClr val="FC1C4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31" name="Google Shape;3131;p69"/>
            <p:cNvSpPr/>
            <p:nvPr/>
          </p:nvSpPr>
          <p:spPr>
            <a:xfrm>
              <a:off x="4331173" y="4740107"/>
              <a:ext cx="104285" cy="25716"/>
            </a:xfrm>
            <a:custGeom>
              <a:rect b="b" l="l" r="r" t="t"/>
              <a:pathLst>
                <a:path extrusionOk="0" h="25716" w="104285">
                  <a:moveTo>
                    <a:pt x="0" y="12858"/>
                  </a:moveTo>
                  <a:cubicBezTo>
                    <a:pt x="0" y="5757"/>
                    <a:pt x="5757" y="0"/>
                    <a:pt x="12858" y="0"/>
                  </a:cubicBezTo>
                  <a:lnTo>
                    <a:pt x="91427" y="0"/>
                  </a:lnTo>
                  <a:cubicBezTo>
                    <a:pt x="98529" y="0"/>
                    <a:pt x="104286" y="5757"/>
                    <a:pt x="104286" y="12858"/>
                  </a:cubicBezTo>
                  <a:cubicBezTo>
                    <a:pt x="104286" y="19960"/>
                    <a:pt x="98529" y="25717"/>
                    <a:pt x="91427" y="25717"/>
                  </a:cubicBezTo>
                  <a:lnTo>
                    <a:pt x="12858" y="25717"/>
                  </a:lnTo>
                  <a:cubicBezTo>
                    <a:pt x="5757" y="25717"/>
                    <a:pt x="0" y="19960"/>
                    <a:pt x="0" y="1285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32" name="Google Shape;3132;p69"/>
            <p:cNvSpPr/>
            <p:nvPr/>
          </p:nvSpPr>
          <p:spPr>
            <a:xfrm>
              <a:off x="4298648" y="4628912"/>
              <a:ext cx="49571" cy="49571"/>
            </a:xfrm>
            <a:custGeom>
              <a:rect b="b" l="l" r="r" t="t"/>
              <a:pathLst>
                <a:path extrusionOk="0" h="49571" w="49571">
                  <a:moveTo>
                    <a:pt x="49571" y="24786"/>
                  </a:moveTo>
                  <a:cubicBezTo>
                    <a:pt x="49571" y="38475"/>
                    <a:pt x="38474" y="49571"/>
                    <a:pt x="24786" y="49571"/>
                  </a:cubicBezTo>
                  <a:cubicBezTo>
                    <a:pt x="11097" y="49571"/>
                    <a:pt x="0" y="38475"/>
                    <a:pt x="0" y="24786"/>
                  </a:cubicBezTo>
                  <a:cubicBezTo>
                    <a:pt x="0" y="11097"/>
                    <a:pt x="11097" y="0"/>
                    <a:pt x="24786" y="0"/>
                  </a:cubicBezTo>
                  <a:cubicBezTo>
                    <a:pt x="38474" y="0"/>
                    <a:pt x="49571" y="11097"/>
                    <a:pt x="49571" y="2478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33" name="Google Shape;3133;p69"/>
            <p:cNvSpPr/>
            <p:nvPr/>
          </p:nvSpPr>
          <p:spPr>
            <a:xfrm>
              <a:off x="4422601" y="4628912"/>
              <a:ext cx="49571" cy="49571"/>
            </a:xfrm>
            <a:custGeom>
              <a:rect b="b" l="l" r="r" t="t"/>
              <a:pathLst>
                <a:path extrusionOk="0" h="49571" w="49571">
                  <a:moveTo>
                    <a:pt x="49571" y="24786"/>
                  </a:moveTo>
                  <a:cubicBezTo>
                    <a:pt x="49571" y="38475"/>
                    <a:pt x="38474" y="49571"/>
                    <a:pt x="24786" y="49571"/>
                  </a:cubicBezTo>
                  <a:cubicBezTo>
                    <a:pt x="11097" y="49571"/>
                    <a:pt x="0" y="38475"/>
                    <a:pt x="0" y="24786"/>
                  </a:cubicBezTo>
                  <a:cubicBezTo>
                    <a:pt x="0" y="11097"/>
                    <a:pt x="11097" y="0"/>
                    <a:pt x="24786" y="0"/>
                  </a:cubicBezTo>
                  <a:cubicBezTo>
                    <a:pt x="38474" y="0"/>
                    <a:pt x="49571" y="11097"/>
                    <a:pt x="49571" y="2478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134" name="Google Shape;3134;p69"/>
          <p:cNvGrpSpPr/>
          <p:nvPr/>
        </p:nvGrpSpPr>
        <p:grpSpPr>
          <a:xfrm>
            <a:off x="8456968" y="1752269"/>
            <a:ext cx="544795" cy="538385"/>
            <a:chOff x="6398558" y="4412053"/>
            <a:chExt cx="544795" cy="538385"/>
          </a:xfrm>
        </p:grpSpPr>
        <p:sp>
          <p:nvSpPr>
            <p:cNvPr id="3135" name="Google Shape;3135;p69"/>
            <p:cNvSpPr/>
            <p:nvPr/>
          </p:nvSpPr>
          <p:spPr>
            <a:xfrm>
              <a:off x="6398558" y="4412053"/>
              <a:ext cx="544795" cy="538385"/>
            </a:xfrm>
            <a:custGeom>
              <a:rect b="b" l="l" r="r" t="t"/>
              <a:pathLst>
                <a:path extrusionOk="0" h="538385" w="544795">
                  <a:moveTo>
                    <a:pt x="272398" y="538386"/>
                  </a:moveTo>
                  <a:cubicBezTo>
                    <a:pt x="422839" y="538386"/>
                    <a:pt x="544795" y="417864"/>
                    <a:pt x="544795" y="269193"/>
                  </a:cubicBezTo>
                  <a:cubicBezTo>
                    <a:pt x="544795" y="120522"/>
                    <a:pt x="422839" y="0"/>
                    <a:pt x="272398" y="0"/>
                  </a:cubicBezTo>
                  <a:cubicBezTo>
                    <a:pt x="121957" y="0"/>
                    <a:pt x="0" y="120522"/>
                    <a:pt x="0" y="269193"/>
                  </a:cubicBezTo>
                  <a:cubicBezTo>
                    <a:pt x="0" y="417864"/>
                    <a:pt x="121957" y="538386"/>
                    <a:pt x="272398" y="538386"/>
                  </a:cubicBezTo>
                  <a:close/>
                </a:path>
              </a:pathLst>
            </a:custGeom>
            <a:solidFill>
              <a:srgbClr val="FC1C4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36" name="Google Shape;3136;p69"/>
            <p:cNvSpPr/>
            <p:nvPr/>
          </p:nvSpPr>
          <p:spPr>
            <a:xfrm>
              <a:off x="6603904" y="4729923"/>
              <a:ext cx="134099" cy="44495"/>
            </a:xfrm>
            <a:custGeom>
              <a:rect b="b" l="l" r="r" t="t"/>
              <a:pathLst>
                <a:path extrusionOk="0" h="44495" w="134099">
                  <a:moveTo>
                    <a:pt x="2864" y="39685"/>
                  </a:moveTo>
                  <a:cubicBezTo>
                    <a:pt x="7362" y="45224"/>
                    <a:pt x="15551" y="46110"/>
                    <a:pt x="21155" y="41665"/>
                  </a:cubicBezTo>
                  <a:cubicBezTo>
                    <a:pt x="47968" y="20401"/>
                    <a:pt x="86131" y="20401"/>
                    <a:pt x="112944" y="41665"/>
                  </a:cubicBezTo>
                  <a:cubicBezTo>
                    <a:pt x="118548" y="46110"/>
                    <a:pt x="126737" y="45224"/>
                    <a:pt x="131235" y="39685"/>
                  </a:cubicBezTo>
                  <a:cubicBezTo>
                    <a:pt x="135733" y="34146"/>
                    <a:pt x="134835" y="26053"/>
                    <a:pt x="129231" y="21609"/>
                  </a:cubicBezTo>
                  <a:cubicBezTo>
                    <a:pt x="92903" y="-7203"/>
                    <a:pt x="41196" y="-7203"/>
                    <a:pt x="4868" y="21609"/>
                  </a:cubicBezTo>
                  <a:cubicBezTo>
                    <a:pt x="-736" y="26053"/>
                    <a:pt x="-1633" y="34146"/>
                    <a:pt x="2864" y="3968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37" name="Google Shape;3137;p69"/>
            <p:cNvSpPr/>
            <p:nvPr/>
          </p:nvSpPr>
          <p:spPr>
            <a:xfrm>
              <a:off x="6583161" y="4628930"/>
              <a:ext cx="50161" cy="49570"/>
            </a:xfrm>
            <a:custGeom>
              <a:rect b="b" l="l" r="r" t="t"/>
              <a:pathLst>
                <a:path extrusionOk="0" h="49570" w="50161">
                  <a:moveTo>
                    <a:pt x="50161" y="24785"/>
                  </a:moveTo>
                  <a:cubicBezTo>
                    <a:pt x="50161" y="38474"/>
                    <a:pt x="38932" y="49571"/>
                    <a:pt x="25081" y="49571"/>
                  </a:cubicBezTo>
                  <a:cubicBezTo>
                    <a:pt x="11229" y="49571"/>
                    <a:pt x="0" y="38474"/>
                    <a:pt x="0" y="24785"/>
                  </a:cubicBezTo>
                  <a:cubicBezTo>
                    <a:pt x="0" y="11097"/>
                    <a:pt x="11229" y="0"/>
                    <a:pt x="25081" y="0"/>
                  </a:cubicBezTo>
                  <a:cubicBezTo>
                    <a:pt x="38932" y="0"/>
                    <a:pt x="50161" y="11097"/>
                    <a:pt x="50161" y="2478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38" name="Google Shape;3138;p69"/>
            <p:cNvSpPr/>
            <p:nvPr/>
          </p:nvSpPr>
          <p:spPr>
            <a:xfrm>
              <a:off x="6708583" y="4628930"/>
              <a:ext cx="50161" cy="49570"/>
            </a:xfrm>
            <a:custGeom>
              <a:rect b="b" l="l" r="r" t="t"/>
              <a:pathLst>
                <a:path extrusionOk="0" h="49570" w="50161">
                  <a:moveTo>
                    <a:pt x="50161" y="24785"/>
                  </a:moveTo>
                  <a:cubicBezTo>
                    <a:pt x="50161" y="38474"/>
                    <a:pt x="38932" y="49571"/>
                    <a:pt x="25081" y="49571"/>
                  </a:cubicBezTo>
                  <a:cubicBezTo>
                    <a:pt x="11229" y="49571"/>
                    <a:pt x="0" y="38474"/>
                    <a:pt x="0" y="24785"/>
                  </a:cubicBezTo>
                  <a:cubicBezTo>
                    <a:pt x="0" y="11097"/>
                    <a:pt x="11229" y="0"/>
                    <a:pt x="25081" y="0"/>
                  </a:cubicBezTo>
                  <a:cubicBezTo>
                    <a:pt x="38932" y="0"/>
                    <a:pt x="50161" y="11097"/>
                    <a:pt x="50161" y="2478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42" name="Shape 3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3" name="Google Shape;3143;p70"/>
          <p:cNvSpPr txBox="1"/>
          <p:nvPr>
            <p:ph idx="1" type="body"/>
          </p:nvPr>
        </p:nvSpPr>
        <p:spPr>
          <a:xfrm>
            <a:off x="417525" y="182918"/>
            <a:ext cx="5335912" cy="2605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3B3B3"/>
              </a:buClr>
              <a:buSzPts val="1100"/>
              <a:buFont typeface="Arial"/>
              <a:buNone/>
            </a:pPr>
            <a:r>
              <a:rPr lang="ko-KR"/>
              <a:t>TITLE</a:t>
            </a:r>
            <a:endParaRPr/>
          </a:p>
        </p:txBody>
      </p:sp>
      <p:sp>
        <p:nvSpPr>
          <p:cNvPr id="3144" name="Google Shape;3144;p70"/>
          <p:cNvSpPr txBox="1"/>
          <p:nvPr>
            <p:ph idx="2" type="body"/>
          </p:nvPr>
        </p:nvSpPr>
        <p:spPr>
          <a:xfrm>
            <a:off x="417525" y="2356318"/>
            <a:ext cx="4440914" cy="115937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266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rPr lang="ko-KR"/>
              <a:t>주제를</a:t>
            </a:r>
            <a:br>
              <a:rPr lang="ko-KR"/>
            </a:br>
            <a:r>
              <a:rPr lang="ko-KR"/>
              <a:t>입력해주세요</a:t>
            </a:r>
            <a:endParaRPr/>
          </a:p>
        </p:txBody>
      </p:sp>
      <p:sp>
        <p:nvSpPr>
          <p:cNvPr id="3145" name="Google Shape;3145;p70"/>
          <p:cNvSpPr txBox="1"/>
          <p:nvPr>
            <p:ph idx="3" type="body"/>
          </p:nvPr>
        </p:nvSpPr>
        <p:spPr>
          <a:xfrm>
            <a:off x="417526" y="3695989"/>
            <a:ext cx="4440914" cy="7596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ko-KR"/>
              <a:t>내용을 입력해주세요</a:t>
            </a:r>
            <a:br>
              <a:rPr lang="ko-KR"/>
            </a:br>
            <a:r>
              <a:rPr lang="ko-KR"/>
              <a:t>내용을 입력해주세요</a:t>
            </a:r>
            <a:endParaRPr/>
          </a:p>
        </p:txBody>
      </p:sp>
      <p:sp>
        <p:nvSpPr>
          <p:cNvPr id="3146" name="Google Shape;3146;p70"/>
          <p:cNvSpPr/>
          <p:nvPr>
            <p:ph idx="4" type="pic"/>
          </p:nvPr>
        </p:nvSpPr>
        <p:spPr>
          <a:xfrm>
            <a:off x="5104254" y="981075"/>
            <a:ext cx="5438775" cy="49022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50" name="Shape 3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1" name="Google Shape;3151;p71"/>
          <p:cNvSpPr txBox="1"/>
          <p:nvPr>
            <p:ph idx="1" type="body"/>
          </p:nvPr>
        </p:nvSpPr>
        <p:spPr>
          <a:xfrm>
            <a:off x="417525" y="182918"/>
            <a:ext cx="5335912" cy="2605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3B3B3"/>
              </a:buClr>
              <a:buSzPts val="1100"/>
              <a:buFont typeface="Arial"/>
              <a:buNone/>
            </a:pPr>
            <a:r>
              <a:rPr lang="ko-KR"/>
              <a:t>TITLE</a:t>
            </a:r>
            <a:endParaRPr/>
          </a:p>
        </p:txBody>
      </p:sp>
      <p:sp>
        <p:nvSpPr>
          <p:cNvPr id="3152" name="Google Shape;3152;p71"/>
          <p:cNvSpPr txBox="1"/>
          <p:nvPr>
            <p:ph idx="2" type="body"/>
          </p:nvPr>
        </p:nvSpPr>
        <p:spPr>
          <a:xfrm>
            <a:off x="517750" y="5285013"/>
            <a:ext cx="10022400" cy="400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ko-KR"/>
              <a:t>주제를 입력해주세요</a:t>
            </a:r>
            <a:endParaRPr/>
          </a:p>
        </p:txBody>
      </p:sp>
      <p:sp>
        <p:nvSpPr>
          <p:cNvPr id="3153" name="Google Shape;3153;p71"/>
          <p:cNvSpPr txBox="1"/>
          <p:nvPr>
            <p:ph idx="3" type="body"/>
          </p:nvPr>
        </p:nvSpPr>
        <p:spPr>
          <a:xfrm>
            <a:off x="517751" y="5698115"/>
            <a:ext cx="10022400" cy="3180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ctr">
              <a:lnSpc>
                <a:spcPct val="13428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ko-KR"/>
              <a:t>내용을 입력해주세요</a:t>
            </a:r>
            <a:endParaRPr/>
          </a:p>
        </p:txBody>
      </p:sp>
      <p:sp>
        <p:nvSpPr>
          <p:cNvPr id="3154" name="Google Shape;3154;p71"/>
          <p:cNvSpPr/>
          <p:nvPr>
            <p:ph idx="4" type="pic"/>
          </p:nvPr>
        </p:nvSpPr>
        <p:spPr>
          <a:xfrm>
            <a:off x="517751" y="981075"/>
            <a:ext cx="10022400" cy="4225201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58" name="Shape 3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9" name="Google Shape;3159;p72"/>
          <p:cNvSpPr txBox="1"/>
          <p:nvPr>
            <p:ph idx="1" type="body"/>
          </p:nvPr>
        </p:nvSpPr>
        <p:spPr>
          <a:xfrm>
            <a:off x="417525" y="182918"/>
            <a:ext cx="5335912" cy="2605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3B3B3"/>
              </a:buClr>
              <a:buSzPts val="1100"/>
              <a:buFont typeface="Arial"/>
              <a:buNone/>
            </a:pPr>
            <a:r>
              <a:rPr lang="ko-KR"/>
              <a:t>TITLE</a:t>
            </a:r>
            <a:endParaRPr/>
          </a:p>
        </p:txBody>
      </p:sp>
      <p:sp>
        <p:nvSpPr>
          <p:cNvPr id="3160" name="Google Shape;3160;p72"/>
          <p:cNvSpPr/>
          <p:nvPr>
            <p:ph idx="2" type="pic"/>
          </p:nvPr>
        </p:nvSpPr>
        <p:spPr>
          <a:xfrm>
            <a:off x="522925" y="1659074"/>
            <a:ext cx="10020104" cy="4225201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3161" name="Google Shape;3161;p72"/>
          <p:cNvSpPr txBox="1"/>
          <p:nvPr>
            <p:ph idx="3" type="body"/>
          </p:nvPr>
        </p:nvSpPr>
        <p:spPr>
          <a:xfrm>
            <a:off x="417525" y="835144"/>
            <a:ext cx="5335912" cy="5003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ko-KR"/>
              <a:t>주제를 입력해주세요</a:t>
            </a:r>
            <a:endParaRPr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65" name="Shape 3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6" name="Google Shape;3166;p73"/>
          <p:cNvSpPr txBox="1"/>
          <p:nvPr>
            <p:ph idx="1" type="body"/>
          </p:nvPr>
        </p:nvSpPr>
        <p:spPr>
          <a:xfrm>
            <a:off x="417525" y="182918"/>
            <a:ext cx="5335912" cy="2605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3B3B3"/>
              </a:buClr>
              <a:buSzPts val="1100"/>
              <a:buFont typeface="Arial"/>
              <a:buNone/>
            </a:pPr>
            <a:r>
              <a:rPr lang="ko-KR"/>
              <a:t>TITLE</a:t>
            </a:r>
            <a:endParaRPr/>
          </a:p>
        </p:txBody>
      </p:sp>
      <p:sp>
        <p:nvSpPr>
          <p:cNvPr id="3167" name="Google Shape;3167;p73"/>
          <p:cNvSpPr/>
          <p:nvPr>
            <p:ph idx="2" type="pic"/>
          </p:nvPr>
        </p:nvSpPr>
        <p:spPr>
          <a:xfrm>
            <a:off x="522925" y="981075"/>
            <a:ext cx="5438775" cy="49022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3168" name="Google Shape;3168;p73"/>
          <p:cNvSpPr txBox="1"/>
          <p:nvPr>
            <p:ph idx="3" type="body"/>
          </p:nvPr>
        </p:nvSpPr>
        <p:spPr>
          <a:xfrm>
            <a:off x="6134178" y="2356318"/>
            <a:ext cx="4440914" cy="115937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266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rPr lang="ko-KR"/>
              <a:t>주제를</a:t>
            </a:r>
            <a:br>
              <a:rPr lang="ko-KR"/>
            </a:br>
            <a:r>
              <a:rPr lang="ko-KR"/>
              <a:t>입력해주세요</a:t>
            </a:r>
            <a:endParaRPr/>
          </a:p>
        </p:txBody>
      </p:sp>
      <p:sp>
        <p:nvSpPr>
          <p:cNvPr id="3169" name="Google Shape;3169;p73"/>
          <p:cNvSpPr txBox="1"/>
          <p:nvPr>
            <p:ph idx="4" type="body"/>
          </p:nvPr>
        </p:nvSpPr>
        <p:spPr>
          <a:xfrm>
            <a:off x="6134179" y="3695989"/>
            <a:ext cx="4440914" cy="7596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ko-KR"/>
              <a:t>내용을 입력해주세요</a:t>
            </a:r>
            <a:br>
              <a:rPr lang="ko-KR"/>
            </a:br>
            <a:r>
              <a:rPr lang="ko-KR"/>
              <a:t>내용을 입력해주세요</a:t>
            </a:r>
            <a:endParaRPr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73" name="Shape 3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" name="Google Shape;3174;p74"/>
          <p:cNvSpPr/>
          <p:nvPr>
            <p:ph idx="2" type="pic"/>
          </p:nvPr>
        </p:nvSpPr>
        <p:spPr>
          <a:xfrm>
            <a:off x="522925" y="1659074"/>
            <a:ext cx="5477340" cy="42252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3175" name="Google Shape;3175;p74"/>
          <p:cNvSpPr txBox="1"/>
          <p:nvPr>
            <p:ph idx="1" type="body"/>
          </p:nvPr>
        </p:nvSpPr>
        <p:spPr>
          <a:xfrm>
            <a:off x="417525" y="182918"/>
            <a:ext cx="5335912" cy="2605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3B3B3"/>
              </a:buClr>
              <a:buSzPts val="1100"/>
              <a:buFont typeface="Arial"/>
              <a:buNone/>
            </a:pPr>
            <a:r>
              <a:rPr lang="ko-KR"/>
              <a:t>TITLE</a:t>
            </a:r>
            <a:endParaRPr/>
          </a:p>
        </p:txBody>
      </p:sp>
      <p:sp>
        <p:nvSpPr>
          <p:cNvPr id="3176" name="Google Shape;3176;p74"/>
          <p:cNvSpPr/>
          <p:nvPr>
            <p:ph idx="3" type="body"/>
          </p:nvPr>
        </p:nvSpPr>
        <p:spPr>
          <a:xfrm>
            <a:off x="5083728" y="1900280"/>
            <a:ext cx="5436490" cy="1072095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89693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ko-KR"/>
              <a:t>내용을 입력해주세요</a:t>
            </a:r>
            <a:endParaRPr/>
          </a:p>
        </p:txBody>
      </p:sp>
      <p:sp>
        <p:nvSpPr>
          <p:cNvPr id="3177" name="Google Shape;3177;p74"/>
          <p:cNvSpPr/>
          <p:nvPr>
            <p:ph idx="4" type="body"/>
          </p:nvPr>
        </p:nvSpPr>
        <p:spPr>
          <a:xfrm>
            <a:off x="5083728" y="3255380"/>
            <a:ext cx="5436490" cy="1072095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89693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ko-KR"/>
              <a:t>내용을 입력해주세요</a:t>
            </a:r>
            <a:endParaRPr/>
          </a:p>
        </p:txBody>
      </p:sp>
      <p:sp>
        <p:nvSpPr>
          <p:cNvPr id="3178" name="Google Shape;3178;p74"/>
          <p:cNvSpPr/>
          <p:nvPr>
            <p:ph idx="5" type="body"/>
          </p:nvPr>
        </p:nvSpPr>
        <p:spPr>
          <a:xfrm>
            <a:off x="5083728" y="4573055"/>
            <a:ext cx="5436490" cy="1072095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89693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ko-KR"/>
              <a:t>내용을 입력해주세요</a:t>
            </a:r>
            <a:endParaRPr/>
          </a:p>
        </p:txBody>
      </p:sp>
      <p:sp>
        <p:nvSpPr>
          <p:cNvPr id="3179" name="Google Shape;3179;p74"/>
          <p:cNvSpPr txBox="1"/>
          <p:nvPr>
            <p:ph idx="6" type="body"/>
          </p:nvPr>
        </p:nvSpPr>
        <p:spPr>
          <a:xfrm>
            <a:off x="417525" y="835144"/>
            <a:ext cx="5335912" cy="5003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ko-KR"/>
              <a:t>주제를 입력해주세요</a:t>
            </a:r>
            <a:endParaRPr/>
          </a:p>
        </p:txBody>
      </p:sp>
      <p:sp>
        <p:nvSpPr>
          <p:cNvPr id="3180" name="Google Shape;3180;p74"/>
          <p:cNvSpPr/>
          <p:nvPr/>
        </p:nvSpPr>
        <p:spPr>
          <a:xfrm>
            <a:off x="5251374" y="2070934"/>
            <a:ext cx="730786" cy="73078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1" name="Google Shape;3181;p74"/>
          <p:cNvSpPr/>
          <p:nvPr/>
        </p:nvSpPr>
        <p:spPr>
          <a:xfrm>
            <a:off x="5251374" y="3426034"/>
            <a:ext cx="730786" cy="73078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2" name="Google Shape;3182;p74"/>
          <p:cNvSpPr/>
          <p:nvPr/>
        </p:nvSpPr>
        <p:spPr>
          <a:xfrm>
            <a:off x="5251374" y="4743709"/>
            <a:ext cx="730786" cy="73078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3" name="Google Shape;3183;p74"/>
          <p:cNvSpPr/>
          <p:nvPr/>
        </p:nvSpPr>
        <p:spPr>
          <a:xfrm>
            <a:off x="5427750" y="2234005"/>
            <a:ext cx="336155" cy="349624"/>
          </a:xfrm>
          <a:custGeom>
            <a:rect b="b" l="l" r="r" t="t"/>
            <a:pathLst>
              <a:path extrusionOk="0" h="619381" w="595519">
                <a:moveTo>
                  <a:pt x="552478" y="229"/>
                </a:moveTo>
                <a:cubicBezTo>
                  <a:pt x="557281" y="-1068"/>
                  <a:pt x="561676" y="3359"/>
                  <a:pt x="560390" y="8196"/>
                </a:cubicBezTo>
                <a:lnTo>
                  <a:pt x="543041" y="73405"/>
                </a:lnTo>
                <a:cubicBezTo>
                  <a:pt x="541754" y="78243"/>
                  <a:pt x="535750" y="79863"/>
                  <a:pt x="532234" y="76322"/>
                </a:cubicBezTo>
                <a:lnTo>
                  <a:pt x="517959" y="61945"/>
                </a:lnTo>
                <a:lnTo>
                  <a:pt x="304924" y="276500"/>
                </a:lnTo>
                <a:cubicBezTo>
                  <a:pt x="299879" y="281581"/>
                  <a:pt x="291699" y="281581"/>
                  <a:pt x="286654" y="276500"/>
                </a:cubicBezTo>
                <a:lnTo>
                  <a:pt x="226283" y="215698"/>
                </a:lnTo>
                <a:lnTo>
                  <a:pt x="44556" y="398726"/>
                </a:lnTo>
                <a:cubicBezTo>
                  <a:pt x="39510" y="403808"/>
                  <a:pt x="31331" y="403808"/>
                  <a:pt x="26285" y="398727"/>
                </a:cubicBezTo>
                <a:cubicBezTo>
                  <a:pt x="21240" y="393645"/>
                  <a:pt x="21240" y="385407"/>
                  <a:pt x="26285" y="380325"/>
                </a:cubicBezTo>
                <a:lnTo>
                  <a:pt x="217147" y="188097"/>
                </a:lnTo>
                <a:cubicBezTo>
                  <a:pt x="219570" y="185656"/>
                  <a:pt x="222856" y="184286"/>
                  <a:pt x="226282" y="184286"/>
                </a:cubicBezTo>
                <a:cubicBezTo>
                  <a:pt x="229709" y="184286"/>
                  <a:pt x="232995" y="185656"/>
                  <a:pt x="235418" y="188097"/>
                </a:cubicBezTo>
                <a:lnTo>
                  <a:pt x="295789" y="248898"/>
                </a:lnTo>
                <a:lnTo>
                  <a:pt x="499688" y="43544"/>
                </a:lnTo>
                <a:lnTo>
                  <a:pt x="484836" y="28586"/>
                </a:lnTo>
                <a:cubicBezTo>
                  <a:pt x="481320" y="25044"/>
                  <a:pt x="482928" y="18997"/>
                  <a:pt x="487732" y="17701"/>
                </a:cubicBezTo>
                <a:lnTo>
                  <a:pt x="552478" y="229"/>
                </a:lnTo>
                <a:close/>
                <a:moveTo>
                  <a:pt x="440048" y="196070"/>
                </a:moveTo>
                <a:cubicBezTo>
                  <a:pt x="429346" y="196070"/>
                  <a:pt x="420670" y="204809"/>
                  <a:pt x="420670" y="215587"/>
                </a:cubicBezTo>
                <a:lnTo>
                  <a:pt x="420670" y="599864"/>
                </a:lnTo>
                <a:cubicBezTo>
                  <a:pt x="420670" y="610643"/>
                  <a:pt x="429346" y="619381"/>
                  <a:pt x="440048" y="619381"/>
                </a:cubicBezTo>
                <a:lnTo>
                  <a:pt x="576141" y="619381"/>
                </a:lnTo>
                <a:cubicBezTo>
                  <a:pt x="586843" y="619381"/>
                  <a:pt x="595519" y="610643"/>
                  <a:pt x="595519" y="599864"/>
                </a:cubicBezTo>
                <a:lnTo>
                  <a:pt x="595519" y="215587"/>
                </a:lnTo>
                <a:cubicBezTo>
                  <a:pt x="595519" y="204809"/>
                  <a:pt x="586843" y="196070"/>
                  <a:pt x="576141" y="196070"/>
                </a:cubicBezTo>
                <a:lnTo>
                  <a:pt x="440048" y="196070"/>
                </a:lnTo>
                <a:close/>
                <a:moveTo>
                  <a:pt x="210333" y="336364"/>
                </a:moveTo>
                <a:cubicBezTo>
                  <a:pt x="210333" y="325586"/>
                  <a:pt x="219009" y="316847"/>
                  <a:pt x="229712" y="316847"/>
                </a:cubicBezTo>
                <a:lnTo>
                  <a:pt x="365804" y="316847"/>
                </a:lnTo>
                <a:cubicBezTo>
                  <a:pt x="376506" y="316847"/>
                  <a:pt x="385183" y="325586"/>
                  <a:pt x="385183" y="336364"/>
                </a:cubicBezTo>
                <a:lnTo>
                  <a:pt x="385183" y="599864"/>
                </a:lnTo>
                <a:cubicBezTo>
                  <a:pt x="385183" y="610643"/>
                  <a:pt x="376506" y="619382"/>
                  <a:pt x="365804" y="619382"/>
                </a:cubicBezTo>
                <a:lnTo>
                  <a:pt x="229712" y="619382"/>
                </a:lnTo>
                <a:cubicBezTo>
                  <a:pt x="219009" y="619382"/>
                  <a:pt x="210333" y="610643"/>
                  <a:pt x="210333" y="599864"/>
                </a:cubicBezTo>
                <a:lnTo>
                  <a:pt x="210333" y="336364"/>
                </a:lnTo>
                <a:close/>
                <a:moveTo>
                  <a:pt x="0" y="458179"/>
                </a:moveTo>
                <a:cubicBezTo>
                  <a:pt x="0" y="447400"/>
                  <a:pt x="8676" y="438662"/>
                  <a:pt x="19379" y="438662"/>
                </a:cubicBezTo>
                <a:lnTo>
                  <a:pt x="155470" y="438662"/>
                </a:lnTo>
                <a:cubicBezTo>
                  <a:pt x="166173" y="438662"/>
                  <a:pt x="174850" y="447400"/>
                  <a:pt x="174850" y="458179"/>
                </a:cubicBezTo>
                <a:lnTo>
                  <a:pt x="174850" y="599864"/>
                </a:lnTo>
                <a:cubicBezTo>
                  <a:pt x="174850" y="610643"/>
                  <a:pt x="166173" y="619381"/>
                  <a:pt x="155471" y="619381"/>
                </a:cubicBezTo>
                <a:lnTo>
                  <a:pt x="19379" y="619381"/>
                </a:lnTo>
                <a:cubicBezTo>
                  <a:pt x="8676" y="619381"/>
                  <a:pt x="0" y="610643"/>
                  <a:pt x="0" y="599864"/>
                </a:cubicBezTo>
                <a:lnTo>
                  <a:pt x="0" y="458179"/>
                </a:lnTo>
                <a:close/>
              </a:path>
            </a:pathLst>
          </a:custGeom>
          <a:solidFill>
            <a:srgbClr val="FC1C4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184" name="Google Shape;3184;p74"/>
          <p:cNvGrpSpPr/>
          <p:nvPr/>
        </p:nvGrpSpPr>
        <p:grpSpPr>
          <a:xfrm>
            <a:off x="5478921" y="3671305"/>
            <a:ext cx="281653" cy="286259"/>
            <a:chOff x="7542636" y="3035390"/>
            <a:chExt cx="548861" cy="557836"/>
          </a:xfrm>
        </p:grpSpPr>
        <p:sp>
          <p:nvSpPr>
            <p:cNvPr id="3185" name="Google Shape;3185;p74"/>
            <p:cNvSpPr/>
            <p:nvPr/>
          </p:nvSpPr>
          <p:spPr>
            <a:xfrm>
              <a:off x="7542636" y="3035390"/>
              <a:ext cx="548861" cy="557836"/>
            </a:xfrm>
            <a:custGeom>
              <a:rect b="b" l="l" r="r" t="t"/>
              <a:pathLst>
                <a:path extrusionOk="0" h="557836" w="548861">
                  <a:moveTo>
                    <a:pt x="28731" y="448265"/>
                  </a:moveTo>
                  <a:cubicBezTo>
                    <a:pt x="89209" y="456841"/>
                    <a:pt x="198085" y="486696"/>
                    <a:pt x="265126" y="553862"/>
                  </a:cubicBezTo>
                  <a:cubicBezTo>
                    <a:pt x="266301" y="555088"/>
                    <a:pt x="267725" y="556091"/>
                    <a:pt x="269344" y="556788"/>
                  </a:cubicBezTo>
                  <a:cubicBezTo>
                    <a:pt x="270810" y="557418"/>
                    <a:pt x="272349" y="557760"/>
                    <a:pt x="273885" y="557825"/>
                  </a:cubicBezTo>
                  <a:cubicBezTo>
                    <a:pt x="274214" y="557838"/>
                    <a:pt x="274542" y="557840"/>
                    <a:pt x="274870" y="557829"/>
                  </a:cubicBezTo>
                  <a:cubicBezTo>
                    <a:pt x="275694" y="557800"/>
                    <a:pt x="276521" y="557693"/>
                    <a:pt x="277340" y="557503"/>
                  </a:cubicBezTo>
                  <a:cubicBezTo>
                    <a:pt x="279810" y="556930"/>
                    <a:pt x="282017" y="555651"/>
                    <a:pt x="283726" y="553872"/>
                  </a:cubicBezTo>
                  <a:cubicBezTo>
                    <a:pt x="350766" y="486699"/>
                    <a:pt x="459650" y="456842"/>
                    <a:pt x="520131" y="448265"/>
                  </a:cubicBezTo>
                  <a:cubicBezTo>
                    <a:pt x="536059" y="446007"/>
                    <a:pt x="548861" y="432481"/>
                    <a:pt x="548861" y="415553"/>
                  </a:cubicBezTo>
                  <a:lnTo>
                    <a:pt x="548861" y="32012"/>
                  </a:lnTo>
                  <a:cubicBezTo>
                    <a:pt x="548861" y="14229"/>
                    <a:pt x="534345" y="-752"/>
                    <a:pt x="515998" y="29"/>
                  </a:cubicBezTo>
                  <a:cubicBezTo>
                    <a:pt x="386957" y="5522"/>
                    <a:pt x="307901" y="63632"/>
                    <a:pt x="274431" y="105225"/>
                  </a:cubicBezTo>
                  <a:cubicBezTo>
                    <a:pt x="240961" y="63632"/>
                    <a:pt x="161905" y="5522"/>
                    <a:pt x="32864" y="29"/>
                  </a:cubicBezTo>
                  <a:cubicBezTo>
                    <a:pt x="14517" y="-752"/>
                    <a:pt x="0" y="14229"/>
                    <a:pt x="0" y="32012"/>
                  </a:cubicBezTo>
                  <a:lnTo>
                    <a:pt x="0" y="415553"/>
                  </a:lnTo>
                  <a:cubicBezTo>
                    <a:pt x="0" y="432481"/>
                    <a:pt x="12802" y="446007"/>
                    <a:pt x="28731" y="448265"/>
                  </a:cubicBezTo>
                  <a:close/>
                </a:path>
              </a:pathLst>
            </a:custGeom>
            <a:solidFill>
              <a:srgbClr val="FC1C4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86" name="Google Shape;3186;p74"/>
            <p:cNvSpPr/>
            <p:nvPr/>
          </p:nvSpPr>
          <p:spPr>
            <a:xfrm>
              <a:off x="7805511" y="3228523"/>
              <a:ext cx="25821" cy="241915"/>
            </a:xfrm>
            <a:custGeom>
              <a:rect b="b" l="l" r="r" t="t"/>
              <a:pathLst>
                <a:path extrusionOk="0" h="241915" w="25821">
                  <a:moveTo>
                    <a:pt x="12911" y="241915"/>
                  </a:moveTo>
                  <a:cubicBezTo>
                    <a:pt x="5780" y="241915"/>
                    <a:pt x="0" y="236112"/>
                    <a:pt x="0" y="228954"/>
                  </a:cubicBezTo>
                  <a:lnTo>
                    <a:pt x="0" y="12962"/>
                  </a:lnTo>
                  <a:cubicBezTo>
                    <a:pt x="0" y="5803"/>
                    <a:pt x="5780" y="0"/>
                    <a:pt x="12911" y="0"/>
                  </a:cubicBezTo>
                  <a:cubicBezTo>
                    <a:pt x="20041" y="0"/>
                    <a:pt x="25821" y="5803"/>
                    <a:pt x="25821" y="12962"/>
                  </a:cubicBezTo>
                  <a:lnTo>
                    <a:pt x="25821" y="228954"/>
                  </a:lnTo>
                  <a:cubicBezTo>
                    <a:pt x="25821" y="236112"/>
                    <a:pt x="20041" y="241915"/>
                    <a:pt x="12911" y="24191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187" name="Google Shape;3187;p74"/>
          <p:cNvSpPr/>
          <p:nvPr/>
        </p:nvSpPr>
        <p:spPr>
          <a:xfrm>
            <a:off x="5434624" y="4997745"/>
            <a:ext cx="357259" cy="248061"/>
          </a:xfrm>
          <a:custGeom>
            <a:rect b="b" l="l" r="r" t="t"/>
            <a:pathLst>
              <a:path extrusionOk="0" h="439456" w="632906">
                <a:moveTo>
                  <a:pt x="32307" y="0"/>
                </a:moveTo>
                <a:cubicBezTo>
                  <a:pt x="14464" y="0"/>
                  <a:pt x="0" y="14352"/>
                  <a:pt x="0" y="32057"/>
                </a:cubicBezTo>
                <a:lnTo>
                  <a:pt x="0" y="407400"/>
                </a:lnTo>
                <a:cubicBezTo>
                  <a:pt x="0" y="425104"/>
                  <a:pt x="14464" y="439457"/>
                  <a:pt x="32307" y="439457"/>
                </a:cubicBezTo>
                <a:lnTo>
                  <a:pt x="600599" y="439457"/>
                </a:lnTo>
                <a:cubicBezTo>
                  <a:pt x="618442" y="439457"/>
                  <a:pt x="632907" y="425104"/>
                  <a:pt x="632907" y="407400"/>
                </a:cubicBezTo>
                <a:lnTo>
                  <a:pt x="632907" y="32057"/>
                </a:lnTo>
                <a:cubicBezTo>
                  <a:pt x="632907" y="14352"/>
                  <a:pt x="618442" y="0"/>
                  <a:pt x="600599" y="0"/>
                </a:cubicBezTo>
                <a:lnTo>
                  <a:pt x="32307" y="0"/>
                </a:lnTo>
                <a:close/>
              </a:path>
            </a:pathLst>
          </a:custGeom>
          <a:solidFill>
            <a:srgbClr val="FC1C4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8" name="Google Shape;3188;p74"/>
          <p:cNvSpPr txBox="1"/>
          <p:nvPr/>
        </p:nvSpPr>
        <p:spPr>
          <a:xfrm>
            <a:off x="5411444" y="5011828"/>
            <a:ext cx="403618" cy="20359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</a:pPr>
            <a:r>
              <a:rPr b="1" i="0" lang="ko-KR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CSV</a:t>
            </a:r>
            <a:endParaRPr b="1" i="0" sz="9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92" name="Shape 3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3" name="Google Shape;3193;p75"/>
          <p:cNvSpPr txBox="1"/>
          <p:nvPr>
            <p:ph idx="1" type="body"/>
          </p:nvPr>
        </p:nvSpPr>
        <p:spPr>
          <a:xfrm>
            <a:off x="417525" y="182918"/>
            <a:ext cx="5335912" cy="2605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3B3B3"/>
              </a:buClr>
              <a:buSzPts val="1100"/>
              <a:buFont typeface="Arial"/>
              <a:buNone/>
            </a:pPr>
            <a:r>
              <a:rPr lang="ko-KR"/>
              <a:t>TITLE</a:t>
            </a:r>
            <a:endParaRPr/>
          </a:p>
        </p:txBody>
      </p:sp>
      <p:sp>
        <p:nvSpPr>
          <p:cNvPr id="3194" name="Google Shape;3194;p75"/>
          <p:cNvSpPr txBox="1"/>
          <p:nvPr>
            <p:ph idx="2" type="body"/>
          </p:nvPr>
        </p:nvSpPr>
        <p:spPr>
          <a:xfrm>
            <a:off x="479380" y="3907794"/>
            <a:ext cx="2396361" cy="400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ko-KR"/>
              <a:t>주제</a:t>
            </a:r>
            <a:endParaRPr/>
          </a:p>
        </p:txBody>
      </p:sp>
      <p:sp>
        <p:nvSpPr>
          <p:cNvPr id="3195" name="Google Shape;3195;p75"/>
          <p:cNvSpPr txBox="1"/>
          <p:nvPr>
            <p:ph idx="3" type="body"/>
          </p:nvPr>
        </p:nvSpPr>
        <p:spPr>
          <a:xfrm>
            <a:off x="479380" y="4409032"/>
            <a:ext cx="2396361" cy="6940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4857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ko-KR"/>
              <a:t>내용을 입력해주세요</a:t>
            </a:r>
            <a:br>
              <a:rPr lang="ko-KR"/>
            </a:br>
            <a:r>
              <a:rPr lang="ko-KR"/>
              <a:t>내용을 입력해주세요</a:t>
            </a:r>
            <a:endParaRPr/>
          </a:p>
        </p:txBody>
      </p:sp>
      <p:sp>
        <p:nvSpPr>
          <p:cNvPr id="3196" name="Google Shape;3196;p75"/>
          <p:cNvSpPr txBox="1"/>
          <p:nvPr>
            <p:ph idx="4" type="body"/>
          </p:nvPr>
        </p:nvSpPr>
        <p:spPr>
          <a:xfrm>
            <a:off x="479380" y="5103093"/>
            <a:ext cx="2396361" cy="6940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44615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300"/>
              <a:buFont typeface="Arial"/>
              <a:buNone/>
            </a:pPr>
            <a:r>
              <a:rPr lang="ko-KR"/>
              <a:t>내용을 입력해주세요</a:t>
            </a:r>
            <a:br>
              <a:rPr lang="ko-KR"/>
            </a:br>
            <a:r>
              <a:rPr lang="ko-KR"/>
              <a:t>내용을 입력해주세요</a:t>
            </a:r>
            <a:endParaRPr/>
          </a:p>
        </p:txBody>
      </p:sp>
      <p:sp>
        <p:nvSpPr>
          <p:cNvPr id="3197" name="Google Shape;3197;p75"/>
          <p:cNvSpPr txBox="1"/>
          <p:nvPr>
            <p:ph idx="5" type="body"/>
          </p:nvPr>
        </p:nvSpPr>
        <p:spPr>
          <a:xfrm>
            <a:off x="3057327" y="3907794"/>
            <a:ext cx="2396361" cy="400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ko-KR"/>
              <a:t>주제</a:t>
            </a:r>
            <a:endParaRPr/>
          </a:p>
        </p:txBody>
      </p:sp>
      <p:sp>
        <p:nvSpPr>
          <p:cNvPr id="3198" name="Google Shape;3198;p75"/>
          <p:cNvSpPr txBox="1"/>
          <p:nvPr>
            <p:ph idx="6" type="body"/>
          </p:nvPr>
        </p:nvSpPr>
        <p:spPr>
          <a:xfrm>
            <a:off x="3057327" y="4409032"/>
            <a:ext cx="2396361" cy="6940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4857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ko-KR"/>
              <a:t>내용을 입력해주세요</a:t>
            </a:r>
            <a:br>
              <a:rPr lang="ko-KR"/>
            </a:br>
            <a:r>
              <a:rPr lang="ko-KR"/>
              <a:t>내용을 입력해주세요</a:t>
            </a:r>
            <a:endParaRPr/>
          </a:p>
        </p:txBody>
      </p:sp>
      <p:sp>
        <p:nvSpPr>
          <p:cNvPr id="3199" name="Google Shape;3199;p75"/>
          <p:cNvSpPr txBox="1"/>
          <p:nvPr>
            <p:ph idx="7" type="body"/>
          </p:nvPr>
        </p:nvSpPr>
        <p:spPr>
          <a:xfrm>
            <a:off x="5635274" y="3907794"/>
            <a:ext cx="2396361" cy="400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ko-KR"/>
              <a:t>주제</a:t>
            </a:r>
            <a:endParaRPr/>
          </a:p>
        </p:txBody>
      </p:sp>
      <p:sp>
        <p:nvSpPr>
          <p:cNvPr id="3200" name="Google Shape;3200;p75"/>
          <p:cNvSpPr txBox="1"/>
          <p:nvPr>
            <p:ph idx="8" type="body"/>
          </p:nvPr>
        </p:nvSpPr>
        <p:spPr>
          <a:xfrm>
            <a:off x="5635274" y="4409032"/>
            <a:ext cx="2396361" cy="6940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4857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ko-KR"/>
              <a:t>내용을 입력해주세요</a:t>
            </a:r>
            <a:br>
              <a:rPr lang="ko-KR"/>
            </a:br>
            <a:r>
              <a:rPr lang="ko-KR"/>
              <a:t>내용을 입력해주세요</a:t>
            </a:r>
            <a:endParaRPr/>
          </a:p>
        </p:txBody>
      </p:sp>
      <p:sp>
        <p:nvSpPr>
          <p:cNvPr id="3201" name="Google Shape;3201;p75"/>
          <p:cNvSpPr txBox="1"/>
          <p:nvPr>
            <p:ph idx="9" type="body"/>
          </p:nvPr>
        </p:nvSpPr>
        <p:spPr>
          <a:xfrm>
            <a:off x="8213221" y="3907794"/>
            <a:ext cx="2396361" cy="400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ko-KR"/>
              <a:t>주제</a:t>
            </a:r>
            <a:endParaRPr/>
          </a:p>
        </p:txBody>
      </p:sp>
      <p:sp>
        <p:nvSpPr>
          <p:cNvPr id="3202" name="Google Shape;3202;p75"/>
          <p:cNvSpPr txBox="1"/>
          <p:nvPr>
            <p:ph idx="13" type="body"/>
          </p:nvPr>
        </p:nvSpPr>
        <p:spPr>
          <a:xfrm>
            <a:off x="8213221" y="4409032"/>
            <a:ext cx="2396361" cy="6940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4857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ko-KR"/>
              <a:t>내용을 입력해주세요</a:t>
            </a:r>
            <a:br>
              <a:rPr lang="ko-KR"/>
            </a:br>
            <a:r>
              <a:rPr lang="ko-KR"/>
              <a:t>내용을 입력해주세요</a:t>
            </a:r>
            <a:endParaRPr/>
          </a:p>
        </p:txBody>
      </p:sp>
      <p:sp>
        <p:nvSpPr>
          <p:cNvPr id="3203" name="Google Shape;3203;p75"/>
          <p:cNvSpPr txBox="1"/>
          <p:nvPr>
            <p:ph idx="14" type="body"/>
          </p:nvPr>
        </p:nvSpPr>
        <p:spPr>
          <a:xfrm>
            <a:off x="3057326" y="5103093"/>
            <a:ext cx="2396361" cy="6940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44615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300"/>
              <a:buFont typeface="Arial"/>
              <a:buNone/>
            </a:pPr>
            <a:r>
              <a:rPr lang="ko-KR"/>
              <a:t>내용을 입력해주세요</a:t>
            </a:r>
            <a:br>
              <a:rPr lang="ko-KR"/>
            </a:br>
            <a:r>
              <a:rPr lang="ko-KR"/>
              <a:t>내용을 입력해주세요</a:t>
            </a:r>
            <a:endParaRPr/>
          </a:p>
        </p:txBody>
      </p:sp>
      <p:sp>
        <p:nvSpPr>
          <p:cNvPr id="3204" name="Google Shape;3204;p75"/>
          <p:cNvSpPr txBox="1"/>
          <p:nvPr>
            <p:ph idx="15" type="body"/>
          </p:nvPr>
        </p:nvSpPr>
        <p:spPr>
          <a:xfrm>
            <a:off x="5635272" y="5103093"/>
            <a:ext cx="2396361" cy="6940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44615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300"/>
              <a:buFont typeface="Arial"/>
              <a:buNone/>
            </a:pPr>
            <a:r>
              <a:rPr lang="ko-KR"/>
              <a:t>내용을 입력해주세요</a:t>
            </a:r>
            <a:br>
              <a:rPr lang="ko-KR"/>
            </a:br>
            <a:r>
              <a:rPr lang="ko-KR"/>
              <a:t>내용을 입력해주세요</a:t>
            </a:r>
            <a:endParaRPr/>
          </a:p>
        </p:txBody>
      </p:sp>
      <p:sp>
        <p:nvSpPr>
          <p:cNvPr id="3205" name="Google Shape;3205;p75"/>
          <p:cNvSpPr txBox="1"/>
          <p:nvPr>
            <p:ph idx="16" type="body"/>
          </p:nvPr>
        </p:nvSpPr>
        <p:spPr>
          <a:xfrm>
            <a:off x="8213217" y="5103093"/>
            <a:ext cx="2396361" cy="6940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44615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300"/>
              <a:buFont typeface="Arial"/>
              <a:buNone/>
            </a:pPr>
            <a:r>
              <a:rPr lang="ko-KR"/>
              <a:t>내용을 입력해주세요</a:t>
            </a:r>
            <a:br>
              <a:rPr lang="ko-KR"/>
            </a:br>
            <a:r>
              <a:rPr lang="ko-KR"/>
              <a:t>내용을 입력해주세요</a:t>
            </a:r>
            <a:endParaRPr/>
          </a:p>
        </p:txBody>
      </p:sp>
      <p:sp>
        <p:nvSpPr>
          <p:cNvPr id="3206" name="Google Shape;3206;p75"/>
          <p:cNvSpPr/>
          <p:nvPr>
            <p:ph idx="17" type="pic"/>
          </p:nvPr>
        </p:nvSpPr>
        <p:spPr>
          <a:xfrm>
            <a:off x="522925" y="981075"/>
            <a:ext cx="10020104" cy="23040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3207" name="Google Shape;3207;p75"/>
          <p:cNvSpPr/>
          <p:nvPr/>
        </p:nvSpPr>
        <p:spPr>
          <a:xfrm>
            <a:off x="6368126" y="2893850"/>
            <a:ext cx="857215" cy="857215"/>
          </a:xfrm>
          <a:prstGeom prst="ellipse">
            <a:avLst/>
          </a:prstGeom>
          <a:solidFill>
            <a:schemeClr val="lt1"/>
          </a:solidFill>
          <a:ln cap="flat" cmpd="sng" w="1587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8" name="Google Shape;3208;p75"/>
          <p:cNvSpPr/>
          <p:nvPr/>
        </p:nvSpPr>
        <p:spPr>
          <a:xfrm>
            <a:off x="8938581" y="2893850"/>
            <a:ext cx="857215" cy="857215"/>
          </a:xfrm>
          <a:prstGeom prst="ellipse">
            <a:avLst/>
          </a:prstGeom>
          <a:solidFill>
            <a:schemeClr val="lt1"/>
          </a:solidFill>
          <a:ln cap="flat" cmpd="sng" w="1587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9" name="Google Shape;3209;p75"/>
          <p:cNvSpPr/>
          <p:nvPr/>
        </p:nvSpPr>
        <p:spPr>
          <a:xfrm>
            <a:off x="3826900" y="2893850"/>
            <a:ext cx="857215" cy="857215"/>
          </a:xfrm>
          <a:prstGeom prst="ellipse">
            <a:avLst/>
          </a:prstGeom>
          <a:solidFill>
            <a:schemeClr val="lt1"/>
          </a:solidFill>
          <a:ln cap="flat" cmpd="sng" w="1587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0" name="Google Shape;3210;p75"/>
          <p:cNvSpPr/>
          <p:nvPr/>
        </p:nvSpPr>
        <p:spPr>
          <a:xfrm>
            <a:off x="1248953" y="2893850"/>
            <a:ext cx="857215" cy="857215"/>
          </a:xfrm>
          <a:prstGeom prst="ellipse">
            <a:avLst/>
          </a:prstGeom>
          <a:solidFill>
            <a:schemeClr val="lt1"/>
          </a:solidFill>
          <a:ln cap="flat" cmpd="sng" w="1587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211" name="Google Shape;3211;p75"/>
          <p:cNvGrpSpPr/>
          <p:nvPr/>
        </p:nvGrpSpPr>
        <p:grpSpPr>
          <a:xfrm>
            <a:off x="6626669" y="3159037"/>
            <a:ext cx="397418" cy="326841"/>
            <a:chOff x="8666228" y="1699960"/>
            <a:chExt cx="566424" cy="465834"/>
          </a:xfrm>
        </p:grpSpPr>
        <p:sp>
          <p:nvSpPr>
            <p:cNvPr id="3212" name="Google Shape;3212;p75"/>
            <p:cNvSpPr/>
            <p:nvPr/>
          </p:nvSpPr>
          <p:spPr>
            <a:xfrm>
              <a:off x="8666228" y="1812985"/>
              <a:ext cx="64097" cy="157041"/>
            </a:xfrm>
            <a:custGeom>
              <a:rect b="b" l="l" r="r" t="t"/>
              <a:pathLst>
                <a:path extrusionOk="0" h="157041" w="64097">
                  <a:moveTo>
                    <a:pt x="62378" y="6520"/>
                  </a:moveTo>
                  <a:cubicBezTo>
                    <a:pt x="58832" y="292"/>
                    <a:pt x="50966" y="-1848"/>
                    <a:pt x="44809" y="1739"/>
                  </a:cubicBezTo>
                  <a:cubicBezTo>
                    <a:pt x="18177" y="17252"/>
                    <a:pt x="0" y="45687"/>
                    <a:pt x="0" y="78521"/>
                  </a:cubicBezTo>
                  <a:cubicBezTo>
                    <a:pt x="0" y="111354"/>
                    <a:pt x="18177" y="139789"/>
                    <a:pt x="44809" y="155303"/>
                  </a:cubicBezTo>
                  <a:cubicBezTo>
                    <a:pt x="50966" y="158889"/>
                    <a:pt x="58832" y="156749"/>
                    <a:pt x="62378" y="150522"/>
                  </a:cubicBezTo>
                  <a:cubicBezTo>
                    <a:pt x="65924" y="144295"/>
                    <a:pt x="63808" y="136340"/>
                    <a:pt x="57651" y="132753"/>
                  </a:cubicBezTo>
                  <a:cubicBezTo>
                    <a:pt x="38296" y="121478"/>
                    <a:pt x="25730" y="101261"/>
                    <a:pt x="25730" y="78521"/>
                  </a:cubicBezTo>
                  <a:cubicBezTo>
                    <a:pt x="25730" y="55780"/>
                    <a:pt x="38296" y="35563"/>
                    <a:pt x="57651" y="24289"/>
                  </a:cubicBezTo>
                  <a:cubicBezTo>
                    <a:pt x="63808" y="20702"/>
                    <a:pt x="65924" y="12746"/>
                    <a:pt x="62378" y="6520"/>
                  </a:cubicBezTo>
                  <a:close/>
                </a:path>
              </a:pathLst>
            </a:custGeom>
            <a:solidFill>
              <a:srgbClr val="FC1C4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13" name="Google Shape;3213;p75"/>
            <p:cNvSpPr/>
            <p:nvPr/>
          </p:nvSpPr>
          <p:spPr>
            <a:xfrm>
              <a:off x="9032973" y="1922262"/>
              <a:ext cx="115510" cy="243532"/>
            </a:xfrm>
            <a:custGeom>
              <a:rect b="b" l="l" r="r" t="t"/>
              <a:pathLst>
                <a:path extrusionOk="0" h="243532" w="115510">
                  <a:moveTo>
                    <a:pt x="115510" y="4683"/>
                  </a:moveTo>
                  <a:cubicBezTo>
                    <a:pt x="115510" y="2097"/>
                    <a:pt x="113437" y="0"/>
                    <a:pt x="110880" y="0"/>
                  </a:cubicBezTo>
                  <a:lnTo>
                    <a:pt x="4630" y="0"/>
                  </a:lnTo>
                  <a:cubicBezTo>
                    <a:pt x="2073" y="0"/>
                    <a:pt x="0" y="2097"/>
                    <a:pt x="0" y="4683"/>
                  </a:cubicBezTo>
                  <a:lnTo>
                    <a:pt x="0" y="185121"/>
                  </a:lnTo>
                  <a:cubicBezTo>
                    <a:pt x="0" y="217381"/>
                    <a:pt x="25858" y="243533"/>
                    <a:pt x="57755" y="243533"/>
                  </a:cubicBezTo>
                </a:path>
              </a:pathLst>
            </a:custGeom>
            <a:solidFill>
              <a:srgbClr val="FC1C4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14" name="Google Shape;3214;p75"/>
            <p:cNvSpPr/>
            <p:nvPr/>
          </p:nvSpPr>
          <p:spPr>
            <a:xfrm>
              <a:off x="9032973" y="1922262"/>
              <a:ext cx="115510" cy="243532"/>
            </a:xfrm>
            <a:custGeom>
              <a:rect b="b" l="l" r="r" t="t"/>
              <a:pathLst>
                <a:path extrusionOk="0" h="243532" w="115510">
                  <a:moveTo>
                    <a:pt x="89780" y="26023"/>
                  </a:moveTo>
                  <a:lnTo>
                    <a:pt x="89780" y="185121"/>
                  </a:lnTo>
                  <a:cubicBezTo>
                    <a:pt x="89780" y="203009"/>
                    <a:pt x="75442" y="217510"/>
                    <a:pt x="57755" y="217510"/>
                  </a:cubicBezTo>
                  <a:cubicBezTo>
                    <a:pt x="40068" y="217510"/>
                    <a:pt x="25730" y="203009"/>
                    <a:pt x="25730" y="185121"/>
                  </a:cubicBezTo>
                  <a:lnTo>
                    <a:pt x="25730" y="26023"/>
                  </a:lnTo>
                  <a:lnTo>
                    <a:pt x="89780" y="26023"/>
                  </a:lnTo>
                  <a:close/>
                  <a:moveTo>
                    <a:pt x="110880" y="0"/>
                  </a:moveTo>
                  <a:cubicBezTo>
                    <a:pt x="113437" y="0"/>
                    <a:pt x="115510" y="2097"/>
                    <a:pt x="115510" y="4683"/>
                  </a:cubicBezTo>
                  <a:lnTo>
                    <a:pt x="115510" y="185121"/>
                  </a:lnTo>
                  <a:cubicBezTo>
                    <a:pt x="115510" y="217381"/>
                    <a:pt x="89652" y="243533"/>
                    <a:pt x="57755" y="243533"/>
                  </a:cubicBezTo>
                  <a:cubicBezTo>
                    <a:pt x="25858" y="243533"/>
                    <a:pt x="0" y="217381"/>
                    <a:pt x="0" y="185121"/>
                  </a:cubicBezTo>
                  <a:lnTo>
                    <a:pt x="0" y="4683"/>
                  </a:lnTo>
                  <a:cubicBezTo>
                    <a:pt x="0" y="2097"/>
                    <a:pt x="2073" y="0"/>
                    <a:pt x="4630" y="0"/>
                  </a:cubicBezTo>
                  <a:lnTo>
                    <a:pt x="110880" y="0"/>
                  </a:lnTo>
                  <a:close/>
                </a:path>
              </a:pathLst>
            </a:custGeom>
            <a:solidFill>
              <a:srgbClr val="FC1C4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15" name="Google Shape;3215;p75"/>
            <p:cNvSpPr/>
            <p:nvPr/>
          </p:nvSpPr>
          <p:spPr>
            <a:xfrm>
              <a:off x="8746023" y="1699960"/>
              <a:ext cx="317058" cy="383377"/>
            </a:xfrm>
            <a:custGeom>
              <a:rect b="b" l="l" r="r" t="t"/>
              <a:pathLst>
                <a:path extrusionOk="0" h="383377" w="317058">
                  <a:moveTo>
                    <a:pt x="317058" y="92494"/>
                  </a:moveTo>
                  <a:cubicBezTo>
                    <a:pt x="317058" y="77390"/>
                    <a:pt x="306779" y="64273"/>
                    <a:pt x="292239" y="60824"/>
                  </a:cubicBezTo>
                  <a:lnTo>
                    <a:pt x="39507" y="874"/>
                  </a:lnTo>
                  <a:cubicBezTo>
                    <a:pt x="19324" y="-3914"/>
                    <a:pt x="0" y="11576"/>
                    <a:pt x="0" y="32543"/>
                  </a:cubicBezTo>
                  <a:lnTo>
                    <a:pt x="0" y="350835"/>
                  </a:lnTo>
                  <a:cubicBezTo>
                    <a:pt x="0" y="371801"/>
                    <a:pt x="19324" y="387292"/>
                    <a:pt x="39507" y="382504"/>
                  </a:cubicBezTo>
                  <a:lnTo>
                    <a:pt x="292239" y="322554"/>
                  </a:lnTo>
                  <a:cubicBezTo>
                    <a:pt x="306779" y="319104"/>
                    <a:pt x="317058" y="305988"/>
                    <a:pt x="317058" y="290885"/>
                  </a:cubicBezTo>
                  <a:lnTo>
                    <a:pt x="317058" y="9249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16" name="Google Shape;3216;p75"/>
            <p:cNvSpPr/>
            <p:nvPr/>
          </p:nvSpPr>
          <p:spPr>
            <a:xfrm>
              <a:off x="8746023" y="1699960"/>
              <a:ext cx="317058" cy="383377"/>
            </a:xfrm>
            <a:custGeom>
              <a:rect b="b" l="l" r="r" t="t"/>
              <a:pathLst>
                <a:path extrusionOk="0" h="383377" w="317058">
                  <a:moveTo>
                    <a:pt x="33632" y="26209"/>
                  </a:moveTo>
                  <a:lnTo>
                    <a:pt x="286364" y="86160"/>
                  </a:lnTo>
                  <a:cubicBezTo>
                    <a:pt x="289272" y="86849"/>
                    <a:pt x="291328" y="89473"/>
                    <a:pt x="291328" y="92494"/>
                  </a:cubicBezTo>
                  <a:lnTo>
                    <a:pt x="291328" y="290885"/>
                  </a:lnTo>
                  <a:cubicBezTo>
                    <a:pt x="291328" y="293905"/>
                    <a:pt x="289272" y="296528"/>
                    <a:pt x="286364" y="297219"/>
                  </a:cubicBezTo>
                  <a:lnTo>
                    <a:pt x="33632" y="357169"/>
                  </a:lnTo>
                  <a:cubicBezTo>
                    <a:pt x="29595" y="358126"/>
                    <a:pt x="25730" y="355028"/>
                    <a:pt x="25730" y="350835"/>
                  </a:cubicBezTo>
                  <a:lnTo>
                    <a:pt x="25730" y="32543"/>
                  </a:lnTo>
                  <a:cubicBezTo>
                    <a:pt x="25730" y="28350"/>
                    <a:pt x="29595" y="25252"/>
                    <a:pt x="33632" y="26209"/>
                  </a:cubicBezTo>
                  <a:close/>
                  <a:moveTo>
                    <a:pt x="292239" y="60824"/>
                  </a:moveTo>
                  <a:cubicBezTo>
                    <a:pt x="306779" y="64273"/>
                    <a:pt x="317058" y="77390"/>
                    <a:pt x="317058" y="92494"/>
                  </a:cubicBezTo>
                  <a:lnTo>
                    <a:pt x="317058" y="290885"/>
                  </a:lnTo>
                  <a:cubicBezTo>
                    <a:pt x="317058" y="305988"/>
                    <a:pt x="306779" y="319104"/>
                    <a:pt x="292239" y="322554"/>
                  </a:cubicBezTo>
                  <a:lnTo>
                    <a:pt x="39507" y="382504"/>
                  </a:lnTo>
                  <a:cubicBezTo>
                    <a:pt x="19324" y="387292"/>
                    <a:pt x="0" y="371801"/>
                    <a:pt x="0" y="350835"/>
                  </a:cubicBezTo>
                  <a:lnTo>
                    <a:pt x="0" y="32543"/>
                  </a:lnTo>
                  <a:cubicBezTo>
                    <a:pt x="0" y="11576"/>
                    <a:pt x="19324" y="-3914"/>
                    <a:pt x="39507" y="874"/>
                  </a:cubicBezTo>
                  <a:lnTo>
                    <a:pt x="292239" y="60824"/>
                  </a:lnTo>
                  <a:close/>
                </a:path>
              </a:pathLst>
            </a:custGeom>
            <a:solidFill>
              <a:srgbClr val="FC1C4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17" name="Google Shape;3217;p75"/>
            <p:cNvSpPr/>
            <p:nvPr/>
          </p:nvSpPr>
          <p:spPr>
            <a:xfrm>
              <a:off x="9032972" y="1759697"/>
              <a:ext cx="199680" cy="263609"/>
            </a:xfrm>
            <a:custGeom>
              <a:rect b="b" l="l" r="r" t="t"/>
              <a:pathLst>
                <a:path extrusionOk="0" h="263609" w="199680">
                  <a:moveTo>
                    <a:pt x="72667" y="263568"/>
                  </a:moveTo>
                  <a:cubicBezTo>
                    <a:pt x="71569" y="263596"/>
                    <a:pt x="70465" y="263610"/>
                    <a:pt x="69357" y="263610"/>
                  </a:cubicBezTo>
                  <a:lnTo>
                    <a:pt x="0" y="263610"/>
                  </a:lnTo>
                  <a:lnTo>
                    <a:pt x="0" y="0"/>
                  </a:lnTo>
                  <a:lnTo>
                    <a:pt x="69357" y="0"/>
                  </a:lnTo>
                  <a:cubicBezTo>
                    <a:pt x="140280" y="0"/>
                    <a:pt x="197970" y="57296"/>
                    <a:pt x="199644" y="128618"/>
                  </a:cubicBezTo>
                  <a:cubicBezTo>
                    <a:pt x="199668" y="129678"/>
                    <a:pt x="199681" y="130740"/>
                    <a:pt x="199681" y="131805"/>
                  </a:cubicBezTo>
                  <a:cubicBezTo>
                    <a:pt x="199681" y="203480"/>
                    <a:pt x="143113" y="261792"/>
                    <a:pt x="72667" y="263568"/>
                  </a:cubicBezTo>
                  <a:close/>
                </a:path>
              </a:pathLst>
            </a:custGeom>
            <a:solidFill>
              <a:srgbClr val="FC1C4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218" name="Google Shape;3218;p75"/>
          <p:cNvGrpSpPr/>
          <p:nvPr/>
        </p:nvGrpSpPr>
        <p:grpSpPr>
          <a:xfrm>
            <a:off x="9206997" y="3130843"/>
            <a:ext cx="300652" cy="383229"/>
            <a:chOff x="6440344" y="3029737"/>
            <a:chExt cx="440185" cy="561086"/>
          </a:xfrm>
        </p:grpSpPr>
        <p:sp>
          <p:nvSpPr>
            <p:cNvPr id="3219" name="Google Shape;3219;p75"/>
            <p:cNvSpPr/>
            <p:nvPr/>
          </p:nvSpPr>
          <p:spPr>
            <a:xfrm>
              <a:off x="6440344" y="3029737"/>
              <a:ext cx="440185" cy="561086"/>
            </a:xfrm>
            <a:custGeom>
              <a:rect b="b" l="l" r="r" t="t"/>
              <a:pathLst>
                <a:path extrusionOk="0" h="561086" w="440185">
                  <a:moveTo>
                    <a:pt x="249712" y="1066"/>
                  </a:moveTo>
                  <a:cubicBezTo>
                    <a:pt x="266223" y="-3792"/>
                    <a:pt x="282773" y="8563"/>
                    <a:pt x="282773" y="25747"/>
                  </a:cubicBezTo>
                  <a:lnTo>
                    <a:pt x="282773" y="67215"/>
                  </a:lnTo>
                  <a:lnTo>
                    <a:pt x="407494" y="32532"/>
                  </a:lnTo>
                  <a:cubicBezTo>
                    <a:pt x="423922" y="27964"/>
                    <a:pt x="440185" y="40295"/>
                    <a:pt x="440185" y="57319"/>
                  </a:cubicBezTo>
                  <a:lnTo>
                    <a:pt x="440185" y="343345"/>
                  </a:lnTo>
                  <a:cubicBezTo>
                    <a:pt x="440185" y="354562"/>
                    <a:pt x="432905" y="364487"/>
                    <a:pt x="422193" y="367874"/>
                  </a:cubicBezTo>
                  <a:lnTo>
                    <a:pt x="278062" y="413444"/>
                  </a:lnTo>
                  <a:cubicBezTo>
                    <a:pt x="261445" y="418697"/>
                    <a:pt x="244505" y="406314"/>
                    <a:pt x="244505" y="388914"/>
                  </a:cubicBezTo>
                  <a:lnTo>
                    <a:pt x="244505" y="351150"/>
                  </a:lnTo>
                  <a:lnTo>
                    <a:pt x="33122" y="413899"/>
                  </a:lnTo>
                  <a:lnTo>
                    <a:pt x="33122" y="413898"/>
                  </a:lnTo>
                  <a:lnTo>
                    <a:pt x="33121" y="413898"/>
                  </a:lnTo>
                  <a:lnTo>
                    <a:pt x="33122" y="413899"/>
                  </a:lnTo>
                  <a:lnTo>
                    <a:pt x="33101" y="413905"/>
                  </a:lnTo>
                  <a:lnTo>
                    <a:pt x="25775" y="416518"/>
                  </a:lnTo>
                  <a:lnTo>
                    <a:pt x="25775" y="548222"/>
                  </a:lnTo>
                  <a:cubicBezTo>
                    <a:pt x="25775" y="555326"/>
                    <a:pt x="20005" y="561087"/>
                    <a:pt x="12888" y="561087"/>
                  </a:cubicBezTo>
                  <a:cubicBezTo>
                    <a:pt x="5770" y="561087"/>
                    <a:pt x="0" y="555326"/>
                    <a:pt x="0" y="548222"/>
                  </a:cubicBezTo>
                  <a:lnTo>
                    <a:pt x="0" y="389236"/>
                  </a:lnTo>
                  <a:lnTo>
                    <a:pt x="0" y="373895"/>
                  </a:lnTo>
                  <a:lnTo>
                    <a:pt x="0" y="93775"/>
                  </a:lnTo>
                  <a:cubicBezTo>
                    <a:pt x="0" y="82366"/>
                    <a:pt x="7526" y="72319"/>
                    <a:pt x="18489" y="69093"/>
                  </a:cubicBezTo>
                  <a:lnTo>
                    <a:pt x="249712" y="1066"/>
                  </a:lnTo>
                  <a:close/>
                  <a:moveTo>
                    <a:pt x="249712" y="1066"/>
                  </a:moveTo>
                  <a:lnTo>
                    <a:pt x="249660" y="1160"/>
                  </a:lnTo>
                  <a:lnTo>
                    <a:pt x="249663" y="1158"/>
                  </a:lnTo>
                  <a:lnTo>
                    <a:pt x="249712" y="1066"/>
                  </a:lnTo>
                  <a:close/>
                </a:path>
              </a:pathLst>
            </a:custGeom>
            <a:solidFill>
              <a:srgbClr val="FC1C4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20" name="Google Shape;3220;p75"/>
            <p:cNvSpPr/>
            <p:nvPr/>
          </p:nvSpPr>
          <p:spPr>
            <a:xfrm>
              <a:off x="6696734" y="3159921"/>
              <a:ext cx="25774" cy="154684"/>
            </a:xfrm>
            <a:custGeom>
              <a:rect b="b" l="l" r="r" t="t"/>
              <a:pathLst>
                <a:path extrusionOk="0" h="154684" w="25774">
                  <a:moveTo>
                    <a:pt x="12887" y="154684"/>
                  </a:moveTo>
                  <a:cubicBezTo>
                    <a:pt x="5770" y="154684"/>
                    <a:pt x="0" y="148925"/>
                    <a:pt x="0" y="141819"/>
                  </a:cubicBezTo>
                  <a:lnTo>
                    <a:pt x="0" y="12865"/>
                  </a:lnTo>
                  <a:cubicBezTo>
                    <a:pt x="0" y="5760"/>
                    <a:pt x="5770" y="0"/>
                    <a:pt x="12887" y="0"/>
                  </a:cubicBezTo>
                  <a:cubicBezTo>
                    <a:pt x="20005" y="0"/>
                    <a:pt x="25775" y="5760"/>
                    <a:pt x="25775" y="12865"/>
                  </a:cubicBezTo>
                  <a:lnTo>
                    <a:pt x="25775" y="141819"/>
                  </a:lnTo>
                  <a:cubicBezTo>
                    <a:pt x="25775" y="148925"/>
                    <a:pt x="20005" y="154684"/>
                    <a:pt x="12887" y="15468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221" name="Google Shape;3221;p75"/>
          <p:cNvGrpSpPr/>
          <p:nvPr/>
        </p:nvGrpSpPr>
        <p:grpSpPr>
          <a:xfrm>
            <a:off x="1475288" y="3120185"/>
            <a:ext cx="404544" cy="404545"/>
            <a:chOff x="682640" y="4412040"/>
            <a:chExt cx="538448" cy="538449"/>
          </a:xfrm>
        </p:grpSpPr>
        <p:sp>
          <p:nvSpPr>
            <p:cNvPr id="3222" name="Google Shape;3222;p75"/>
            <p:cNvSpPr/>
            <p:nvPr/>
          </p:nvSpPr>
          <p:spPr>
            <a:xfrm>
              <a:off x="682640" y="4412040"/>
              <a:ext cx="538448" cy="538449"/>
            </a:xfrm>
            <a:custGeom>
              <a:rect b="b" l="l" r="r" t="t"/>
              <a:pathLst>
                <a:path extrusionOk="0" h="538449" w="538448">
                  <a:moveTo>
                    <a:pt x="269224" y="538449"/>
                  </a:moveTo>
                  <a:cubicBezTo>
                    <a:pt x="417913" y="538449"/>
                    <a:pt x="538449" y="417913"/>
                    <a:pt x="538449" y="269225"/>
                  </a:cubicBezTo>
                  <a:cubicBezTo>
                    <a:pt x="538449" y="120536"/>
                    <a:pt x="417913" y="0"/>
                    <a:pt x="269224" y="0"/>
                  </a:cubicBezTo>
                  <a:cubicBezTo>
                    <a:pt x="120536" y="0"/>
                    <a:pt x="0" y="120536"/>
                    <a:pt x="0" y="269225"/>
                  </a:cubicBezTo>
                  <a:cubicBezTo>
                    <a:pt x="0" y="417913"/>
                    <a:pt x="120536" y="538449"/>
                    <a:pt x="269224" y="538449"/>
                  </a:cubicBezTo>
                  <a:close/>
                </a:path>
              </a:pathLst>
            </a:custGeom>
            <a:solidFill>
              <a:srgbClr val="FC1C4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23" name="Google Shape;3223;p75"/>
            <p:cNvSpPr/>
            <p:nvPr/>
          </p:nvSpPr>
          <p:spPr>
            <a:xfrm>
              <a:off x="879166" y="4748730"/>
              <a:ext cx="145389" cy="46758"/>
            </a:xfrm>
            <a:custGeom>
              <a:rect b="b" l="l" r="r" t="t"/>
              <a:pathLst>
                <a:path extrusionOk="0" h="46758" w="145389">
                  <a:moveTo>
                    <a:pt x="2831" y="4811"/>
                  </a:moveTo>
                  <a:cubicBezTo>
                    <a:pt x="7275" y="-728"/>
                    <a:pt x="15368" y="-1614"/>
                    <a:pt x="20907" y="2831"/>
                  </a:cubicBezTo>
                  <a:cubicBezTo>
                    <a:pt x="51163" y="27112"/>
                    <a:pt x="94226" y="27112"/>
                    <a:pt x="124483" y="2831"/>
                  </a:cubicBezTo>
                  <a:cubicBezTo>
                    <a:pt x="130022" y="-1614"/>
                    <a:pt x="138115" y="-728"/>
                    <a:pt x="142559" y="4811"/>
                  </a:cubicBezTo>
                  <a:cubicBezTo>
                    <a:pt x="147004" y="10350"/>
                    <a:pt x="146118" y="18443"/>
                    <a:pt x="140579" y="22887"/>
                  </a:cubicBezTo>
                  <a:cubicBezTo>
                    <a:pt x="100919" y="54715"/>
                    <a:pt x="44471" y="54715"/>
                    <a:pt x="4811" y="22887"/>
                  </a:cubicBezTo>
                  <a:cubicBezTo>
                    <a:pt x="-728" y="18443"/>
                    <a:pt x="-1614" y="10350"/>
                    <a:pt x="2831" y="481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24" name="Google Shape;3224;p75"/>
            <p:cNvSpPr/>
            <p:nvPr/>
          </p:nvSpPr>
          <p:spPr>
            <a:xfrm>
              <a:off x="862940" y="4628943"/>
              <a:ext cx="49576" cy="49576"/>
            </a:xfrm>
            <a:custGeom>
              <a:rect b="b" l="l" r="r" t="t"/>
              <a:pathLst>
                <a:path extrusionOk="0" h="49576" w="49576">
                  <a:moveTo>
                    <a:pt x="49577" y="24788"/>
                  </a:moveTo>
                  <a:cubicBezTo>
                    <a:pt x="49577" y="38479"/>
                    <a:pt x="38479" y="49577"/>
                    <a:pt x="24788" y="49577"/>
                  </a:cubicBezTo>
                  <a:cubicBezTo>
                    <a:pt x="11098" y="49577"/>
                    <a:pt x="0" y="38479"/>
                    <a:pt x="0" y="24788"/>
                  </a:cubicBezTo>
                  <a:cubicBezTo>
                    <a:pt x="0" y="11098"/>
                    <a:pt x="11098" y="0"/>
                    <a:pt x="24788" y="0"/>
                  </a:cubicBezTo>
                  <a:cubicBezTo>
                    <a:pt x="38479" y="0"/>
                    <a:pt x="49577" y="11098"/>
                    <a:pt x="49577" y="2478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25" name="Google Shape;3225;p75"/>
            <p:cNvSpPr/>
            <p:nvPr/>
          </p:nvSpPr>
          <p:spPr>
            <a:xfrm>
              <a:off x="986902" y="4628943"/>
              <a:ext cx="49576" cy="49576"/>
            </a:xfrm>
            <a:custGeom>
              <a:rect b="b" l="l" r="r" t="t"/>
              <a:pathLst>
                <a:path extrusionOk="0" h="49576" w="49576">
                  <a:moveTo>
                    <a:pt x="49577" y="24788"/>
                  </a:moveTo>
                  <a:cubicBezTo>
                    <a:pt x="49577" y="38479"/>
                    <a:pt x="38479" y="49577"/>
                    <a:pt x="24788" y="49577"/>
                  </a:cubicBezTo>
                  <a:cubicBezTo>
                    <a:pt x="11098" y="49577"/>
                    <a:pt x="0" y="38479"/>
                    <a:pt x="0" y="24788"/>
                  </a:cubicBezTo>
                  <a:cubicBezTo>
                    <a:pt x="0" y="11098"/>
                    <a:pt x="11098" y="0"/>
                    <a:pt x="24788" y="0"/>
                  </a:cubicBezTo>
                  <a:cubicBezTo>
                    <a:pt x="38479" y="0"/>
                    <a:pt x="49577" y="11098"/>
                    <a:pt x="49577" y="2478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226" name="Google Shape;3226;p75"/>
          <p:cNvGrpSpPr/>
          <p:nvPr/>
        </p:nvGrpSpPr>
        <p:grpSpPr>
          <a:xfrm>
            <a:off x="4057320" y="3133450"/>
            <a:ext cx="396375" cy="378015"/>
            <a:chOff x="666809" y="3048591"/>
            <a:chExt cx="580332" cy="553452"/>
          </a:xfrm>
        </p:grpSpPr>
        <p:sp>
          <p:nvSpPr>
            <p:cNvPr id="3227" name="Google Shape;3227;p75"/>
            <p:cNvSpPr/>
            <p:nvPr/>
          </p:nvSpPr>
          <p:spPr>
            <a:xfrm>
              <a:off x="666809" y="3048591"/>
              <a:ext cx="580332" cy="553452"/>
            </a:xfrm>
            <a:custGeom>
              <a:rect b="b" l="l" r="r" t="t"/>
              <a:pathLst>
                <a:path extrusionOk="0" h="553452" w="580332">
                  <a:moveTo>
                    <a:pt x="323801" y="19286"/>
                  </a:moveTo>
                  <a:cubicBezTo>
                    <a:pt x="308811" y="-6429"/>
                    <a:pt x="271522" y="-6429"/>
                    <a:pt x="256532" y="19286"/>
                  </a:cubicBezTo>
                  <a:lnTo>
                    <a:pt x="182802" y="145767"/>
                  </a:lnTo>
                  <a:cubicBezTo>
                    <a:pt x="180968" y="148912"/>
                    <a:pt x="177887" y="151142"/>
                    <a:pt x="174316" y="151906"/>
                  </a:cubicBezTo>
                  <a:lnTo>
                    <a:pt x="30746" y="182655"/>
                  </a:lnTo>
                  <a:cubicBezTo>
                    <a:pt x="1558" y="188907"/>
                    <a:pt x="-9965" y="224225"/>
                    <a:pt x="9959" y="246369"/>
                  </a:cubicBezTo>
                  <a:lnTo>
                    <a:pt x="107961" y="355287"/>
                  </a:lnTo>
                  <a:cubicBezTo>
                    <a:pt x="110399" y="357996"/>
                    <a:pt x="111576" y="361604"/>
                    <a:pt x="111202" y="365222"/>
                  </a:cubicBezTo>
                  <a:lnTo>
                    <a:pt x="96201" y="510707"/>
                  </a:lnTo>
                  <a:cubicBezTo>
                    <a:pt x="93152" y="540284"/>
                    <a:pt x="123319" y="562112"/>
                    <a:pt x="150623" y="550084"/>
                  </a:cubicBezTo>
                  <a:lnTo>
                    <a:pt x="284922" y="490918"/>
                  </a:lnTo>
                  <a:cubicBezTo>
                    <a:pt x="288262" y="489446"/>
                    <a:pt x="292071" y="489446"/>
                    <a:pt x="295411" y="490918"/>
                  </a:cubicBezTo>
                  <a:lnTo>
                    <a:pt x="429709" y="550084"/>
                  </a:lnTo>
                  <a:cubicBezTo>
                    <a:pt x="457013" y="562113"/>
                    <a:pt x="487181" y="540284"/>
                    <a:pt x="484131" y="510707"/>
                  </a:cubicBezTo>
                  <a:lnTo>
                    <a:pt x="469129" y="365222"/>
                  </a:lnTo>
                  <a:cubicBezTo>
                    <a:pt x="468757" y="361604"/>
                    <a:pt x="469934" y="357996"/>
                    <a:pt x="472371" y="355287"/>
                  </a:cubicBezTo>
                  <a:lnTo>
                    <a:pt x="570373" y="246369"/>
                  </a:lnTo>
                  <a:cubicBezTo>
                    <a:pt x="590297" y="224225"/>
                    <a:pt x="578775" y="188907"/>
                    <a:pt x="549586" y="182655"/>
                  </a:cubicBezTo>
                  <a:lnTo>
                    <a:pt x="406016" y="151906"/>
                  </a:lnTo>
                  <a:cubicBezTo>
                    <a:pt x="402445" y="151142"/>
                    <a:pt x="399364" y="148912"/>
                    <a:pt x="397531" y="145767"/>
                  </a:cubicBezTo>
                  <a:lnTo>
                    <a:pt x="323801" y="19286"/>
                  </a:lnTo>
                  <a:close/>
                </a:path>
              </a:pathLst>
            </a:custGeom>
            <a:solidFill>
              <a:srgbClr val="FC1C4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28" name="Google Shape;3228;p75"/>
            <p:cNvSpPr/>
            <p:nvPr/>
          </p:nvSpPr>
          <p:spPr>
            <a:xfrm>
              <a:off x="812088" y="3149144"/>
              <a:ext cx="150718" cy="142998"/>
            </a:xfrm>
            <a:custGeom>
              <a:rect b="b" l="l" r="r" t="t"/>
              <a:pathLst>
                <a:path extrusionOk="0" h="142998" w="150718">
                  <a:moveTo>
                    <a:pt x="144216" y="1721"/>
                  </a:moveTo>
                  <a:cubicBezTo>
                    <a:pt x="150422" y="5276"/>
                    <a:pt x="152559" y="13169"/>
                    <a:pt x="148990" y="19350"/>
                  </a:cubicBezTo>
                  <a:lnTo>
                    <a:pt x="96831" y="109659"/>
                  </a:lnTo>
                  <a:cubicBezTo>
                    <a:pt x="91635" y="118654"/>
                    <a:pt x="83032" y="125197"/>
                    <a:pt x="72950" y="127820"/>
                  </a:cubicBezTo>
                  <a:lnTo>
                    <a:pt x="16244" y="142576"/>
                  </a:lnTo>
                  <a:cubicBezTo>
                    <a:pt x="9317" y="144378"/>
                    <a:pt x="2234" y="140247"/>
                    <a:pt x="424" y="133348"/>
                  </a:cubicBezTo>
                  <a:cubicBezTo>
                    <a:pt x="-1386" y="126449"/>
                    <a:pt x="2763" y="119396"/>
                    <a:pt x="9690" y="117593"/>
                  </a:cubicBezTo>
                  <a:lnTo>
                    <a:pt x="66395" y="102838"/>
                  </a:lnTo>
                  <a:cubicBezTo>
                    <a:pt x="69756" y="101964"/>
                    <a:pt x="72624" y="99783"/>
                    <a:pt x="74356" y="96784"/>
                  </a:cubicBezTo>
                  <a:lnTo>
                    <a:pt x="126515" y="6476"/>
                  </a:lnTo>
                  <a:cubicBezTo>
                    <a:pt x="130084" y="295"/>
                    <a:pt x="138010" y="-1834"/>
                    <a:pt x="144216" y="172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32" name="Shape 3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3" name="Google Shape;3233;p76"/>
          <p:cNvSpPr txBox="1"/>
          <p:nvPr>
            <p:ph idx="1" type="body"/>
          </p:nvPr>
        </p:nvSpPr>
        <p:spPr>
          <a:xfrm>
            <a:off x="417525" y="182918"/>
            <a:ext cx="5335912" cy="2605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3B3B3"/>
              </a:buClr>
              <a:buSzPts val="1100"/>
              <a:buFont typeface="Arial"/>
              <a:buNone/>
            </a:pPr>
            <a:r>
              <a:rPr lang="ko-KR"/>
              <a:t>TITLE</a:t>
            </a:r>
            <a:endParaRPr/>
          </a:p>
        </p:txBody>
      </p:sp>
      <p:sp>
        <p:nvSpPr>
          <p:cNvPr id="3234" name="Google Shape;3234;p76"/>
          <p:cNvSpPr/>
          <p:nvPr>
            <p:ph idx="2" type="pic"/>
          </p:nvPr>
        </p:nvSpPr>
        <p:spPr>
          <a:xfrm>
            <a:off x="3413272" y="1692126"/>
            <a:ext cx="4221417" cy="4198605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3235" name="Google Shape;3235;p76"/>
          <p:cNvSpPr/>
          <p:nvPr>
            <p:ph idx="3" type="body"/>
          </p:nvPr>
        </p:nvSpPr>
        <p:spPr>
          <a:xfrm>
            <a:off x="7083846" y="2134947"/>
            <a:ext cx="3436372" cy="149845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9525" rtl="0" algn="ctr">
              <a:lnSpc>
                <a:spcPct val="14857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ko-KR"/>
              <a:t>내용을 입력해주세요</a:t>
            </a:r>
            <a:endParaRPr/>
          </a:p>
        </p:txBody>
      </p:sp>
      <p:sp>
        <p:nvSpPr>
          <p:cNvPr id="3236" name="Google Shape;3236;p76"/>
          <p:cNvSpPr/>
          <p:nvPr>
            <p:ph idx="4" type="body"/>
          </p:nvPr>
        </p:nvSpPr>
        <p:spPr>
          <a:xfrm>
            <a:off x="7083846" y="3933066"/>
            <a:ext cx="3436372" cy="149845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9525" rtl="0" algn="ctr">
              <a:lnSpc>
                <a:spcPct val="14857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ko-KR"/>
              <a:t>내용을 입력해주세요</a:t>
            </a:r>
            <a:endParaRPr/>
          </a:p>
        </p:txBody>
      </p:sp>
      <p:sp>
        <p:nvSpPr>
          <p:cNvPr id="3237" name="Google Shape;3237;p76"/>
          <p:cNvSpPr/>
          <p:nvPr>
            <p:ph idx="5" type="body"/>
          </p:nvPr>
        </p:nvSpPr>
        <p:spPr>
          <a:xfrm>
            <a:off x="504818" y="2134947"/>
            <a:ext cx="3436372" cy="149845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9525" rtl="0" algn="ctr">
              <a:lnSpc>
                <a:spcPct val="14857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ko-KR"/>
              <a:t>내용을 입력해주세요</a:t>
            </a:r>
            <a:endParaRPr/>
          </a:p>
        </p:txBody>
      </p:sp>
      <p:sp>
        <p:nvSpPr>
          <p:cNvPr id="3238" name="Google Shape;3238;p76"/>
          <p:cNvSpPr/>
          <p:nvPr>
            <p:ph idx="6" type="body"/>
          </p:nvPr>
        </p:nvSpPr>
        <p:spPr>
          <a:xfrm>
            <a:off x="504818" y="3933066"/>
            <a:ext cx="3436372" cy="149845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9525" rtl="0" algn="ctr">
              <a:lnSpc>
                <a:spcPct val="14857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ko-KR"/>
              <a:t>내용을 입력해주세요</a:t>
            </a:r>
            <a:endParaRPr/>
          </a:p>
        </p:txBody>
      </p:sp>
      <p:sp>
        <p:nvSpPr>
          <p:cNvPr id="3239" name="Google Shape;3239;p76"/>
          <p:cNvSpPr txBox="1"/>
          <p:nvPr>
            <p:ph idx="7" type="body"/>
          </p:nvPr>
        </p:nvSpPr>
        <p:spPr>
          <a:xfrm>
            <a:off x="417525" y="835144"/>
            <a:ext cx="5335912" cy="5003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ko-KR"/>
              <a:t>주제를 입력해주세요</a:t>
            </a:r>
            <a:endParaRPr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43" name="Shape 3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4" name="Google Shape;3244;p77"/>
          <p:cNvSpPr/>
          <p:nvPr>
            <p:ph idx="2" type="pic"/>
          </p:nvPr>
        </p:nvSpPr>
        <p:spPr>
          <a:xfrm>
            <a:off x="522925" y="1659074"/>
            <a:ext cx="10020104" cy="1967779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3245" name="Google Shape;3245;p77"/>
          <p:cNvSpPr txBox="1"/>
          <p:nvPr>
            <p:ph idx="1" type="body"/>
          </p:nvPr>
        </p:nvSpPr>
        <p:spPr>
          <a:xfrm>
            <a:off x="417525" y="182918"/>
            <a:ext cx="5335912" cy="2605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3B3B3"/>
              </a:buClr>
              <a:buSzPts val="1100"/>
              <a:buFont typeface="Arial"/>
              <a:buNone/>
            </a:pPr>
            <a:r>
              <a:rPr lang="ko-KR"/>
              <a:t>TITLE</a:t>
            </a:r>
            <a:endParaRPr/>
          </a:p>
        </p:txBody>
      </p:sp>
      <p:sp>
        <p:nvSpPr>
          <p:cNvPr id="3246" name="Google Shape;3246;p77"/>
          <p:cNvSpPr/>
          <p:nvPr>
            <p:ph idx="3" type="body"/>
          </p:nvPr>
        </p:nvSpPr>
        <p:spPr>
          <a:xfrm>
            <a:off x="516328" y="3897023"/>
            <a:ext cx="1786198" cy="542776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 cap="flat" cmpd="sng" w="222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88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Arial"/>
              <a:buNone/>
            </a:pPr>
            <a:r>
              <a:rPr lang="ko-KR"/>
              <a:t>01</a:t>
            </a:r>
            <a:endParaRPr/>
          </a:p>
        </p:txBody>
      </p:sp>
      <p:sp>
        <p:nvSpPr>
          <p:cNvPr id="3247" name="Google Shape;3247;p77"/>
          <p:cNvSpPr txBox="1"/>
          <p:nvPr>
            <p:ph idx="4" type="body"/>
          </p:nvPr>
        </p:nvSpPr>
        <p:spPr>
          <a:xfrm>
            <a:off x="504818" y="4641774"/>
            <a:ext cx="1823146" cy="15205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4857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ko-KR"/>
              <a:t>내용을 입력해주세요</a:t>
            </a:r>
            <a:br>
              <a:rPr lang="ko-KR"/>
            </a:br>
            <a:r>
              <a:rPr lang="ko-KR"/>
              <a:t>내용을 입력해주세요</a:t>
            </a:r>
            <a:endParaRPr/>
          </a:p>
        </p:txBody>
      </p:sp>
      <p:sp>
        <p:nvSpPr>
          <p:cNvPr id="3248" name="Google Shape;3248;p77"/>
          <p:cNvSpPr/>
          <p:nvPr>
            <p:ph idx="5" type="body"/>
          </p:nvPr>
        </p:nvSpPr>
        <p:spPr>
          <a:xfrm>
            <a:off x="2571835" y="3897023"/>
            <a:ext cx="1786198" cy="542776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 cap="flat" cmpd="sng" w="222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88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Arial"/>
              <a:buNone/>
            </a:pPr>
            <a:r>
              <a:rPr lang="ko-KR"/>
              <a:t>02</a:t>
            </a:r>
            <a:endParaRPr/>
          </a:p>
        </p:txBody>
      </p:sp>
      <p:sp>
        <p:nvSpPr>
          <p:cNvPr id="3249" name="Google Shape;3249;p77"/>
          <p:cNvSpPr/>
          <p:nvPr>
            <p:ph idx="6" type="body"/>
          </p:nvPr>
        </p:nvSpPr>
        <p:spPr>
          <a:xfrm>
            <a:off x="4627342" y="3897023"/>
            <a:ext cx="1786198" cy="542776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 cap="flat" cmpd="sng" w="222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88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Arial"/>
              <a:buNone/>
            </a:pPr>
            <a:r>
              <a:rPr lang="ko-KR"/>
              <a:t>03</a:t>
            </a:r>
            <a:endParaRPr/>
          </a:p>
        </p:txBody>
      </p:sp>
      <p:sp>
        <p:nvSpPr>
          <p:cNvPr id="3250" name="Google Shape;3250;p77"/>
          <p:cNvSpPr/>
          <p:nvPr>
            <p:ph idx="7" type="body"/>
          </p:nvPr>
        </p:nvSpPr>
        <p:spPr>
          <a:xfrm>
            <a:off x="6682849" y="3897023"/>
            <a:ext cx="1786198" cy="542776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 cap="flat" cmpd="sng" w="222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88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Arial"/>
              <a:buNone/>
            </a:pPr>
            <a:r>
              <a:rPr lang="ko-KR"/>
              <a:t>04</a:t>
            </a:r>
            <a:endParaRPr/>
          </a:p>
        </p:txBody>
      </p:sp>
      <p:sp>
        <p:nvSpPr>
          <p:cNvPr id="3251" name="Google Shape;3251;p77"/>
          <p:cNvSpPr/>
          <p:nvPr>
            <p:ph idx="8" type="body"/>
          </p:nvPr>
        </p:nvSpPr>
        <p:spPr>
          <a:xfrm>
            <a:off x="8738357" y="3897023"/>
            <a:ext cx="1786198" cy="542776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 cap="flat" cmpd="sng" w="222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88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Arial"/>
              <a:buNone/>
            </a:pPr>
            <a:r>
              <a:rPr lang="ko-KR"/>
              <a:t>05</a:t>
            </a:r>
            <a:endParaRPr/>
          </a:p>
        </p:txBody>
      </p:sp>
      <p:sp>
        <p:nvSpPr>
          <p:cNvPr id="3252" name="Google Shape;3252;p77"/>
          <p:cNvSpPr txBox="1"/>
          <p:nvPr>
            <p:ph idx="9" type="body"/>
          </p:nvPr>
        </p:nvSpPr>
        <p:spPr>
          <a:xfrm>
            <a:off x="2558584" y="4641774"/>
            <a:ext cx="1823146" cy="15205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4857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ko-KR"/>
              <a:t>내용을 입력해주세요</a:t>
            </a:r>
            <a:br>
              <a:rPr lang="ko-KR"/>
            </a:br>
            <a:r>
              <a:rPr lang="ko-KR"/>
              <a:t>내용을 입력해주세요</a:t>
            </a:r>
            <a:endParaRPr/>
          </a:p>
        </p:txBody>
      </p:sp>
      <p:sp>
        <p:nvSpPr>
          <p:cNvPr id="3253" name="Google Shape;3253;p77"/>
          <p:cNvSpPr txBox="1"/>
          <p:nvPr>
            <p:ph idx="13" type="body"/>
          </p:nvPr>
        </p:nvSpPr>
        <p:spPr>
          <a:xfrm>
            <a:off x="4612350" y="4641774"/>
            <a:ext cx="1823146" cy="15205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4857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ko-KR"/>
              <a:t>내용을 입력해주세요</a:t>
            </a:r>
            <a:br>
              <a:rPr lang="ko-KR"/>
            </a:br>
            <a:r>
              <a:rPr lang="ko-KR"/>
              <a:t>내용을 입력해주세요</a:t>
            </a:r>
            <a:endParaRPr/>
          </a:p>
        </p:txBody>
      </p:sp>
      <p:sp>
        <p:nvSpPr>
          <p:cNvPr id="3254" name="Google Shape;3254;p77"/>
          <p:cNvSpPr txBox="1"/>
          <p:nvPr>
            <p:ph idx="14" type="body"/>
          </p:nvPr>
        </p:nvSpPr>
        <p:spPr>
          <a:xfrm>
            <a:off x="6666116" y="4641774"/>
            <a:ext cx="1823146" cy="15205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4857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ko-KR"/>
              <a:t>내용을 입력해주세요</a:t>
            </a:r>
            <a:br>
              <a:rPr lang="ko-KR"/>
            </a:br>
            <a:r>
              <a:rPr lang="ko-KR"/>
              <a:t>내용을 입력해주세요</a:t>
            </a:r>
            <a:endParaRPr/>
          </a:p>
        </p:txBody>
      </p:sp>
      <p:sp>
        <p:nvSpPr>
          <p:cNvPr id="3255" name="Google Shape;3255;p77"/>
          <p:cNvSpPr txBox="1"/>
          <p:nvPr>
            <p:ph idx="15" type="body"/>
          </p:nvPr>
        </p:nvSpPr>
        <p:spPr>
          <a:xfrm>
            <a:off x="8719883" y="4641774"/>
            <a:ext cx="1823146" cy="15205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4857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ko-KR"/>
              <a:t>내용을 입력해주세요</a:t>
            </a:r>
            <a:br>
              <a:rPr lang="ko-KR"/>
            </a:br>
            <a:r>
              <a:rPr lang="ko-KR"/>
              <a:t>내용을 입력해주세요</a:t>
            </a:r>
            <a:endParaRPr/>
          </a:p>
        </p:txBody>
      </p:sp>
      <p:sp>
        <p:nvSpPr>
          <p:cNvPr id="3256" name="Google Shape;3256;p77"/>
          <p:cNvSpPr txBox="1"/>
          <p:nvPr>
            <p:ph idx="16" type="body"/>
          </p:nvPr>
        </p:nvSpPr>
        <p:spPr>
          <a:xfrm>
            <a:off x="417525" y="835144"/>
            <a:ext cx="5335912" cy="5003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ko-KR"/>
              <a:t>주제를 입력해주세요</a:t>
            </a:r>
            <a:endParaRPr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60" name="Shape 3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1" name="Google Shape;3261;p78"/>
          <p:cNvSpPr txBox="1"/>
          <p:nvPr>
            <p:ph idx="1" type="body"/>
          </p:nvPr>
        </p:nvSpPr>
        <p:spPr>
          <a:xfrm>
            <a:off x="417525" y="182918"/>
            <a:ext cx="5335912" cy="2605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3B3B3"/>
              </a:buClr>
              <a:buSzPts val="1100"/>
              <a:buFont typeface="Arial"/>
              <a:buNone/>
            </a:pPr>
            <a:r>
              <a:rPr lang="ko-KR"/>
              <a:t>TITLE</a:t>
            </a:r>
            <a:endParaRPr/>
          </a:p>
        </p:txBody>
      </p:sp>
      <p:sp>
        <p:nvSpPr>
          <p:cNvPr id="3262" name="Google Shape;3262;p78"/>
          <p:cNvSpPr/>
          <p:nvPr>
            <p:ph idx="2" type="pic"/>
          </p:nvPr>
        </p:nvSpPr>
        <p:spPr>
          <a:xfrm>
            <a:off x="6239467" y="981075"/>
            <a:ext cx="4303675" cy="2320185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3263" name="Google Shape;3263;p78"/>
          <p:cNvSpPr/>
          <p:nvPr>
            <p:ph idx="3" type="pic"/>
          </p:nvPr>
        </p:nvSpPr>
        <p:spPr>
          <a:xfrm>
            <a:off x="6239467" y="3556740"/>
            <a:ext cx="4303675" cy="2320185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3264" name="Google Shape;3264;p78"/>
          <p:cNvSpPr txBox="1"/>
          <p:nvPr>
            <p:ph idx="4" type="body"/>
          </p:nvPr>
        </p:nvSpPr>
        <p:spPr>
          <a:xfrm>
            <a:off x="417525" y="2356318"/>
            <a:ext cx="4440914" cy="115937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266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rPr lang="ko-KR"/>
              <a:t>주제를</a:t>
            </a:r>
            <a:br>
              <a:rPr lang="ko-KR"/>
            </a:br>
            <a:r>
              <a:rPr lang="ko-KR"/>
              <a:t>입력해주세요</a:t>
            </a:r>
            <a:endParaRPr/>
          </a:p>
        </p:txBody>
      </p:sp>
      <p:sp>
        <p:nvSpPr>
          <p:cNvPr id="3265" name="Google Shape;3265;p78"/>
          <p:cNvSpPr txBox="1"/>
          <p:nvPr>
            <p:ph idx="5" type="body"/>
          </p:nvPr>
        </p:nvSpPr>
        <p:spPr>
          <a:xfrm>
            <a:off x="417526" y="3695989"/>
            <a:ext cx="4440914" cy="7596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ko-KR"/>
              <a:t>내용을 입력해주세요</a:t>
            </a:r>
            <a:br>
              <a:rPr lang="ko-KR"/>
            </a:br>
            <a:r>
              <a:rPr lang="ko-KR"/>
              <a:t>내용을 입력해주세요</a:t>
            </a:r>
            <a:endParaRPr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69" name="Shape 3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0" name="Google Shape;3270;p79"/>
          <p:cNvSpPr txBox="1"/>
          <p:nvPr>
            <p:ph idx="1" type="body"/>
          </p:nvPr>
        </p:nvSpPr>
        <p:spPr>
          <a:xfrm>
            <a:off x="417525" y="182918"/>
            <a:ext cx="5335912" cy="2605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3B3B3"/>
              </a:buClr>
              <a:buSzPts val="1100"/>
              <a:buFont typeface="Arial"/>
              <a:buNone/>
            </a:pPr>
            <a:r>
              <a:rPr lang="ko-KR"/>
              <a:t>TITLE</a:t>
            </a:r>
            <a:endParaRPr/>
          </a:p>
        </p:txBody>
      </p:sp>
      <p:sp>
        <p:nvSpPr>
          <p:cNvPr id="3271" name="Google Shape;3271;p79"/>
          <p:cNvSpPr/>
          <p:nvPr>
            <p:ph idx="2" type="pic"/>
          </p:nvPr>
        </p:nvSpPr>
        <p:spPr>
          <a:xfrm>
            <a:off x="7359516" y="981075"/>
            <a:ext cx="3183626" cy="4895845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3272" name="Google Shape;3272;p79"/>
          <p:cNvSpPr/>
          <p:nvPr>
            <p:ph idx="3" type="pic"/>
          </p:nvPr>
        </p:nvSpPr>
        <p:spPr>
          <a:xfrm>
            <a:off x="3916370" y="981075"/>
            <a:ext cx="3183626" cy="4895845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3273" name="Google Shape;3273;p79"/>
          <p:cNvSpPr txBox="1"/>
          <p:nvPr>
            <p:ph idx="4" type="body"/>
          </p:nvPr>
        </p:nvSpPr>
        <p:spPr>
          <a:xfrm>
            <a:off x="417525" y="2356318"/>
            <a:ext cx="3337729" cy="115937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266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rPr lang="ko-KR"/>
              <a:t>주제를</a:t>
            </a:r>
            <a:br>
              <a:rPr lang="ko-KR"/>
            </a:br>
            <a:r>
              <a:rPr lang="ko-KR"/>
              <a:t>입력해주세요</a:t>
            </a:r>
            <a:endParaRPr/>
          </a:p>
        </p:txBody>
      </p:sp>
      <p:sp>
        <p:nvSpPr>
          <p:cNvPr id="3274" name="Google Shape;3274;p79"/>
          <p:cNvSpPr txBox="1"/>
          <p:nvPr>
            <p:ph idx="5" type="body"/>
          </p:nvPr>
        </p:nvSpPr>
        <p:spPr>
          <a:xfrm>
            <a:off x="417526" y="3695989"/>
            <a:ext cx="3337729" cy="7596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ko-KR"/>
              <a:t>내용을 입력해주세요</a:t>
            </a:r>
            <a:br>
              <a:rPr lang="ko-KR"/>
            </a:br>
            <a:r>
              <a:rPr lang="ko-KR"/>
              <a:t>내용을 입력해주세요</a:t>
            </a:r>
            <a:endParaRPr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78" name="Shape 3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9" name="Google Shape;3279;p80"/>
          <p:cNvSpPr txBox="1"/>
          <p:nvPr>
            <p:ph idx="1" type="body"/>
          </p:nvPr>
        </p:nvSpPr>
        <p:spPr>
          <a:xfrm>
            <a:off x="417525" y="182918"/>
            <a:ext cx="5335912" cy="2605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3B3B3"/>
              </a:buClr>
              <a:buSzPts val="1100"/>
              <a:buFont typeface="Arial"/>
              <a:buNone/>
            </a:pPr>
            <a:r>
              <a:rPr lang="ko-KR"/>
              <a:t>TITLE</a:t>
            </a:r>
            <a:endParaRPr/>
          </a:p>
        </p:txBody>
      </p:sp>
      <p:sp>
        <p:nvSpPr>
          <p:cNvPr id="3280" name="Google Shape;3280;p80"/>
          <p:cNvSpPr/>
          <p:nvPr>
            <p:ph idx="2" type="pic"/>
          </p:nvPr>
        </p:nvSpPr>
        <p:spPr>
          <a:xfrm>
            <a:off x="519854" y="3300538"/>
            <a:ext cx="4869358" cy="2576388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3281" name="Google Shape;3281;p80"/>
          <p:cNvSpPr/>
          <p:nvPr>
            <p:ph idx="3" type="pic"/>
          </p:nvPr>
        </p:nvSpPr>
        <p:spPr>
          <a:xfrm>
            <a:off x="5665310" y="3300538"/>
            <a:ext cx="4869358" cy="2576388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3282" name="Google Shape;3282;p80"/>
          <p:cNvSpPr txBox="1"/>
          <p:nvPr>
            <p:ph idx="4" type="body"/>
          </p:nvPr>
        </p:nvSpPr>
        <p:spPr>
          <a:xfrm>
            <a:off x="417525" y="809252"/>
            <a:ext cx="4440914" cy="115937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266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rPr lang="ko-KR"/>
              <a:t>주제를 </a:t>
            </a:r>
            <a:br>
              <a:rPr lang="ko-KR"/>
            </a:br>
            <a:r>
              <a:rPr lang="ko-KR"/>
              <a:t>입력해주세요</a:t>
            </a:r>
            <a:endParaRPr/>
          </a:p>
        </p:txBody>
      </p:sp>
      <p:sp>
        <p:nvSpPr>
          <p:cNvPr id="3283" name="Google Shape;3283;p80"/>
          <p:cNvSpPr txBox="1"/>
          <p:nvPr>
            <p:ph idx="5" type="body"/>
          </p:nvPr>
        </p:nvSpPr>
        <p:spPr>
          <a:xfrm>
            <a:off x="417526" y="2148923"/>
            <a:ext cx="4440914" cy="7596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ko-KR"/>
              <a:t>내용을 입력해주세요</a:t>
            </a:r>
            <a:br>
              <a:rPr lang="ko-KR"/>
            </a:br>
            <a:r>
              <a:rPr lang="ko-KR"/>
              <a:t>내용을 입력해주세요</a:t>
            </a:r>
            <a:endParaRPr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87" name="Shape 3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8" name="Google Shape;3288;p81"/>
          <p:cNvSpPr txBox="1"/>
          <p:nvPr>
            <p:ph idx="1" type="body"/>
          </p:nvPr>
        </p:nvSpPr>
        <p:spPr>
          <a:xfrm>
            <a:off x="417525" y="182918"/>
            <a:ext cx="5335912" cy="2605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3B3B3"/>
              </a:buClr>
              <a:buSzPts val="1100"/>
              <a:buFont typeface="Arial"/>
              <a:buNone/>
            </a:pPr>
            <a:r>
              <a:rPr lang="ko-KR"/>
              <a:t>TITLE</a:t>
            </a:r>
            <a:endParaRPr/>
          </a:p>
        </p:txBody>
      </p:sp>
      <p:sp>
        <p:nvSpPr>
          <p:cNvPr id="3289" name="Google Shape;3289;p81"/>
          <p:cNvSpPr txBox="1"/>
          <p:nvPr>
            <p:ph idx="2" type="body"/>
          </p:nvPr>
        </p:nvSpPr>
        <p:spPr>
          <a:xfrm>
            <a:off x="522925" y="5285013"/>
            <a:ext cx="4874400" cy="400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ko-KR"/>
              <a:t>주제를 입력해주세요</a:t>
            </a:r>
            <a:endParaRPr/>
          </a:p>
        </p:txBody>
      </p:sp>
      <p:sp>
        <p:nvSpPr>
          <p:cNvPr id="3290" name="Google Shape;3290;p81"/>
          <p:cNvSpPr txBox="1"/>
          <p:nvPr>
            <p:ph idx="3" type="body"/>
          </p:nvPr>
        </p:nvSpPr>
        <p:spPr>
          <a:xfrm>
            <a:off x="522925" y="5698115"/>
            <a:ext cx="4874400" cy="3180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ctr">
              <a:lnSpc>
                <a:spcPct val="13428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ko-KR"/>
              <a:t>내용을 입력해주세요</a:t>
            </a:r>
            <a:endParaRPr/>
          </a:p>
        </p:txBody>
      </p:sp>
      <p:sp>
        <p:nvSpPr>
          <p:cNvPr id="3291" name="Google Shape;3291;p81"/>
          <p:cNvSpPr/>
          <p:nvPr>
            <p:ph idx="4" type="pic"/>
          </p:nvPr>
        </p:nvSpPr>
        <p:spPr>
          <a:xfrm>
            <a:off x="522925" y="981075"/>
            <a:ext cx="4874400" cy="4064642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3292" name="Google Shape;3292;p81"/>
          <p:cNvSpPr/>
          <p:nvPr>
            <p:ph idx="5" type="pic"/>
          </p:nvPr>
        </p:nvSpPr>
        <p:spPr>
          <a:xfrm>
            <a:off x="5659328" y="981075"/>
            <a:ext cx="4874400" cy="4064642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3293" name="Google Shape;3293;p81"/>
          <p:cNvSpPr txBox="1"/>
          <p:nvPr>
            <p:ph idx="6" type="body"/>
          </p:nvPr>
        </p:nvSpPr>
        <p:spPr>
          <a:xfrm>
            <a:off x="5659328" y="5285013"/>
            <a:ext cx="4874400" cy="400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ko-KR"/>
              <a:t>주제를 입력해주세요</a:t>
            </a:r>
            <a:endParaRPr/>
          </a:p>
        </p:txBody>
      </p:sp>
      <p:sp>
        <p:nvSpPr>
          <p:cNvPr id="3294" name="Google Shape;3294;p81"/>
          <p:cNvSpPr txBox="1"/>
          <p:nvPr>
            <p:ph idx="7" type="body"/>
          </p:nvPr>
        </p:nvSpPr>
        <p:spPr>
          <a:xfrm>
            <a:off x="5659328" y="5698115"/>
            <a:ext cx="4874400" cy="3180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ctr">
              <a:lnSpc>
                <a:spcPct val="13428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ko-KR"/>
              <a:t>내용을 입력해주세요</a:t>
            </a:r>
            <a:endParaRPr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98" name="Shape 3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9" name="Google Shape;3299;p82"/>
          <p:cNvSpPr txBox="1"/>
          <p:nvPr>
            <p:ph idx="1" type="body"/>
          </p:nvPr>
        </p:nvSpPr>
        <p:spPr>
          <a:xfrm>
            <a:off x="417525" y="182918"/>
            <a:ext cx="5335912" cy="2605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3B3B3"/>
              </a:buClr>
              <a:buSzPts val="1100"/>
              <a:buFont typeface="Arial"/>
              <a:buNone/>
            </a:pPr>
            <a:r>
              <a:rPr lang="ko-KR"/>
              <a:t>TITLE</a:t>
            </a:r>
            <a:endParaRPr/>
          </a:p>
        </p:txBody>
      </p:sp>
      <p:sp>
        <p:nvSpPr>
          <p:cNvPr id="3300" name="Google Shape;3300;p82"/>
          <p:cNvSpPr/>
          <p:nvPr>
            <p:ph idx="2" type="pic"/>
          </p:nvPr>
        </p:nvSpPr>
        <p:spPr>
          <a:xfrm>
            <a:off x="522925" y="981075"/>
            <a:ext cx="4303675" cy="2320185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3301" name="Google Shape;3301;p82"/>
          <p:cNvSpPr/>
          <p:nvPr>
            <p:ph idx="3" type="pic"/>
          </p:nvPr>
        </p:nvSpPr>
        <p:spPr>
          <a:xfrm>
            <a:off x="522925" y="3556740"/>
            <a:ext cx="4303675" cy="2320185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3302" name="Google Shape;3302;p82"/>
          <p:cNvSpPr txBox="1"/>
          <p:nvPr>
            <p:ph idx="4" type="body"/>
          </p:nvPr>
        </p:nvSpPr>
        <p:spPr>
          <a:xfrm>
            <a:off x="4977405" y="2224116"/>
            <a:ext cx="6701960" cy="5741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266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rPr lang="ko-KR"/>
              <a:t>주제를 입력해주세요</a:t>
            </a:r>
            <a:endParaRPr/>
          </a:p>
        </p:txBody>
      </p:sp>
      <p:sp>
        <p:nvSpPr>
          <p:cNvPr id="3303" name="Google Shape;3303;p82"/>
          <p:cNvSpPr txBox="1"/>
          <p:nvPr>
            <p:ph idx="5" type="body"/>
          </p:nvPr>
        </p:nvSpPr>
        <p:spPr>
          <a:xfrm>
            <a:off x="4977405" y="2969839"/>
            <a:ext cx="6701960" cy="17353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noAutofit/>
          </a:bodyPr>
          <a:lstStyle/>
          <a:p>
            <a:pPr indent="-184150" lvl="0" marL="18415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ko-KR"/>
              <a:t>내용을 입력해주세요</a:t>
            </a:r>
            <a:br>
              <a:rPr lang="ko-KR"/>
            </a:br>
            <a:r>
              <a:rPr lang="ko-KR"/>
              <a:t>내용을 입력해주세요</a:t>
            </a:r>
            <a:endParaRPr/>
          </a:p>
          <a:p>
            <a:pPr indent="-184150" lvl="0" marL="184150" rtl="0" algn="l">
              <a:lnSpc>
                <a:spcPct val="14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ko-KR"/>
              <a:t>내용을 입력해주세요</a:t>
            </a:r>
            <a:endParaRPr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07" name="Shape 3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8" name="Google Shape;3308;p83"/>
          <p:cNvSpPr txBox="1"/>
          <p:nvPr>
            <p:ph idx="1" type="body"/>
          </p:nvPr>
        </p:nvSpPr>
        <p:spPr>
          <a:xfrm>
            <a:off x="417525" y="182918"/>
            <a:ext cx="5335912" cy="2605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3B3B3"/>
              </a:buClr>
              <a:buSzPts val="1100"/>
              <a:buFont typeface="Arial"/>
              <a:buNone/>
            </a:pPr>
            <a:r>
              <a:rPr lang="ko-KR"/>
              <a:t>TITLE</a:t>
            </a:r>
            <a:endParaRPr/>
          </a:p>
        </p:txBody>
      </p:sp>
      <p:sp>
        <p:nvSpPr>
          <p:cNvPr id="3309" name="Google Shape;3309;p83"/>
          <p:cNvSpPr/>
          <p:nvPr>
            <p:ph idx="2" type="pic"/>
          </p:nvPr>
        </p:nvSpPr>
        <p:spPr>
          <a:xfrm>
            <a:off x="519748" y="975875"/>
            <a:ext cx="4874400" cy="25884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3310" name="Google Shape;3310;p83"/>
          <p:cNvSpPr/>
          <p:nvPr>
            <p:ph idx="3" type="pic"/>
          </p:nvPr>
        </p:nvSpPr>
        <p:spPr>
          <a:xfrm>
            <a:off x="5659328" y="981075"/>
            <a:ext cx="4874400" cy="258839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3311" name="Google Shape;3311;p83"/>
          <p:cNvSpPr txBox="1"/>
          <p:nvPr>
            <p:ph idx="4" type="body"/>
          </p:nvPr>
        </p:nvSpPr>
        <p:spPr>
          <a:xfrm>
            <a:off x="453736" y="3735826"/>
            <a:ext cx="10079992" cy="5741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266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rPr lang="ko-KR"/>
              <a:t>주제를 입력해주세요</a:t>
            </a:r>
            <a:endParaRPr/>
          </a:p>
        </p:txBody>
      </p:sp>
      <p:sp>
        <p:nvSpPr>
          <p:cNvPr id="3312" name="Google Shape;3312;p83"/>
          <p:cNvSpPr txBox="1"/>
          <p:nvPr>
            <p:ph idx="5" type="body"/>
          </p:nvPr>
        </p:nvSpPr>
        <p:spPr>
          <a:xfrm>
            <a:off x="453736" y="4481549"/>
            <a:ext cx="10079992" cy="17353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noAutofit/>
          </a:bodyPr>
          <a:lstStyle/>
          <a:p>
            <a:pPr indent="-184150" lvl="0" marL="18415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ko-KR"/>
              <a:t>내용을 입력해주세요</a:t>
            </a:r>
            <a:endParaRPr/>
          </a:p>
          <a:p>
            <a:pPr indent="-184150" lvl="0" marL="184150" rtl="0" algn="l">
              <a:lnSpc>
                <a:spcPct val="14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ko-KR"/>
              <a:t>내용을 입력해주세요</a:t>
            </a:r>
            <a:endParaRPr/>
          </a:p>
          <a:p>
            <a:pPr indent="-184150" lvl="0" marL="184150" rtl="0" algn="l">
              <a:lnSpc>
                <a:spcPct val="14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ko-KR"/>
              <a:t>내용을 입력해주세요</a:t>
            </a:r>
            <a:endParaRPr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16" name="Shape 3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7" name="Google Shape;3317;p84"/>
          <p:cNvSpPr txBox="1"/>
          <p:nvPr>
            <p:ph idx="1" type="body"/>
          </p:nvPr>
        </p:nvSpPr>
        <p:spPr>
          <a:xfrm>
            <a:off x="417525" y="182918"/>
            <a:ext cx="5335912" cy="2605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3B3B3"/>
              </a:buClr>
              <a:buSzPts val="1100"/>
              <a:buFont typeface="Arial"/>
              <a:buNone/>
            </a:pPr>
            <a:r>
              <a:rPr lang="ko-KR"/>
              <a:t>TITLE</a:t>
            </a:r>
            <a:endParaRPr/>
          </a:p>
        </p:txBody>
      </p:sp>
      <p:sp>
        <p:nvSpPr>
          <p:cNvPr id="3318" name="Google Shape;3318;p84"/>
          <p:cNvSpPr/>
          <p:nvPr>
            <p:ph idx="2" type="pic"/>
          </p:nvPr>
        </p:nvSpPr>
        <p:spPr>
          <a:xfrm>
            <a:off x="522925" y="1659074"/>
            <a:ext cx="4874400" cy="258839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3319" name="Google Shape;3319;p84"/>
          <p:cNvSpPr/>
          <p:nvPr>
            <p:ph idx="3" type="pic"/>
          </p:nvPr>
        </p:nvSpPr>
        <p:spPr>
          <a:xfrm>
            <a:off x="5659328" y="1659074"/>
            <a:ext cx="4874400" cy="258839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3320" name="Google Shape;3320;p84"/>
          <p:cNvSpPr txBox="1"/>
          <p:nvPr>
            <p:ph idx="4" type="body"/>
          </p:nvPr>
        </p:nvSpPr>
        <p:spPr>
          <a:xfrm>
            <a:off x="506053" y="4433416"/>
            <a:ext cx="4891272" cy="400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ko-KR"/>
              <a:t>주제</a:t>
            </a:r>
            <a:endParaRPr/>
          </a:p>
        </p:txBody>
      </p:sp>
      <p:sp>
        <p:nvSpPr>
          <p:cNvPr id="3321" name="Google Shape;3321;p84"/>
          <p:cNvSpPr txBox="1"/>
          <p:nvPr>
            <p:ph idx="5" type="body"/>
          </p:nvPr>
        </p:nvSpPr>
        <p:spPr>
          <a:xfrm>
            <a:off x="506053" y="4824484"/>
            <a:ext cx="4891272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3428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ko-KR"/>
              <a:t>내용을 입력해주세요</a:t>
            </a:r>
            <a:endParaRPr/>
          </a:p>
        </p:txBody>
      </p:sp>
      <p:sp>
        <p:nvSpPr>
          <p:cNvPr id="3322" name="Google Shape;3322;p84"/>
          <p:cNvSpPr txBox="1"/>
          <p:nvPr>
            <p:ph idx="6" type="body"/>
          </p:nvPr>
        </p:nvSpPr>
        <p:spPr>
          <a:xfrm>
            <a:off x="506053" y="5397361"/>
            <a:ext cx="4891272" cy="6868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3428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ko-KR"/>
              <a:t>내용을 입력해주세요</a:t>
            </a:r>
            <a:br>
              <a:rPr lang="ko-KR"/>
            </a:br>
            <a:r>
              <a:rPr lang="ko-KR"/>
              <a:t>내용을 입력해주세요</a:t>
            </a:r>
            <a:endParaRPr/>
          </a:p>
        </p:txBody>
      </p:sp>
      <p:sp>
        <p:nvSpPr>
          <p:cNvPr id="3323" name="Google Shape;3323;p84"/>
          <p:cNvSpPr txBox="1"/>
          <p:nvPr>
            <p:ph idx="7" type="body"/>
          </p:nvPr>
        </p:nvSpPr>
        <p:spPr>
          <a:xfrm>
            <a:off x="5642456" y="4433416"/>
            <a:ext cx="4891272" cy="400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ko-KR"/>
              <a:t>주제</a:t>
            </a:r>
            <a:endParaRPr/>
          </a:p>
        </p:txBody>
      </p:sp>
      <p:sp>
        <p:nvSpPr>
          <p:cNvPr id="3324" name="Google Shape;3324;p84"/>
          <p:cNvSpPr txBox="1"/>
          <p:nvPr>
            <p:ph idx="8" type="body"/>
          </p:nvPr>
        </p:nvSpPr>
        <p:spPr>
          <a:xfrm>
            <a:off x="5642456" y="4824484"/>
            <a:ext cx="4891272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3428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ko-KR"/>
              <a:t>내용을 입력해주세요</a:t>
            </a:r>
            <a:endParaRPr/>
          </a:p>
        </p:txBody>
      </p:sp>
      <p:sp>
        <p:nvSpPr>
          <p:cNvPr id="3325" name="Google Shape;3325;p84"/>
          <p:cNvSpPr txBox="1"/>
          <p:nvPr>
            <p:ph idx="9" type="body"/>
          </p:nvPr>
        </p:nvSpPr>
        <p:spPr>
          <a:xfrm>
            <a:off x="5642456" y="5397361"/>
            <a:ext cx="4891272" cy="6868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3428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ko-KR"/>
              <a:t>내용을 입력해주세요</a:t>
            </a:r>
            <a:br>
              <a:rPr lang="ko-KR"/>
            </a:br>
            <a:r>
              <a:rPr lang="ko-KR"/>
              <a:t>내용을 입력해주세요</a:t>
            </a:r>
            <a:endParaRPr/>
          </a:p>
        </p:txBody>
      </p:sp>
      <p:sp>
        <p:nvSpPr>
          <p:cNvPr id="3326" name="Google Shape;3326;p84"/>
          <p:cNvSpPr txBox="1"/>
          <p:nvPr>
            <p:ph idx="13" type="body"/>
          </p:nvPr>
        </p:nvSpPr>
        <p:spPr>
          <a:xfrm>
            <a:off x="417525" y="835144"/>
            <a:ext cx="5335912" cy="5003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ko-KR"/>
              <a:t>주제를 입력해주세요</a:t>
            </a:r>
            <a:endParaRPr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30" name="Shape 3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1" name="Google Shape;3331;p85"/>
          <p:cNvSpPr txBox="1"/>
          <p:nvPr>
            <p:ph idx="1" type="body"/>
          </p:nvPr>
        </p:nvSpPr>
        <p:spPr>
          <a:xfrm>
            <a:off x="417525" y="182918"/>
            <a:ext cx="5335912" cy="2605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3B3B3"/>
              </a:buClr>
              <a:buSzPts val="1100"/>
              <a:buFont typeface="Arial"/>
              <a:buNone/>
            </a:pPr>
            <a:r>
              <a:rPr lang="ko-KR"/>
              <a:t>TITLE</a:t>
            </a:r>
            <a:endParaRPr/>
          </a:p>
        </p:txBody>
      </p:sp>
      <p:sp>
        <p:nvSpPr>
          <p:cNvPr id="3332" name="Google Shape;3332;p85"/>
          <p:cNvSpPr/>
          <p:nvPr>
            <p:ph idx="2" type="body"/>
          </p:nvPr>
        </p:nvSpPr>
        <p:spPr>
          <a:xfrm>
            <a:off x="505310" y="1652616"/>
            <a:ext cx="2292973" cy="448575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 cap="flat" cmpd="sng" w="222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88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</a:pPr>
            <a:r>
              <a:rPr lang="ko-KR"/>
              <a:t>01</a:t>
            </a:r>
            <a:endParaRPr/>
          </a:p>
        </p:txBody>
      </p:sp>
      <p:sp>
        <p:nvSpPr>
          <p:cNvPr id="3333" name="Google Shape;3333;p85"/>
          <p:cNvSpPr txBox="1"/>
          <p:nvPr>
            <p:ph idx="3" type="body"/>
          </p:nvPr>
        </p:nvSpPr>
        <p:spPr>
          <a:xfrm>
            <a:off x="644634" y="2317216"/>
            <a:ext cx="2153649" cy="9961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noAutofit/>
          </a:bodyPr>
          <a:lstStyle/>
          <a:p>
            <a:pPr indent="0" lvl="0" marL="0" rtl="0" algn="l">
              <a:lnSpc>
                <a:spcPct val="14857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ko-KR"/>
              <a:t>내용을 입력해주세요</a:t>
            </a:r>
            <a:br>
              <a:rPr lang="ko-KR"/>
            </a:br>
            <a:r>
              <a:rPr lang="ko-KR"/>
              <a:t>내용을 입력해주세요</a:t>
            </a:r>
            <a:endParaRPr/>
          </a:p>
        </p:txBody>
      </p:sp>
      <p:sp>
        <p:nvSpPr>
          <p:cNvPr id="3334" name="Google Shape;3334;p85"/>
          <p:cNvSpPr/>
          <p:nvPr>
            <p:ph idx="4" type="body"/>
          </p:nvPr>
        </p:nvSpPr>
        <p:spPr>
          <a:xfrm>
            <a:off x="3085481" y="1652616"/>
            <a:ext cx="2292973" cy="448575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 cap="flat" cmpd="sng" w="222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88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</a:pPr>
            <a:r>
              <a:rPr lang="ko-KR"/>
              <a:t>02</a:t>
            </a:r>
            <a:endParaRPr/>
          </a:p>
        </p:txBody>
      </p:sp>
      <p:sp>
        <p:nvSpPr>
          <p:cNvPr id="3335" name="Google Shape;3335;p85"/>
          <p:cNvSpPr/>
          <p:nvPr>
            <p:ph idx="5" type="body"/>
          </p:nvPr>
        </p:nvSpPr>
        <p:spPr>
          <a:xfrm>
            <a:off x="5667061" y="1652616"/>
            <a:ext cx="2292973" cy="448575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 cap="flat" cmpd="sng" w="222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88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</a:pPr>
            <a:r>
              <a:rPr lang="ko-KR"/>
              <a:t>03</a:t>
            </a:r>
            <a:endParaRPr/>
          </a:p>
        </p:txBody>
      </p:sp>
      <p:sp>
        <p:nvSpPr>
          <p:cNvPr id="3336" name="Google Shape;3336;p85"/>
          <p:cNvSpPr/>
          <p:nvPr>
            <p:ph idx="6" type="body"/>
          </p:nvPr>
        </p:nvSpPr>
        <p:spPr>
          <a:xfrm>
            <a:off x="8248641" y="1652616"/>
            <a:ext cx="2292973" cy="448575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 cap="flat" cmpd="sng" w="222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88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</a:pPr>
            <a:r>
              <a:rPr lang="ko-KR"/>
              <a:t>04</a:t>
            </a:r>
            <a:endParaRPr/>
          </a:p>
        </p:txBody>
      </p:sp>
      <p:sp>
        <p:nvSpPr>
          <p:cNvPr id="3337" name="Google Shape;3337;p85"/>
          <p:cNvSpPr/>
          <p:nvPr>
            <p:ph idx="7" type="pic"/>
          </p:nvPr>
        </p:nvSpPr>
        <p:spPr>
          <a:xfrm>
            <a:off x="522925" y="3464850"/>
            <a:ext cx="4874400" cy="2412076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3338" name="Google Shape;3338;p85"/>
          <p:cNvSpPr/>
          <p:nvPr>
            <p:ph idx="8" type="pic"/>
          </p:nvPr>
        </p:nvSpPr>
        <p:spPr>
          <a:xfrm>
            <a:off x="5659328" y="3464850"/>
            <a:ext cx="4874400" cy="2412076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3339" name="Google Shape;3339;p85"/>
          <p:cNvSpPr txBox="1"/>
          <p:nvPr>
            <p:ph idx="9" type="body"/>
          </p:nvPr>
        </p:nvSpPr>
        <p:spPr>
          <a:xfrm>
            <a:off x="3224805" y="2317216"/>
            <a:ext cx="2153649" cy="9961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noAutofit/>
          </a:bodyPr>
          <a:lstStyle/>
          <a:p>
            <a:pPr indent="0" lvl="0" marL="0" rtl="0" algn="l">
              <a:lnSpc>
                <a:spcPct val="14857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ko-KR"/>
              <a:t>내용을 입력해주세요</a:t>
            </a:r>
            <a:br>
              <a:rPr lang="ko-KR"/>
            </a:br>
            <a:r>
              <a:rPr lang="ko-KR"/>
              <a:t>내용을 입력해주세요</a:t>
            </a:r>
            <a:endParaRPr/>
          </a:p>
        </p:txBody>
      </p:sp>
      <p:sp>
        <p:nvSpPr>
          <p:cNvPr id="3340" name="Google Shape;3340;p85"/>
          <p:cNvSpPr txBox="1"/>
          <p:nvPr>
            <p:ph idx="13" type="body"/>
          </p:nvPr>
        </p:nvSpPr>
        <p:spPr>
          <a:xfrm>
            <a:off x="5806385" y="2317216"/>
            <a:ext cx="2153649" cy="9961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noAutofit/>
          </a:bodyPr>
          <a:lstStyle/>
          <a:p>
            <a:pPr indent="0" lvl="0" marL="0" rtl="0" algn="l">
              <a:lnSpc>
                <a:spcPct val="14857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ko-KR"/>
              <a:t>내용을 입력해주세요</a:t>
            </a:r>
            <a:br>
              <a:rPr lang="ko-KR"/>
            </a:br>
            <a:r>
              <a:rPr lang="ko-KR"/>
              <a:t>내용을 입력해주세요</a:t>
            </a:r>
            <a:endParaRPr/>
          </a:p>
        </p:txBody>
      </p:sp>
      <p:sp>
        <p:nvSpPr>
          <p:cNvPr id="3341" name="Google Shape;3341;p85"/>
          <p:cNvSpPr txBox="1"/>
          <p:nvPr>
            <p:ph idx="14" type="body"/>
          </p:nvPr>
        </p:nvSpPr>
        <p:spPr>
          <a:xfrm>
            <a:off x="8387965" y="2317216"/>
            <a:ext cx="2153649" cy="9961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noAutofit/>
          </a:bodyPr>
          <a:lstStyle/>
          <a:p>
            <a:pPr indent="0" lvl="0" marL="0" rtl="0" algn="l">
              <a:lnSpc>
                <a:spcPct val="14857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ko-KR"/>
              <a:t>내용을 입력해주세요</a:t>
            </a:r>
            <a:br>
              <a:rPr lang="ko-KR"/>
            </a:br>
            <a:r>
              <a:rPr lang="ko-KR"/>
              <a:t>내용을 입력해주세요</a:t>
            </a:r>
            <a:endParaRPr/>
          </a:p>
        </p:txBody>
      </p:sp>
      <p:sp>
        <p:nvSpPr>
          <p:cNvPr id="3342" name="Google Shape;3342;p85"/>
          <p:cNvSpPr txBox="1"/>
          <p:nvPr>
            <p:ph idx="15" type="body"/>
          </p:nvPr>
        </p:nvSpPr>
        <p:spPr>
          <a:xfrm>
            <a:off x="417525" y="835144"/>
            <a:ext cx="5335912" cy="5003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ko-KR"/>
              <a:t>주제를 입력해주세요</a:t>
            </a:r>
            <a:endParaRPr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46" name="Shape 3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7" name="Google Shape;3347;p86"/>
          <p:cNvSpPr txBox="1"/>
          <p:nvPr>
            <p:ph idx="1" type="body"/>
          </p:nvPr>
        </p:nvSpPr>
        <p:spPr>
          <a:xfrm>
            <a:off x="417525" y="182918"/>
            <a:ext cx="5335912" cy="2605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3B3B3"/>
              </a:buClr>
              <a:buSzPts val="1100"/>
              <a:buFont typeface="Arial"/>
              <a:buNone/>
            </a:pPr>
            <a:r>
              <a:rPr lang="ko-KR"/>
              <a:t>TITLE</a:t>
            </a:r>
            <a:endParaRPr/>
          </a:p>
        </p:txBody>
      </p:sp>
      <p:sp>
        <p:nvSpPr>
          <p:cNvPr id="3348" name="Google Shape;3348;p86"/>
          <p:cNvSpPr/>
          <p:nvPr>
            <p:ph idx="2" type="pic"/>
          </p:nvPr>
        </p:nvSpPr>
        <p:spPr>
          <a:xfrm>
            <a:off x="522925" y="1659074"/>
            <a:ext cx="3196848" cy="3155296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3349" name="Google Shape;3349;p86"/>
          <p:cNvSpPr txBox="1"/>
          <p:nvPr>
            <p:ph idx="3" type="body"/>
          </p:nvPr>
        </p:nvSpPr>
        <p:spPr>
          <a:xfrm>
            <a:off x="447981" y="5013417"/>
            <a:ext cx="3271792" cy="29191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ko-KR"/>
              <a:t>주제를 입력해주세요</a:t>
            </a:r>
            <a:endParaRPr/>
          </a:p>
        </p:txBody>
      </p:sp>
      <p:sp>
        <p:nvSpPr>
          <p:cNvPr id="3350" name="Google Shape;3350;p86"/>
          <p:cNvSpPr txBox="1"/>
          <p:nvPr>
            <p:ph idx="4" type="body"/>
          </p:nvPr>
        </p:nvSpPr>
        <p:spPr>
          <a:xfrm>
            <a:off x="447982" y="5298915"/>
            <a:ext cx="3271791" cy="7505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4857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ko-KR"/>
              <a:t>내용을 입력해주세요</a:t>
            </a:r>
            <a:br>
              <a:rPr lang="ko-KR"/>
            </a:br>
            <a:r>
              <a:rPr lang="ko-KR"/>
              <a:t>내용을 입력해주세요</a:t>
            </a:r>
            <a:br>
              <a:rPr lang="ko-KR"/>
            </a:br>
            <a:endParaRPr/>
          </a:p>
        </p:txBody>
      </p:sp>
      <p:sp>
        <p:nvSpPr>
          <p:cNvPr id="3351" name="Google Shape;3351;p86"/>
          <p:cNvSpPr/>
          <p:nvPr>
            <p:ph idx="5" type="pic"/>
          </p:nvPr>
        </p:nvSpPr>
        <p:spPr>
          <a:xfrm>
            <a:off x="3930465" y="1659074"/>
            <a:ext cx="3196848" cy="3155296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3352" name="Google Shape;3352;p86"/>
          <p:cNvSpPr txBox="1"/>
          <p:nvPr>
            <p:ph idx="6" type="body"/>
          </p:nvPr>
        </p:nvSpPr>
        <p:spPr>
          <a:xfrm>
            <a:off x="3855521" y="5013417"/>
            <a:ext cx="3271792" cy="29191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ko-KR"/>
              <a:t>주제를 입력해주세요</a:t>
            </a:r>
            <a:endParaRPr/>
          </a:p>
        </p:txBody>
      </p:sp>
      <p:sp>
        <p:nvSpPr>
          <p:cNvPr id="3353" name="Google Shape;3353;p86"/>
          <p:cNvSpPr/>
          <p:nvPr>
            <p:ph idx="7" type="pic"/>
          </p:nvPr>
        </p:nvSpPr>
        <p:spPr>
          <a:xfrm>
            <a:off x="7347059" y="1659074"/>
            <a:ext cx="3196848" cy="3155296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3354" name="Google Shape;3354;p86"/>
          <p:cNvSpPr txBox="1"/>
          <p:nvPr>
            <p:ph idx="8" type="body"/>
          </p:nvPr>
        </p:nvSpPr>
        <p:spPr>
          <a:xfrm>
            <a:off x="7272115" y="5013417"/>
            <a:ext cx="3271792" cy="29191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ko-KR"/>
              <a:t>주제를 입력해주세요</a:t>
            </a:r>
            <a:endParaRPr/>
          </a:p>
        </p:txBody>
      </p:sp>
      <p:sp>
        <p:nvSpPr>
          <p:cNvPr id="3355" name="Google Shape;3355;p86"/>
          <p:cNvSpPr txBox="1"/>
          <p:nvPr>
            <p:ph idx="9" type="body"/>
          </p:nvPr>
        </p:nvSpPr>
        <p:spPr>
          <a:xfrm>
            <a:off x="3855522" y="5298915"/>
            <a:ext cx="3271791" cy="7505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4857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ko-KR"/>
              <a:t>내용을 입력해주세요</a:t>
            </a:r>
            <a:br>
              <a:rPr lang="ko-KR"/>
            </a:br>
            <a:r>
              <a:rPr lang="ko-KR"/>
              <a:t>내용을 입력해주세요</a:t>
            </a:r>
            <a:br>
              <a:rPr lang="ko-KR"/>
            </a:br>
            <a:endParaRPr/>
          </a:p>
        </p:txBody>
      </p:sp>
      <p:sp>
        <p:nvSpPr>
          <p:cNvPr id="3356" name="Google Shape;3356;p86"/>
          <p:cNvSpPr txBox="1"/>
          <p:nvPr>
            <p:ph idx="13" type="body"/>
          </p:nvPr>
        </p:nvSpPr>
        <p:spPr>
          <a:xfrm>
            <a:off x="7272116" y="5298915"/>
            <a:ext cx="3271791" cy="7505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4857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ko-KR"/>
              <a:t>내용을 입력해주세요</a:t>
            </a:r>
            <a:br>
              <a:rPr lang="ko-KR"/>
            </a:br>
            <a:r>
              <a:rPr lang="ko-KR"/>
              <a:t>내용을 입력해주세요</a:t>
            </a:r>
            <a:br>
              <a:rPr lang="ko-KR"/>
            </a:br>
            <a:endParaRPr/>
          </a:p>
        </p:txBody>
      </p:sp>
      <p:sp>
        <p:nvSpPr>
          <p:cNvPr id="3357" name="Google Shape;3357;p86"/>
          <p:cNvSpPr txBox="1"/>
          <p:nvPr>
            <p:ph idx="14" type="body"/>
          </p:nvPr>
        </p:nvSpPr>
        <p:spPr>
          <a:xfrm>
            <a:off x="417525" y="835144"/>
            <a:ext cx="5335912" cy="5003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ko-KR"/>
              <a:t>주제를 입력해주세요</a:t>
            </a:r>
            <a:endParaRPr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61" name="Shape 3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2" name="Google Shape;3362;p87"/>
          <p:cNvSpPr txBox="1"/>
          <p:nvPr>
            <p:ph idx="1" type="body"/>
          </p:nvPr>
        </p:nvSpPr>
        <p:spPr>
          <a:xfrm>
            <a:off x="417525" y="182918"/>
            <a:ext cx="5335912" cy="2605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3B3B3"/>
              </a:buClr>
              <a:buSzPts val="1100"/>
              <a:buFont typeface="Arial"/>
              <a:buNone/>
            </a:pPr>
            <a:r>
              <a:rPr lang="ko-KR"/>
              <a:t>TITLE</a:t>
            </a:r>
            <a:endParaRPr/>
          </a:p>
        </p:txBody>
      </p:sp>
      <p:sp>
        <p:nvSpPr>
          <p:cNvPr id="3363" name="Google Shape;3363;p87"/>
          <p:cNvSpPr/>
          <p:nvPr>
            <p:ph idx="2" type="pic"/>
          </p:nvPr>
        </p:nvSpPr>
        <p:spPr>
          <a:xfrm>
            <a:off x="7359516" y="981076"/>
            <a:ext cx="3183626" cy="2301952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3364" name="Google Shape;3364;p87"/>
          <p:cNvSpPr/>
          <p:nvPr>
            <p:ph idx="3" type="pic"/>
          </p:nvPr>
        </p:nvSpPr>
        <p:spPr>
          <a:xfrm>
            <a:off x="3916370" y="981076"/>
            <a:ext cx="3183626" cy="2301952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3365" name="Google Shape;3365;p87"/>
          <p:cNvSpPr/>
          <p:nvPr>
            <p:ph idx="4" type="pic"/>
          </p:nvPr>
        </p:nvSpPr>
        <p:spPr>
          <a:xfrm>
            <a:off x="7359516" y="3574973"/>
            <a:ext cx="3183626" cy="2301952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3366" name="Google Shape;3366;p87"/>
          <p:cNvSpPr/>
          <p:nvPr>
            <p:ph idx="5" type="pic"/>
          </p:nvPr>
        </p:nvSpPr>
        <p:spPr>
          <a:xfrm>
            <a:off x="3916370" y="3574973"/>
            <a:ext cx="3183626" cy="2301952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3367" name="Google Shape;3367;p87"/>
          <p:cNvSpPr txBox="1"/>
          <p:nvPr>
            <p:ph idx="6" type="body"/>
          </p:nvPr>
        </p:nvSpPr>
        <p:spPr>
          <a:xfrm>
            <a:off x="417525" y="2356318"/>
            <a:ext cx="3337729" cy="115937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266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rPr lang="ko-KR"/>
              <a:t>주제를</a:t>
            </a:r>
            <a:br>
              <a:rPr lang="ko-KR"/>
            </a:br>
            <a:r>
              <a:rPr lang="ko-KR"/>
              <a:t>입력해주세요</a:t>
            </a:r>
            <a:endParaRPr/>
          </a:p>
        </p:txBody>
      </p:sp>
      <p:sp>
        <p:nvSpPr>
          <p:cNvPr id="3368" name="Google Shape;3368;p87"/>
          <p:cNvSpPr txBox="1"/>
          <p:nvPr>
            <p:ph idx="7" type="body"/>
          </p:nvPr>
        </p:nvSpPr>
        <p:spPr>
          <a:xfrm>
            <a:off x="417526" y="3695989"/>
            <a:ext cx="3337729" cy="7596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ko-KR"/>
              <a:t>내용을 입력해주세요</a:t>
            </a:r>
            <a:br>
              <a:rPr lang="ko-KR"/>
            </a:br>
            <a:r>
              <a:rPr lang="ko-KR"/>
              <a:t>내용을 입력해주세요</a:t>
            </a:r>
            <a:endParaRPr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72" name="Shape 3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3" name="Google Shape;3373;p88"/>
          <p:cNvSpPr/>
          <p:nvPr>
            <p:ph idx="2" type="pic"/>
          </p:nvPr>
        </p:nvSpPr>
        <p:spPr>
          <a:xfrm>
            <a:off x="8244537" y="981076"/>
            <a:ext cx="2298605" cy="4284988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3374" name="Google Shape;3374;p88"/>
          <p:cNvSpPr txBox="1"/>
          <p:nvPr>
            <p:ph idx="1" type="body"/>
          </p:nvPr>
        </p:nvSpPr>
        <p:spPr>
          <a:xfrm>
            <a:off x="417525" y="182918"/>
            <a:ext cx="5335912" cy="2605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3B3B3"/>
              </a:buClr>
              <a:buSzPts val="1100"/>
              <a:buFont typeface="Arial"/>
              <a:buNone/>
            </a:pPr>
            <a:r>
              <a:rPr lang="ko-KR"/>
              <a:t>TITLE</a:t>
            </a:r>
            <a:endParaRPr/>
          </a:p>
        </p:txBody>
      </p:sp>
      <p:sp>
        <p:nvSpPr>
          <p:cNvPr id="3375" name="Google Shape;3375;p88"/>
          <p:cNvSpPr txBox="1"/>
          <p:nvPr>
            <p:ph idx="3" type="body"/>
          </p:nvPr>
        </p:nvSpPr>
        <p:spPr>
          <a:xfrm>
            <a:off x="8244537" y="5443075"/>
            <a:ext cx="2298606" cy="29191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ko-KR"/>
              <a:t>주제를 입력해주세요</a:t>
            </a:r>
            <a:endParaRPr/>
          </a:p>
        </p:txBody>
      </p:sp>
      <p:sp>
        <p:nvSpPr>
          <p:cNvPr id="3376" name="Google Shape;3376;p88"/>
          <p:cNvSpPr txBox="1"/>
          <p:nvPr>
            <p:ph idx="4" type="body"/>
          </p:nvPr>
        </p:nvSpPr>
        <p:spPr>
          <a:xfrm>
            <a:off x="8244534" y="5705688"/>
            <a:ext cx="2298610" cy="3180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rtl="0" algn="ctr">
              <a:lnSpc>
                <a:spcPct val="13428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ko-KR"/>
              <a:t>내용을 입력해주세요</a:t>
            </a:r>
            <a:endParaRPr/>
          </a:p>
        </p:txBody>
      </p:sp>
      <p:sp>
        <p:nvSpPr>
          <p:cNvPr id="3377" name="Google Shape;3377;p88"/>
          <p:cNvSpPr/>
          <p:nvPr>
            <p:ph idx="5" type="pic"/>
          </p:nvPr>
        </p:nvSpPr>
        <p:spPr>
          <a:xfrm>
            <a:off x="5669608" y="981076"/>
            <a:ext cx="2298605" cy="4284988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3378" name="Google Shape;3378;p88"/>
          <p:cNvSpPr txBox="1"/>
          <p:nvPr>
            <p:ph idx="6" type="body"/>
          </p:nvPr>
        </p:nvSpPr>
        <p:spPr>
          <a:xfrm>
            <a:off x="5669603" y="5443075"/>
            <a:ext cx="2290602" cy="29191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ko-KR"/>
              <a:t>주제를 입력해주세요</a:t>
            </a:r>
            <a:endParaRPr/>
          </a:p>
        </p:txBody>
      </p:sp>
      <p:sp>
        <p:nvSpPr>
          <p:cNvPr id="3379" name="Google Shape;3379;p88"/>
          <p:cNvSpPr txBox="1"/>
          <p:nvPr>
            <p:ph idx="7" type="body"/>
          </p:nvPr>
        </p:nvSpPr>
        <p:spPr>
          <a:xfrm>
            <a:off x="5669600" y="5705688"/>
            <a:ext cx="2290606" cy="3180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rtl="0" algn="ctr">
              <a:lnSpc>
                <a:spcPct val="13428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ko-KR"/>
              <a:t>내용을 입력해주세요</a:t>
            </a:r>
            <a:endParaRPr/>
          </a:p>
        </p:txBody>
      </p:sp>
      <p:sp>
        <p:nvSpPr>
          <p:cNvPr id="3380" name="Google Shape;3380;p88"/>
          <p:cNvSpPr/>
          <p:nvPr>
            <p:ph idx="8" type="pic"/>
          </p:nvPr>
        </p:nvSpPr>
        <p:spPr>
          <a:xfrm>
            <a:off x="3094678" y="981076"/>
            <a:ext cx="2298605" cy="4284988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3381" name="Google Shape;3381;p88"/>
          <p:cNvSpPr txBox="1"/>
          <p:nvPr>
            <p:ph idx="9" type="body"/>
          </p:nvPr>
        </p:nvSpPr>
        <p:spPr>
          <a:xfrm>
            <a:off x="3094678" y="5443075"/>
            <a:ext cx="2298606" cy="29191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ko-KR"/>
              <a:t>주제를 입력해주세요</a:t>
            </a:r>
            <a:endParaRPr/>
          </a:p>
        </p:txBody>
      </p:sp>
      <p:sp>
        <p:nvSpPr>
          <p:cNvPr id="3382" name="Google Shape;3382;p88"/>
          <p:cNvSpPr txBox="1"/>
          <p:nvPr>
            <p:ph idx="13" type="body"/>
          </p:nvPr>
        </p:nvSpPr>
        <p:spPr>
          <a:xfrm>
            <a:off x="3094679" y="5705688"/>
            <a:ext cx="2298605" cy="3180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rtl="0" algn="ctr">
              <a:lnSpc>
                <a:spcPct val="13428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ko-KR"/>
              <a:t>내용을 입력해주세요</a:t>
            </a:r>
            <a:endParaRPr/>
          </a:p>
        </p:txBody>
      </p:sp>
      <p:sp>
        <p:nvSpPr>
          <p:cNvPr id="3383" name="Google Shape;3383;p88"/>
          <p:cNvSpPr/>
          <p:nvPr>
            <p:ph idx="14" type="pic"/>
          </p:nvPr>
        </p:nvSpPr>
        <p:spPr>
          <a:xfrm>
            <a:off x="519748" y="981076"/>
            <a:ext cx="2298605" cy="4284988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3384" name="Google Shape;3384;p88"/>
          <p:cNvSpPr txBox="1"/>
          <p:nvPr>
            <p:ph idx="15" type="body"/>
          </p:nvPr>
        </p:nvSpPr>
        <p:spPr>
          <a:xfrm>
            <a:off x="519748" y="5443075"/>
            <a:ext cx="2298605" cy="29191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ko-KR"/>
              <a:t>주제를 입력해주세요</a:t>
            </a:r>
            <a:endParaRPr/>
          </a:p>
        </p:txBody>
      </p:sp>
      <p:sp>
        <p:nvSpPr>
          <p:cNvPr id="3385" name="Google Shape;3385;p88"/>
          <p:cNvSpPr txBox="1"/>
          <p:nvPr>
            <p:ph idx="16" type="body"/>
          </p:nvPr>
        </p:nvSpPr>
        <p:spPr>
          <a:xfrm>
            <a:off x="519750" y="5705688"/>
            <a:ext cx="2298604" cy="3180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rtl="0" algn="ctr">
              <a:lnSpc>
                <a:spcPct val="13428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ko-KR"/>
              <a:t>내용을 입력해주세요</a:t>
            </a:r>
            <a:endParaRPr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89" name="Shape 3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0" name="Google Shape;3390;p89"/>
          <p:cNvSpPr/>
          <p:nvPr>
            <p:ph idx="2" type="pic"/>
          </p:nvPr>
        </p:nvSpPr>
        <p:spPr>
          <a:xfrm>
            <a:off x="519748" y="981075"/>
            <a:ext cx="4893446" cy="1762125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3391" name="Google Shape;3391;p89"/>
          <p:cNvSpPr/>
          <p:nvPr>
            <p:ph idx="3" type="pic"/>
          </p:nvPr>
        </p:nvSpPr>
        <p:spPr>
          <a:xfrm>
            <a:off x="5649696" y="981075"/>
            <a:ext cx="4893446" cy="1762125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3392" name="Google Shape;3392;p89"/>
          <p:cNvSpPr txBox="1"/>
          <p:nvPr>
            <p:ph idx="1" type="body"/>
          </p:nvPr>
        </p:nvSpPr>
        <p:spPr>
          <a:xfrm>
            <a:off x="417525" y="182918"/>
            <a:ext cx="5335912" cy="2605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3B3B3"/>
              </a:buClr>
              <a:buSzPts val="1100"/>
              <a:buFont typeface="Arial"/>
              <a:buNone/>
            </a:pPr>
            <a:r>
              <a:rPr lang="ko-KR"/>
              <a:t>TITLE</a:t>
            </a:r>
            <a:endParaRPr/>
          </a:p>
        </p:txBody>
      </p:sp>
      <p:sp>
        <p:nvSpPr>
          <p:cNvPr id="3393" name="Google Shape;3393;p89"/>
          <p:cNvSpPr txBox="1"/>
          <p:nvPr>
            <p:ph idx="4" type="body"/>
          </p:nvPr>
        </p:nvSpPr>
        <p:spPr>
          <a:xfrm>
            <a:off x="444804" y="2829308"/>
            <a:ext cx="4968390" cy="29191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ko-KR"/>
              <a:t>주제를 입력해주세요</a:t>
            </a:r>
            <a:endParaRPr/>
          </a:p>
        </p:txBody>
      </p:sp>
      <p:sp>
        <p:nvSpPr>
          <p:cNvPr id="3394" name="Google Shape;3394;p89"/>
          <p:cNvSpPr txBox="1"/>
          <p:nvPr>
            <p:ph idx="5" type="body"/>
          </p:nvPr>
        </p:nvSpPr>
        <p:spPr>
          <a:xfrm>
            <a:off x="444806" y="3100799"/>
            <a:ext cx="4968388" cy="3180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3428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ko-KR"/>
              <a:t>내용을 입력해주세요</a:t>
            </a:r>
            <a:endParaRPr/>
          </a:p>
        </p:txBody>
      </p:sp>
      <p:sp>
        <p:nvSpPr>
          <p:cNvPr id="3395" name="Google Shape;3395;p89"/>
          <p:cNvSpPr txBox="1"/>
          <p:nvPr>
            <p:ph idx="6" type="body"/>
          </p:nvPr>
        </p:nvSpPr>
        <p:spPr>
          <a:xfrm>
            <a:off x="5574752" y="2829308"/>
            <a:ext cx="4968390" cy="29191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ko-KR"/>
              <a:t>주제를 입력해주세요</a:t>
            </a:r>
            <a:endParaRPr/>
          </a:p>
        </p:txBody>
      </p:sp>
      <p:sp>
        <p:nvSpPr>
          <p:cNvPr id="3396" name="Google Shape;3396;p89"/>
          <p:cNvSpPr txBox="1"/>
          <p:nvPr>
            <p:ph idx="7" type="body"/>
          </p:nvPr>
        </p:nvSpPr>
        <p:spPr>
          <a:xfrm>
            <a:off x="5574754" y="3100799"/>
            <a:ext cx="4968388" cy="3180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3428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ko-KR"/>
              <a:t>내용을 입력해주세요</a:t>
            </a:r>
            <a:endParaRPr/>
          </a:p>
        </p:txBody>
      </p:sp>
      <p:sp>
        <p:nvSpPr>
          <p:cNvPr id="3397" name="Google Shape;3397;p89"/>
          <p:cNvSpPr/>
          <p:nvPr>
            <p:ph idx="8" type="pic"/>
          </p:nvPr>
        </p:nvSpPr>
        <p:spPr>
          <a:xfrm>
            <a:off x="519748" y="3573202"/>
            <a:ext cx="4893446" cy="1762125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3398" name="Google Shape;3398;p89"/>
          <p:cNvSpPr/>
          <p:nvPr>
            <p:ph idx="9" type="pic"/>
          </p:nvPr>
        </p:nvSpPr>
        <p:spPr>
          <a:xfrm>
            <a:off x="5649696" y="3573202"/>
            <a:ext cx="4893446" cy="1762125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3399" name="Google Shape;3399;p89"/>
          <p:cNvSpPr txBox="1"/>
          <p:nvPr>
            <p:ph idx="13" type="body"/>
          </p:nvPr>
        </p:nvSpPr>
        <p:spPr>
          <a:xfrm>
            <a:off x="444804" y="5421435"/>
            <a:ext cx="4968390" cy="29191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ko-KR"/>
              <a:t>주제를 입력해주세요</a:t>
            </a:r>
            <a:endParaRPr/>
          </a:p>
        </p:txBody>
      </p:sp>
      <p:sp>
        <p:nvSpPr>
          <p:cNvPr id="3400" name="Google Shape;3400;p89"/>
          <p:cNvSpPr txBox="1"/>
          <p:nvPr>
            <p:ph idx="14" type="body"/>
          </p:nvPr>
        </p:nvSpPr>
        <p:spPr>
          <a:xfrm>
            <a:off x="444806" y="5692926"/>
            <a:ext cx="4968388" cy="3180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3428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ko-KR"/>
              <a:t>내용을 입력해주세요</a:t>
            </a:r>
            <a:endParaRPr/>
          </a:p>
        </p:txBody>
      </p:sp>
      <p:sp>
        <p:nvSpPr>
          <p:cNvPr id="3401" name="Google Shape;3401;p89"/>
          <p:cNvSpPr txBox="1"/>
          <p:nvPr>
            <p:ph idx="15" type="body"/>
          </p:nvPr>
        </p:nvSpPr>
        <p:spPr>
          <a:xfrm>
            <a:off x="5574752" y="5421435"/>
            <a:ext cx="4968390" cy="29191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ko-KR"/>
              <a:t>주제를 입력해주세요</a:t>
            </a:r>
            <a:endParaRPr/>
          </a:p>
        </p:txBody>
      </p:sp>
      <p:sp>
        <p:nvSpPr>
          <p:cNvPr id="3402" name="Google Shape;3402;p89"/>
          <p:cNvSpPr txBox="1"/>
          <p:nvPr>
            <p:ph idx="16" type="body"/>
          </p:nvPr>
        </p:nvSpPr>
        <p:spPr>
          <a:xfrm>
            <a:off x="5574754" y="5692926"/>
            <a:ext cx="4968388" cy="3180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3428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ko-KR"/>
              <a:t>내용을 입력해주세요</a:t>
            </a:r>
            <a:endParaRPr/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06" name="Shape 3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7" name="Google Shape;3407;p90"/>
          <p:cNvSpPr txBox="1"/>
          <p:nvPr>
            <p:ph idx="1" type="body"/>
          </p:nvPr>
        </p:nvSpPr>
        <p:spPr>
          <a:xfrm>
            <a:off x="417525" y="182918"/>
            <a:ext cx="5335912" cy="2605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3B3B3"/>
              </a:buClr>
              <a:buSzPts val="1100"/>
              <a:buFont typeface="Arial"/>
              <a:buNone/>
            </a:pPr>
            <a:r>
              <a:rPr lang="ko-KR"/>
              <a:t>TITLE</a:t>
            </a:r>
            <a:endParaRPr/>
          </a:p>
        </p:txBody>
      </p:sp>
      <p:sp>
        <p:nvSpPr>
          <p:cNvPr id="3408" name="Google Shape;3408;p90"/>
          <p:cNvSpPr/>
          <p:nvPr>
            <p:ph idx="2" type="pic"/>
          </p:nvPr>
        </p:nvSpPr>
        <p:spPr>
          <a:xfrm>
            <a:off x="522925" y="1659074"/>
            <a:ext cx="2337533" cy="23400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3409" name="Google Shape;3409;p90"/>
          <p:cNvSpPr txBox="1"/>
          <p:nvPr>
            <p:ph idx="3" type="body"/>
          </p:nvPr>
        </p:nvSpPr>
        <p:spPr>
          <a:xfrm>
            <a:off x="464097" y="4143401"/>
            <a:ext cx="2396361" cy="400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ko-KR"/>
              <a:t>주제</a:t>
            </a:r>
            <a:endParaRPr/>
          </a:p>
        </p:txBody>
      </p:sp>
      <p:sp>
        <p:nvSpPr>
          <p:cNvPr id="3410" name="Google Shape;3410;p90"/>
          <p:cNvSpPr txBox="1"/>
          <p:nvPr>
            <p:ph idx="4" type="body"/>
          </p:nvPr>
        </p:nvSpPr>
        <p:spPr>
          <a:xfrm>
            <a:off x="464097" y="4644639"/>
            <a:ext cx="2396361" cy="6940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noAutofit/>
          </a:bodyPr>
          <a:lstStyle/>
          <a:p>
            <a:pPr indent="0" lvl="0" marL="0" rtl="0" algn="l">
              <a:lnSpc>
                <a:spcPct val="13428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ko-KR"/>
              <a:t>내용을 입력해주세요</a:t>
            </a:r>
            <a:br>
              <a:rPr lang="ko-KR"/>
            </a:br>
            <a:r>
              <a:rPr lang="ko-KR"/>
              <a:t>내용을 입력해주세요</a:t>
            </a:r>
            <a:endParaRPr/>
          </a:p>
        </p:txBody>
      </p:sp>
      <p:sp>
        <p:nvSpPr>
          <p:cNvPr id="3411" name="Google Shape;3411;p90"/>
          <p:cNvSpPr txBox="1"/>
          <p:nvPr>
            <p:ph idx="5" type="body"/>
          </p:nvPr>
        </p:nvSpPr>
        <p:spPr>
          <a:xfrm>
            <a:off x="464097" y="5391969"/>
            <a:ext cx="2396361" cy="2687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spAutoFit/>
          </a:bodyPr>
          <a:lstStyle/>
          <a:p>
            <a:pPr indent="0" lvl="0" marL="0" rtl="0" algn="l">
              <a:lnSpc>
                <a:spcPct val="144615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300"/>
              <a:buFont typeface="Arial"/>
              <a:buNone/>
            </a:pPr>
            <a:r>
              <a:rPr lang="ko-KR"/>
              <a:t>내용을 입력해주세요</a:t>
            </a:r>
            <a:br>
              <a:rPr lang="ko-KR"/>
            </a:br>
            <a:r>
              <a:rPr lang="ko-KR"/>
              <a:t>내용을 입력해주세요</a:t>
            </a:r>
            <a:endParaRPr/>
          </a:p>
        </p:txBody>
      </p:sp>
      <p:sp>
        <p:nvSpPr>
          <p:cNvPr id="3412" name="Google Shape;3412;p90"/>
          <p:cNvSpPr/>
          <p:nvPr>
            <p:ph idx="6" type="pic"/>
          </p:nvPr>
        </p:nvSpPr>
        <p:spPr>
          <a:xfrm>
            <a:off x="3083820" y="1659074"/>
            <a:ext cx="2337533" cy="23400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3413" name="Google Shape;3413;p90"/>
          <p:cNvSpPr txBox="1"/>
          <p:nvPr>
            <p:ph idx="7" type="body"/>
          </p:nvPr>
        </p:nvSpPr>
        <p:spPr>
          <a:xfrm>
            <a:off x="3024992" y="4143401"/>
            <a:ext cx="2396361" cy="400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ko-KR"/>
              <a:t>주제</a:t>
            </a:r>
            <a:endParaRPr/>
          </a:p>
        </p:txBody>
      </p:sp>
      <p:sp>
        <p:nvSpPr>
          <p:cNvPr id="3414" name="Google Shape;3414;p90"/>
          <p:cNvSpPr txBox="1"/>
          <p:nvPr>
            <p:ph idx="8" type="body"/>
          </p:nvPr>
        </p:nvSpPr>
        <p:spPr>
          <a:xfrm>
            <a:off x="3024992" y="4644639"/>
            <a:ext cx="2396361" cy="6940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noAutofit/>
          </a:bodyPr>
          <a:lstStyle/>
          <a:p>
            <a:pPr indent="0" lvl="0" marL="0" rtl="0" algn="l">
              <a:lnSpc>
                <a:spcPct val="13428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ko-KR"/>
              <a:t>내용을 입력해주세요</a:t>
            </a:r>
            <a:br>
              <a:rPr lang="ko-KR"/>
            </a:br>
            <a:r>
              <a:rPr lang="ko-KR"/>
              <a:t>내용을 입력해주세요</a:t>
            </a:r>
            <a:endParaRPr/>
          </a:p>
        </p:txBody>
      </p:sp>
      <p:sp>
        <p:nvSpPr>
          <p:cNvPr id="3415" name="Google Shape;3415;p90"/>
          <p:cNvSpPr txBox="1"/>
          <p:nvPr>
            <p:ph idx="9" type="body"/>
          </p:nvPr>
        </p:nvSpPr>
        <p:spPr>
          <a:xfrm>
            <a:off x="3024992" y="5391969"/>
            <a:ext cx="2396361" cy="2687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spAutoFit/>
          </a:bodyPr>
          <a:lstStyle/>
          <a:p>
            <a:pPr indent="0" lvl="0" marL="0" rtl="0" algn="l">
              <a:lnSpc>
                <a:spcPct val="144615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300"/>
              <a:buFont typeface="Arial"/>
              <a:buNone/>
            </a:pPr>
            <a:r>
              <a:rPr lang="ko-KR"/>
              <a:t>내용을 입력해주세요</a:t>
            </a:r>
            <a:br>
              <a:rPr lang="ko-KR"/>
            </a:br>
            <a:r>
              <a:rPr lang="ko-KR"/>
              <a:t>내용을 입력해주세요</a:t>
            </a:r>
            <a:endParaRPr/>
          </a:p>
        </p:txBody>
      </p:sp>
      <p:sp>
        <p:nvSpPr>
          <p:cNvPr id="3416" name="Google Shape;3416;p90"/>
          <p:cNvSpPr/>
          <p:nvPr>
            <p:ph idx="13" type="pic"/>
          </p:nvPr>
        </p:nvSpPr>
        <p:spPr>
          <a:xfrm>
            <a:off x="5644715" y="1659074"/>
            <a:ext cx="2337533" cy="23400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3417" name="Google Shape;3417;p90"/>
          <p:cNvSpPr txBox="1"/>
          <p:nvPr>
            <p:ph idx="14" type="body"/>
          </p:nvPr>
        </p:nvSpPr>
        <p:spPr>
          <a:xfrm>
            <a:off x="5585887" y="4143401"/>
            <a:ext cx="2396361" cy="400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ko-KR"/>
              <a:t>주제</a:t>
            </a:r>
            <a:endParaRPr/>
          </a:p>
        </p:txBody>
      </p:sp>
      <p:sp>
        <p:nvSpPr>
          <p:cNvPr id="3418" name="Google Shape;3418;p90"/>
          <p:cNvSpPr txBox="1"/>
          <p:nvPr>
            <p:ph idx="15" type="body"/>
          </p:nvPr>
        </p:nvSpPr>
        <p:spPr>
          <a:xfrm>
            <a:off x="5585887" y="4644639"/>
            <a:ext cx="2396361" cy="6940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noAutofit/>
          </a:bodyPr>
          <a:lstStyle/>
          <a:p>
            <a:pPr indent="0" lvl="0" marL="0" rtl="0" algn="l">
              <a:lnSpc>
                <a:spcPct val="13428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ko-KR"/>
              <a:t>내용을 입력해주세요</a:t>
            </a:r>
            <a:br>
              <a:rPr lang="ko-KR"/>
            </a:br>
            <a:r>
              <a:rPr lang="ko-KR"/>
              <a:t>내용을 입력해주세요</a:t>
            </a:r>
            <a:endParaRPr/>
          </a:p>
        </p:txBody>
      </p:sp>
      <p:sp>
        <p:nvSpPr>
          <p:cNvPr id="3419" name="Google Shape;3419;p90"/>
          <p:cNvSpPr txBox="1"/>
          <p:nvPr>
            <p:ph idx="16" type="body"/>
          </p:nvPr>
        </p:nvSpPr>
        <p:spPr>
          <a:xfrm>
            <a:off x="5585887" y="5391969"/>
            <a:ext cx="2396361" cy="2687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spAutoFit/>
          </a:bodyPr>
          <a:lstStyle/>
          <a:p>
            <a:pPr indent="0" lvl="0" marL="0" rtl="0" algn="l">
              <a:lnSpc>
                <a:spcPct val="144615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300"/>
              <a:buFont typeface="Arial"/>
              <a:buNone/>
            </a:pPr>
            <a:r>
              <a:rPr lang="ko-KR"/>
              <a:t>내용을 입력해주세요</a:t>
            </a:r>
            <a:br>
              <a:rPr lang="ko-KR"/>
            </a:br>
            <a:r>
              <a:rPr lang="ko-KR"/>
              <a:t>내용을 입력해주세요</a:t>
            </a:r>
            <a:endParaRPr/>
          </a:p>
        </p:txBody>
      </p:sp>
      <p:sp>
        <p:nvSpPr>
          <p:cNvPr id="3420" name="Google Shape;3420;p90"/>
          <p:cNvSpPr/>
          <p:nvPr>
            <p:ph idx="17" type="pic"/>
          </p:nvPr>
        </p:nvSpPr>
        <p:spPr>
          <a:xfrm>
            <a:off x="8205609" y="1659074"/>
            <a:ext cx="2337533" cy="23400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3421" name="Google Shape;3421;p90"/>
          <p:cNvSpPr txBox="1"/>
          <p:nvPr>
            <p:ph idx="18" type="body"/>
          </p:nvPr>
        </p:nvSpPr>
        <p:spPr>
          <a:xfrm>
            <a:off x="8146781" y="4143401"/>
            <a:ext cx="2396361" cy="400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ko-KR"/>
              <a:t>주제</a:t>
            </a:r>
            <a:endParaRPr/>
          </a:p>
        </p:txBody>
      </p:sp>
      <p:sp>
        <p:nvSpPr>
          <p:cNvPr id="3422" name="Google Shape;3422;p90"/>
          <p:cNvSpPr txBox="1"/>
          <p:nvPr>
            <p:ph idx="19" type="body"/>
          </p:nvPr>
        </p:nvSpPr>
        <p:spPr>
          <a:xfrm>
            <a:off x="8146781" y="4644639"/>
            <a:ext cx="2396361" cy="6940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noAutofit/>
          </a:bodyPr>
          <a:lstStyle/>
          <a:p>
            <a:pPr indent="0" lvl="0" marL="0" rtl="0" algn="l">
              <a:lnSpc>
                <a:spcPct val="13428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ko-KR"/>
              <a:t>내용을 입력해주세요</a:t>
            </a:r>
            <a:br>
              <a:rPr lang="ko-KR"/>
            </a:br>
            <a:r>
              <a:rPr lang="ko-KR"/>
              <a:t>내용을 입력해주세요</a:t>
            </a:r>
            <a:endParaRPr/>
          </a:p>
        </p:txBody>
      </p:sp>
      <p:sp>
        <p:nvSpPr>
          <p:cNvPr id="3423" name="Google Shape;3423;p90"/>
          <p:cNvSpPr txBox="1"/>
          <p:nvPr>
            <p:ph idx="20" type="body"/>
          </p:nvPr>
        </p:nvSpPr>
        <p:spPr>
          <a:xfrm>
            <a:off x="8146781" y="5391969"/>
            <a:ext cx="2396361" cy="2687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spAutoFit/>
          </a:bodyPr>
          <a:lstStyle/>
          <a:p>
            <a:pPr indent="0" lvl="0" marL="0" rtl="0" algn="l">
              <a:lnSpc>
                <a:spcPct val="144615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300"/>
              <a:buFont typeface="Arial"/>
              <a:buNone/>
            </a:pPr>
            <a:r>
              <a:rPr lang="ko-KR"/>
              <a:t>내용을 입력해주세요</a:t>
            </a:r>
            <a:br>
              <a:rPr lang="ko-KR"/>
            </a:br>
            <a:r>
              <a:rPr lang="ko-KR"/>
              <a:t>내용을 입력해주세요</a:t>
            </a:r>
            <a:endParaRPr/>
          </a:p>
        </p:txBody>
      </p:sp>
      <p:sp>
        <p:nvSpPr>
          <p:cNvPr id="3424" name="Google Shape;3424;p90"/>
          <p:cNvSpPr txBox="1"/>
          <p:nvPr>
            <p:ph idx="21" type="body"/>
          </p:nvPr>
        </p:nvSpPr>
        <p:spPr>
          <a:xfrm>
            <a:off x="417525" y="835144"/>
            <a:ext cx="5335912" cy="5003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ko-KR"/>
              <a:t>주제를 입력해주세요</a:t>
            </a:r>
            <a:endParaRPr/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28" name="Shape 3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9" name="Google Shape;3429;p91"/>
          <p:cNvSpPr txBox="1"/>
          <p:nvPr>
            <p:ph idx="1" type="body"/>
          </p:nvPr>
        </p:nvSpPr>
        <p:spPr>
          <a:xfrm>
            <a:off x="417525" y="182918"/>
            <a:ext cx="5335912" cy="2605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3B3B3"/>
              </a:buClr>
              <a:buSzPts val="1100"/>
              <a:buFont typeface="Arial"/>
              <a:buNone/>
            </a:pPr>
            <a:r>
              <a:rPr lang="ko-KR"/>
              <a:t>TITLE</a:t>
            </a:r>
            <a:endParaRPr/>
          </a:p>
        </p:txBody>
      </p:sp>
      <p:sp>
        <p:nvSpPr>
          <p:cNvPr id="3430" name="Google Shape;3430;p91"/>
          <p:cNvSpPr/>
          <p:nvPr>
            <p:ph idx="2" type="pic"/>
          </p:nvPr>
        </p:nvSpPr>
        <p:spPr>
          <a:xfrm>
            <a:off x="3925423" y="981076"/>
            <a:ext cx="2063825" cy="2301952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3431" name="Google Shape;3431;p91"/>
          <p:cNvSpPr/>
          <p:nvPr>
            <p:ph idx="3" type="pic"/>
          </p:nvPr>
        </p:nvSpPr>
        <p:spPr>
          <a:xfrm>
            <a:off x="8479317" y="981076"/>
            <a:ext cx="2063825" cy="2301952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3432" name="Google Shape;3432;p91"/>
          <p:cNvSpPr/>
          <p:nvPr>
            <p:ph idx="4" type="pic"/>
          </p:nvPr>
        </p:nvSpPr>
        <p:spPr>
          <a:xfrm>
            <a:off x="6198446" y="981076"/>
            <a:ext cx="2063825" cy="2301952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3433" name="Google Shape;3433;p91"/>
          <p:cNvSpPr/>
          <p:nvPr>
            <p:ph idx="5" type="pic"/>
          </p:nvPr>
        </p:nvSpPr>
        <p:spPr>
          <a:xfrm>
            <a:off x="3925423" y="3574972"/>
            <a:ext cx="2063825" cy="2301952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3434" name="Google Shape;3434;p91"/>
          <p:cNvSpPr/>
          <p:nvPr>
            <p:ph idx="6" type="pic"/>
          </p:nvPr>
        </p:nvSpPr>
        <p:spPr>
          <a:xfrm>
            <a:off x="8479317" y="3574972"/>
            <a:ext cx="2063825" cy="2301952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3435" name="Google Shape;3435;p91"/>
          <p:cNvSpPr/>
          <p:nvPr>
            <p:ph idx="7" type="pic"/>
          </p:nvPr>
        </p:nvSpPr>
        <p:spPr>
          <a:xfrm>
            <a:off x="6198446" y="3574972"/>
            <a:ext cx="2063825" cy="2301952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3436" name="Google Shape;3436;p91"/>
          <p:cNvSpPr txBox="1"/>
          <p:nvPr>
            <p:ph idx="8" type="body"/>
          </p:nvPr>
        </p:nvSpPr>
        <p:spPr>
          <a:xfrm>
            <a:off x="417525" y="2356318"/>
            <a:ext cx="3337729" cy="115937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266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rPr lang="ko-KR"/>
              <a:t>주제를</a:t>
            </a:r>
            <a:br>
              <a:rPr lang="ko-KR"/>
            </a:br>
            <a:r>
              <a:rPr lang="ko-KR"/>
              <a:t>입력해주세요</a:t>
            </a:r>
            <a:endParaRPr/>
          </a:p>
        </p:txBody>
      </p:sp>
      <p:sp>
        <p:nvSpPr>
          <p:cNvPr id="3437" name="Google Shape;3437;p91"/>
          <p:cNvSpPr txBox="1"/>
          <p:nvPr>
            <p:ph idx="9" type="body"/>
          </p:nvPr>
        </p:nvSpPr>
        <p:spPr>
          <a:xfrm>
            <a:off x="417526" y="3695989"/>
            <a:ext cx="3337729" cy="7596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ko-KR"/>
              <a:t>내용을 입력해주세요</a:t>
            </a:r>
            <a:br>
              <a:rPr lang="ko-KR"/>
            </a:br>
            <a:r>
              <a:rPr lang="ko-KR"/>
              <a:t>내용을 입력해주세요</a:t>
            </a:r>
            <a:endParaRPr/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41" name="Shape 3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2" name="Google Shape;3442;p92"/>
          <p:cNvSpPr txBox="1"/>
          <p:nvPr>
            <p:ph idx="1" type="body"/>
          </p:nvPr>
        </p:nvSpPr>
        <p:spPr>
          <a:xfrm>
            <a:off x="444804" y="5421435"/>
            <a:ext cx="3271792" cy="29191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ko-KR"/>
              <a:t>주제를 입력해주세요</a:t>
            </a:r>
            <a:endParaRPr/>
          </a:p>
        </p:txBody>
      </p:sp>
      <p:sp>
        <p:nvSpPr>
          <p:cNvPr id="3443" name="Google Shape;3443;p92"/>
          <p:cNvSpPr txBox="1"/>
          <p:nvPr>
            <p:ph idx="2" type="body"/>
          </p:nvPr>
        </p:nvSpPr>
        <p:spPr>
          <a:xfrm>
            <a:off x="444805" y="5680299"/>
            <a:ext cx="3271791" cy="3077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ko-KR"/>
              <a:t>내용을 입력해주세요</a:t>
            </a:r>
            <a:endParaRPr/>
          </a:p>
        </p:txBody>
      </p:sp>
      <p:sp>
        <p:nvSpPr>
          <p:cNvPr id="3444" name="Google Shape;3444;p92"/>
          <p:cNvSpPr/>
          <p:nvPr>
            <p:ph idx="3" type="pic"/>
          </p:nvPr>
        </p:nvSpPr>
        <p:spPr>
          <a:xfrm>
            <a:off x="519748" y="3573202"/>
            <a:ext cx="3196848" cy="1762125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3445" name="Google Shape;3445;p92"/>
          <p:cNvSpPr/>
          <p:nvPr>
            <p:ph idx="4" type="pic"/>
          </p:nvPr>
        </p:nvSpPr>
        <p:spPr>
          <a:xfrm>
            <a:off x="3925939" y="3573202"/>
            <a:ext cx="3196848" cy="1762125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3446" name="Google Shape;3446;p92"/>
          <p:cNvSpPr/>
          <p:nvPr>
            <p:ph idx="5" type="pic"/>
          </p:nvPr>
        </p:nvSpPr>
        <p:spPr>
          <a:xfrm>
            <a:off x="7346294" y="3573202"/>
            <a:ext cx="3196848" cy="1762125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3447" name="Google Shape;3447;p92"/>
          <p:cNvSpPr txBox="1"/>
          <p:nvPr>
            <p:ph idx="6" type="body"/>
          </p:nvPr>
        </p:nvSpPr>
        <p:spPr>
          <a:xfrm>
            <a:off x="3850995" y="5421435"/>
            <a:ext cx="3271792" cy="29191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ko-KR"/>
              <a:t>주제를 입력해주세요</a:t>
            </a:r>
            <a:endParaRPr/>
          </a:p>
        </p:txBody>
      </p:sp>
      <p:sp>
        <p:nvSpPr>
          <p:cNvPr id="3448" name="Google Shape;3448;p92"/>
          <p:cNvSpPr txBox="1"/>
          <p:nvPr>
            <p:ph idx="7" type="body"/>
          </p:nvPr>
        </p:nvSpPr>
        <p:spPr>
          <a:xfrm>
            <a:off x="3850996" y="5680299"/>
            <a:ext cx="3271791" cy="3077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ko-KR"/>
              <a:t>내용을 입력해주세요</a:t>
            </a:r>
            <a:endParaRPr/>
          </a:p>
        </p:txBody>
      </p:sp>
      <p:sp>
        <p:nvSpPr>
          <p:cNvPr id="3449" name="Google Shape;3449;p92"/>
          <p:cNvSpPr txBox="1"/>
          <p:nvPr>
            <p:ph idx="8" type="body"/>
          </p:nvPr>
        </p:nvSpPr>
        <p:spPr>
          <a:xfrm>
            <a:off x="7271350" y="5421435"/>
            <a:ext cx="3271792" cy="29191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ko-KR"/>
              <a:t>주제를 입력해주세요</a:t>
            </a:r>
            <a:endParaRPr/>
          </a:p>
        </p:txBody>
      </p:sp>
      <p:sp>
        <p:nvSpPr>
          <p:cNvPr id="3450" name="Google Shape;3450;p92"/>
          <p:cNvSpPr txBox="1"/>
          <p:nvPr>
            <p:ph idx="9" type="body"/>
          </p:nvPr>
        </p:nvSpPr>
        <p:spPr>
          <a:xfrm>
            <a:off x="7271351" y="5680299"/>
            <a:ext cx="3271791" cy="3077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ko-KR"/>
              <a:t>내용을 입력해주세요</a:t>
            </a:r>
            <a:endParaRPr/>
          </a:p>
        </p:txBody>
      </p:sp>
      <p:sp>
        <p:nvSpPr>
          <p:cNvPr id="3451" name="Google Shape;3451;p92"/>
          <p:cNvSpPr txBox="1"/>
          <p:nvPr>
            <p:ph idx="13" type="body"/>
          </p:nvPr>
        </p:nvSpPr>
        <p:spPr>
          <a:xfrm>
            <a:off x="417525" y="182918"/>
            <a:ext cx="5335912" cy="2605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3B3B3"/>
              </a:buClr>
              <a:buSzPts val="1100"/>
              <a:buFont typeface="Arial"/>
              <a:buNone/>
            </a:pPr>
            <a:r>
              <a:rPr lang="ko-KR"/>
              <a:t>TITLE</a:t>
            </a:r>
            <a:endParaRPr/>
          </a:p>
        </p:txBody>
      </p:sp>
      <p:sp>
        <p:nvSpPr>
          <p:cNvPr id="3452" name="Google Shape;3452;p92"/>
          <p:cNvSpPr txBox="1"/>
          <p:nvPr>
            <p:ph idx="14" type="body"/>
          </p:nvPr>
        </p:nvSpPr>
        <p:spPr>
          <a:xfrm>
            <a:off x="444804" y="2829308"/>
            <a:ext cx="3271792" cy="29191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ko-KR"/>
              <a:t>주제를 입력해주세요</a:t>
            </a:r>
            <a:endParaRPr/>
          </a:p>
        </p:txBody>
      </p:sp>
      <p:sp>
        <p:nvSpPr>
          <p:cNvPr id="3453" name="Google Shape;3453;p92"/>
          <p:cNvSpPr txBox="1"/>
          <p:nvPr>
            <p:ph idx="15" type="body"/>
          </p:nvPr>
        </p:nvSpPr>
        <p:spPr>
          <a:xfrm>
            <a:off x="444805" y="3088172"/>
            <a:ext cx="3271791" cy="3077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ko-KR"/>
              <a:t>내용을 입력해주세요</a:t>
            </a:r>
            <a:endParaRPr/>
          </a:p>
        </p:txBody>
      </p:sp>
      <p:sp>
        <p:nvSpPr>
          <p:cNvPr id="3454" name="Google Shape;3454;p92"/>
          <p:cNvSpPr/>
          <p:nvPr>
            <p:ph idx="16" type="pic"/>
          </p:nvPr>
        </p:nvSpPr>
        <p:spPr>
          <a:xfrm>
            <a:off x="519748" y="981075"/>
            <a:ext cx="3196848" cy="1762125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3455" name="Google Shape;3455;p92"/>
          <p:cNvSpPr/>
          <p:nvPr>
            <p:ph idx="17" type="pic"/>
          </p:nvPr>
        </p:nvSpPr>
        <p:spPr>
          <a:xfrm>
            <a:off x="3925939" y="981075"/>
            <a:ext cx="3196848" cy="1762125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3456" name="Google Shape;3456;p92"/>
          <p:cNvSpPr/>
          <p:nvPr>
            <p:ph idx="18" type="pic"/>
          </p:nvPr>
        </p:nvSpPr>
        <p:spPr>
          <a:xfrm>
            <a:off x="7346294" y="981075"/>
            <a:ext cx="3196848" cy="1762125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3457" name="Google Shape;3457;p92"/>
          <p:cNvSpPr txBox="1"/>
          <p:nvPr>
            <p:ph idx="19" type="body"/>
          </p:nvPr>
        </p:nvSpPr>
        <p:spPr>
          <a:xfrm>
            <a:off x="3850995" y="2829308"/>
            <a:ext cx="3271792" cy="29191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ko-KR"/>
              <a:t>주제를 입력해주세요</a:t>
            </a:r>
            <a:endParaRPr/>
          </a:p>
        </p:txBody>
      </p:sp>
      <p:sp>
        <p:nvSpPr>
          <p:cNvPr id="3458" name="Google Shape;3458;p92"/>
          <p:cNvSpPr txBox="1"/>
          <p:nvPr>
            <p:ph idx="20" type="body"/>
          </p:nvPr>
        </p:nvSpPr>
        <p:spPr>
          <a:xfrm>
            <a:off x="3850996" y="3088172"/>
            <a:ext cx="3271791" cy="3077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ko-KR"/>
              <a:t>내용을 입력해주세요</a:t>
            </a:r>
            <a:endParaRPr/>
          </a:p>
        </p:txBody>
      </p:sp>
      <p:sp>
        <p:nvSpPr>
          <p:cNvPr id="3459" name="Google Shape;3459;p92"/>
          <p:cNvSpPr txBox="1"/>
          <p:nvPr>
            <p:ph idx="21" type="body"/>
          </p:nvPr>
        </p:nvSpPr>
        <p:spPr>
          <a:xfrm>
            <a:off x="7271350" y="2829308"/>
            <a:ext cx="3271792" cy="29191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ko-KR"/>
              <a:t>주제를 입력해주세요</a:t>
            </a:r>
            <a:endParaRPr/>
          </a:p>
        </p:txBody>
      </p:sp>
      <p:sp>
        <p:nvSpPr>
          <p:cNvPr id="3460" name="Google Shape;3460;p92"/>
          <p:cNvSpPr txBox="1"/>
          <p:nvPr>
            <p:ph idx="22" type="body"/>
          </p:nvPr>
        </p:nvSpPr>
        <p:spPr>
          <a:xfrm>
            <a:off x="7271351" y="3088172"/>
            <a:ext cx="3271791" cy="3077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ko-KR"/>
              <a:t>내용을 입력해주세요</a:t>
            </a:r>
            <a:endParaRPr/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64" name="Shape 3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5" name="Google Shape;3465;p93"/>
          <p:cNvSpPr/>
          <p:nvPr>
            <p:ph idx="2" type="pic"/>
          </p:nvPr>
        </p:nvSpPr>
        <p:spPr>
          <a:xfrm>
            <a:off x="8244537" y="981076"/>
            <a:ext cx="2298605" cy="1762124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3466" name="Google Shape;3466;p93"/>
          <p:cNvSpPr txBox="1"/>
          <p:nvPr>
            <p:ph idx="1" type="body"/>
          </p:nvPr>
        </p:nvSpPr>
        <p:spPr>
          <a:xfrm>
            <a:off x="417525" y="182918"/>
            <a:ext cx="5335912" cy="2605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3B3B3"/>
              </a:buClr>
              <a:buSzPts val="1100"/>
              <a:buFont typeface="Arial"/>
              <a:buNone/>
            </a:pPr>
            <a:r>
              <a:rPr lang="ko-KR"/>
              <a:t>TITLE</a:t>
            </a:r>
            <a:endParaRPr/>
          </a:p>
        </p:txBody>
      </p:sp>
      <p:sp>
        <p:nvSpPr>
          <p:cNvPr id="3467" name="Google Shape;3467;p93"/>
          <p:cNvSpPr/>
          <p:nvPr>
            <p:ph idx="3" type="pic"/>
          </p:nvPr>
        </p:nvSpPr>
        <p:spPr>
          <a:xfrm>
            <a:off x="5665684" y="981076"/>
            <a:ext cx="2298605" cy="1762124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3468" name="Google Shape;3468;p93"/>
          <p:cNvSpPr/>
          <p:nvPr>
            <p:ph idx="4" type="pic"/>
          </p:nvPr>
        </p:nvSpPr>
        <p:spPr>
          <a:xfrm>
            <a:off x="3095737" y="981076"/>
            <a:ext cx="2298605" cy="1762124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3469" name="Google Shape;3469;p93"/>
          <p:cNvSpPr/>
          <p:nvPr>
            <p:ph idx="5" type="pic"/>
          </p:nvPr>
        </p:nvSpPr>
        <p:spPr>
          <a:xfrm>
            <a:off x="519748" y="981076"/>
            <a:ext cx="2298605" cy="1762124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3470" name="Google Shape;3470;p93"/>
          <p:cNvSpPr txBox="1"/>
          <p:nvPr>
            <p:ph idx="6" type="body"/>
          </p:nvPr>
        </p:nvSpPr>
        <p:spPr>
          <a:xfrm>
            <a:off x="8145379" y="2829308"/>
            <a:ext cx="2397763" cy="29191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ko-KR"/>
              <a:t>주제를 입력해주세요</a:t>
            </a:r>
            <a:endParaRPr/>
          </a:p>
        </p:txBody>
      </p:sp>
      <p:sp>
        <p:nvSpPr>
          <p:cNvPr id="3471" name="Google Shape;3471;p93"/>
          <p:cNvSpPr txBox="1"/>
          <p:nvPr>
            <p:ph idx="7" type="body"/>
          </p:nvPr>
        </p:nvSpPr>
        <p:spPr>
          <a:xfrm>
            <a:off x="8145375" y="3088172"/>
            <a:ext cx="2397767" cy="3077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ko-KR"/>
              <a:t>내용을 입력해주세요</a:t>
            </a:r>
            <a:endParaRPr/>
          </a:p>
        </p:txBody>
      </p:sp>
      <p:sp>
        <p:nvSpPr>
          <p:cNvPr id="3472" name="Google Shape;3472;p93"/>
          <p:cNvSpPr txBox="1"/>
          <p:nvPr>
            <p:ph idx="8" type="body"/>
          </p:nvPr>
        </p:nvSpPr>
        <p:spPr>
          <a:xfrm>
            <a:off x="5566517" y="2829308"/>
            <a:ext cx="2397772" cy="29191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ko-KR"/>
              <a:t>주제를 입력해주세요</a:t>
            </a:r>
            <a:endParaRPr/>
          </a:p>
        </p:txBody>
      </p:sp>
      <p:sp>
        <p:nvSpPr>
          <p:cNvPr id="3473" name="Google Shape;3473;p93"/>
          <p:cNvSpPr txBox="1"/>
          <p:nvPr>
            <p:ph idx="9" type="body"/>
          </p:nvPr>
        </p:nvSpPr>
        <p:spPr>
          <a:xfrm>
            <a:off x="5566513" y="3088172"/>
            <a:ext cx="2397776" cy="3077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ko-KR"/>
              <a:t>내용을 입력해주세요</a:t>
            </a:r>
            <a:endParaRPr/>
          </a:p>
        </p:txBody>
      </p:sp>
      <p:sp>
        <p:nvSpPr>
          <p:cNvPr id="3474" name="Google Shape;3474;p93"/>
          <p:cNvSpPr txBox="1"/>
          <p:nvPr>
            <p:ph idx="13" type="body"/>
          </p:nvPr>
        </p:nvSpPr>
        <p:spPr>
          <a:xfrm>
            <a:off x="2996583" y="2829308"/>
            <a:ext cx="2397759" cy="29191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ko-KR"/>
              <a:t>주제를 입력해주세요</a:t>
            </a:r>
            <a:endParaRPr/>
          </a:p>
        </p:txBody>
      </p:sp>
      <p:sp>
        <p:nvSpPr>
          <p:cNvPr id="3475" name="Google Shape;3475;p93"/>
          <p:cNvSpPr txBox="1"/>
          <p:nvPr>
            <p:ph idx="14" type="body"/>
          </p:nvPr>
        </p:nvSpPr>
        <p:spPr>
          <a:xfrm>
            <a:off x="2996584" y="3088172"/>
            <a:ext cx="2397758" cy="3077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ko-KR"/>
              <a:t>내용을 입력해주세요</a:t>
            </a:r>
            <a:endParaRPr/>
          </a:p>
        </p:txBody>
      </p:sp>
      <p:sp>
        <p:nvSpPr>
          <p:cNvPr id="3476" name="Google Shape;3476;p93"/>
          <p:cNvSpPr txBox="1"/>
          <p:nvPr>
            <p:ph idx="1" type="body"/>
          </p:nvPr>
        </p:nvSpPr>
        <p:spPr>
          <a:xfrm>
            <a:off x="420594" y="2829308"/>
            <a:ext cx="2397759" cy="29191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ko-K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주제를 입력해주세요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77" name="Google Shape;3477;p93"/>
          <p:cNvSpPr txBox="1"/>
          <p:nvPr>
            <p:ph idx="1" type="body"/>
          </p:nvPr>
        </p:nvSpPr>
        <p:spPr>
          <a:xfrm>
            <a:off x="420595" y="3088172"/>
            <a:ext cx="2397758" cy="3077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0" i="0" lang="ko-K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내용을 입력해주세요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78" name="Google Shape;3478;p93"/>
          <p:cNvSpPr/>
          <p:nvPr>
            <p:ph idx="15" type="pic"/>
          </p:nvPr>
        </p:nvSpPr>
        <p:spPr>
          <a:xfrm>
            <a:off x="8244537" y="3579726"/>
            <a:ext cx="2298605" cy="1762124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3479" name="Google Shape;3479;p93"/>
          <p:cNvSpPr/>
          <p:nvPr>
            <p:ph idx="16" type="pic"/>
          </p:nvPr>
        </p:nvSpPr>
        <p:spPr>
          <a:xfrm>
            <a:off x="5665684" y="3579726"/>
            <a:ext cx="2298605" cy="1762124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3480" name="Google Shape;3480;p93"/>
          <p:cNvSpPr/>
          <p:nvPr>
            <p:ph idx="17" type="pic"/>
          </p:nvPr>
        </p:nvSpPr>
        <p:spPr>
          <a:xfrm>
            <a:off x="3095737" y="3579726"/>
            <a:ext cx="2298605" cy="1762124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3481" name="Google Shape;3481;p93"/>
          <p:cNvSpPr/>
          <p:nvPr>
            <p:ph idx="18" type="pic"/>
          </p:nvPr>
        </p:nvSpPr>
        <p:spPr>
          <a:xfrm>
            <a:off x="519748" y="3579726"/>
            <a:ext cx="2298605" cy="1762124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3482" name="Google Shape;3482;p93"/>
          <p:cNvSpPr txBox="1"/>
          <p:nvPr>
            <p:ph idx="19" type="body"/>
          </p:nvPr>
        </p:nvSpPr>
        <p:spPr>
          <a:xfrm>
            <a:off x="8145379" y="5427958"/>
            <a:ext cx="2397763" cy="29191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ko-KR"/>
              <a:t>주제를 입력해주세요</a:t>
            </a:r>
            <a:endParaRPr/>
          </a:p>
        </p:txBody>
      </p:sp>
      <p:sp>
        <p:nvSpPr>
          <p:cNvPr id="3483" name="Google Shape;3483;p93"/>
          <p:cNvSpPr txBox="1"/>
          <p:nvPr>
            <p:ph idx="20" type="body"/>
          </p:nvPr>
        </p:nvSpPr>
        <p:spPr>
          <a:xfrm>
            <a:off x="8145375" y="5686822"/>
            <a:ext cx="2397767" cy="3077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ko-KR"/>
              <a:t>내용을 입력해주세요</a:t>
            </a:r>
            <a:endParaRPr/>
          </a:p>
        </p:txBody>
      </p:sp>
      <p:sp>
        <p:nvSpPr>
          <p:cNvPr id="3484" name="Google Shape;3484;p93"/>
          <p:cNvSpPr txBox="1"/>
          <p:nvPr>
            <p:ph idx="21" type="body"/>
          </p:nvPr>
        </p:nvSpPr>
        <p:spPr>
          <a:xfrm>
            <a:off x="5566517" y="5427958"/>
            <a:ext cx="2397772" cy="29191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ko-KR"/>
              <a:t>주제를 입력해주세요</a:t>
            </a:r>
            <a:endParaRPr/>
          </a:p>
        </p:txBody>
      </p:sp>
      <p:sp>
        <p:nvSpPr>
          <p:cNvPr id="3485" name="Google Shape;3485;p93"/>
          <p:cNvSpPr txBox="1"/>
          <p:nvPr>
            <p:ph idx="22" type="body"/>
          </p:nvPr>
        </p:nvSpPr>
        <p:spPr>
          <a:xfrm>
            <a:off x="5566513" y="5686822"/>
            <a:ext cx="2397776" cy="3077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ko-KR"/>
              <a:t>내용을 입력해주세요</a:t>
            </a:r>
            <a:endParaRPr/>
          </a:p>
        </p:txBody>
      </p:sp>
      <p:sp>
        <p:nvSpPr>
          <p:cNvPr id="3486" name="Google Shape;3486;p93"/>
          <p:cNvSpPr txBox="1"/>
          <p:nvPr>
            <p:ph idx="23" type="body"/>
          </p:nvPr>
        </p:nvSpPr>
        <p:spPr>
          <a:xfrm>
            <a:off x="2996583" y="5427958"/>
            <a:ext cx="2397759" cy="29191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ko-KR"/>
              <a:t>주제를 입력해주세요</a:t>
            </a:r>
            <a:endParaRPr/>
          </a:p>
        </p:txBody>
      </p:sp>
      <p:sp>
        <p:nvSpPr>
          <p:cNvPr id="3487" name="Google Shape;3487;p93"/>
          <p:cNvSpPr txBox="1"/>
          <p:nvPr>
            <p:ph idx="24" type="body"/>
          </p:nvPr>
        </p:nvSpPr>
        <p:spPr>
          <a:xfrm>
            <a:off x="2996584" y="5686822"/>
            <a:ext cx="2397758" cy="3077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ko-KR"/>
              <a:t>내용을 입력해주세요</a:t>
            </a:r>
            <a:endParaRPr/>
          </a:p>
        </p:txBody>
      </p:sp>
      <p:sp>
        <p:nvSpPr>
          <p:cNvPr id="3488" name="Google Shape;3488;p93"/>
          <p:cNvSpPr txBox="1"/>
          <p:nvPr>
            <p:ph idx="6" type="body"/>
          </p:nvPr>
        </p:nvSpPr>
        <p:spPr>
          <a:xfrm>
            <a:off x="420594" y="5427958"/>
            <a:ext cx="2397759" cy="29191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ko-K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주제를 입력해주세요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89" name="Google Shape;3489;p93"/>
          <p:cNvSpPr txBox="1"/>
          <p:nvPr>
            <p:ph idx="7" type="body"/>
          </p:nvPr>
        </p:nvSpPr>
        <p:spPr>
          <a:xfrm>
            <a:off x="420595" y="5686822"/>
            <a:ext cx="2397758" cy="3077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0" i="0" lang="ko-K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내용을 입력해주세요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93" name="Shape 3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4" name="Google Shape;3494;p94"/>
          <p:cNvSpPr txBox="1"/>
          <p:nvPr>
            <p:ph idx="1" type="body"/>
          </p:nvPr>
        </p:nvSpPr>
        <p:spPr>
          <a:xfrm>
            <a:off x="417525" y="182918"/>
            <a:ext cx="5335912" cy="2605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3B3B3"/>
              </a:buClr>
              <a:buSzPts val="1100"/>
              <a:buFont typeface="Arial"/>
              <a:buNone/>
            </a:pPr>
            <a:r>
              <a:rPr lang="ko-KR"/>
              <a:t>TITLE</a:t>
            </a:r>
            <a:endParaRPr/>
          </a:p>
        </p:txBody>
      </p:sp>
      <p:sp>
        <p:nvSpPr>
          <p:cNvPr id="3495" name="Google Shape;3495;p94"/>
          <p:cNvSpPr/>
          <p:nvPr>
            <p:ph idx="2" type="pic"/>
          </p:nvPr>
        </p:nvSpPr>
        <p:spPr>
          <a:xfrm>
            <a:off x="3925423" y="981076"/>
            <a:ext cx="2063825" cy="1475685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3496" name="Google Shape;3496;p94"/>
          <p:cNvSpPr/>
          <p:nvPr>
            <p:ph idx="3" type="pic"/>
          </p:nvPr>
        </p:nvSpPr>
        <p:spPr>
          <a:xfrm>
            <a:off x="8479317" y="981076"/>
            <a:ext cx="2063825" cy="1475685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3497" name="Google Shape;3497;p94"/>
          <p:cNvSpPr/>
          <p:nvPr>
            <p:ph idx="4" type="pic"/>
          </p:nvPr>
        </p:nvSpPr>
        <p:spPr>
          <a:xfrm>
            <a:off x="6202370" y="981076"/>
            <a:ext cx="2063825" cy="1475685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3498" name="Google Shape;3498;p94"/>
          <p:cNvSpPr/>
          <p:nvPr>
            <p:ph idx="5" type="pic"/>
          </p:nvPr>
        </p:nvSpPr>
        <p:spPr>
          <a:xfrm>
            <a:off x="3925423" y="2691158"/>
            <a:ext cx="2063825" cy="1475685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3499" name="Google Shape;3499;p94"/>
          <p:cNvSpPr/>
          <p:nvPr>
            <p:ph idx="6" type="pic"/>
          </p:nvPr>
        </p:nvSpPr>
        <p:spPr>
          <a:xfrm>
            <a:off x="8479317" y="2691158"/>
            <a:ext cx="2063825" cy="1475685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3500" name="Google Shape;3500;p94"/>
          <p:cNvSpPr/>
          <p:nvPr>
            <p:ph idx="7" type="pic"/>
          </p:nvPr>
        </p:nvSpPr>
        <p:spPr>
          <a:xfrm>
            <a:off x="6202370" y="2691158"/>
            <a:ext cx="2063825" cy="1475685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3501" name="Google Shape;3501;p94"/>
          <p:cNvSpPr/>
          <p:nvPr>
            <p:ph idx="13" type="pic"/>
          </p:nvPr>
        </p:nvSpPr>
        <p:spPr>
          <a:xfrm>
            <a:off x="3925423" y="4401241"/>
            <a:ext cx="2063825" cy="1475685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3502" name="Google Shape;3502;p94"/>
          <p:cNvSpPr/>
          <p:nvPr>
            <p:ph idx="14" type="pic"/>
          </p:nvPr>
        </p:nvSpPr>
        <p:spPr>
          <a:xfrm>
            <a:off x="8479317" y="4401241"/>
            <a:ext cx="2063825" cy="1475685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3503" name="Google Shape;3503;p94"/>
          <p:cNvSpPr/>
          <p:nvPr>
            <p:ph idx="15" type="pic"/>
          </p:nvPr>
        </p:nvSpPr>
        <p:spPr>
          <a:xfrm>
            <a:off x="6202370" y="4401241"/>
            <a:ext cx="2063825" cy="1475685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3504" name="Google Shape;3504;p94"/>
          <p:cNvSpPr txBox="1"/>
          <p:nvPr>
            <p:ph idx="8" type="body"/>
          </p:nvPr>
        </p:nvSpPr>
        <p:spPr>
          <a:xfrm>
            <a:off x="417525" y="2356318"/>
            <a:ext cx="3337729" cy="115937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266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rPr lang="ko-KR"/>
              <a:t>주제를</a:t>
            </a:r>
            <a:br>
              <a:rPr lang="ko-KR"/>
            </a:br>
            <a:r>
              <a:rPr lang="ko-KR"/>
              <a:t>입력해주세요</a:t>
            </a:r>
            <a:endParaRPr/>
          </a:p>
        </p:txBody>
      </p:sp>
      <p:sp>
        <p:nvSpPr>
          <p:cNvPr id="3505" name="Google Shape;3505;p94"/>
          <p:cNvSpPr txBox="1"/>
          <p:nvPr>
            <p:ph idx="9" type="body"/>
          </p:nvPr>
        </p:nvSpPr>
        <p:spPr>
          <a:xfrm>
            <a:off x="417526" y="3695989"/>
            <a:ext cx="3337729" cy="7596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ko-KR"/>
              <a:t>내용을 입력해주세요</a:t>
            </a:r>
            <a:br>
              <a:rPr lang="ko-KR"/>
            </a:br>
            <a:r>
              <a:rPr lang="ko-KR"/>
              <a:t>내용을 입력해주세요</a:t>
            </a:r>
            <a:endParaRPr/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09" name="Shape 3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0" name="Google Shape;3510;p95"/>
          <p:cNvSpPr txBox="1"/>
          <p:nvPr>
            <p:ph idx="1" type="body"/>
          </p:nvPr>
        </p:nvSpPr>
        <p:spPr>
          <a:xfrm>
            <a:off x="417525" y="182918"/>
            <a:ext cx="5335912" cy="2605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3B3B3"/>
              </a:buClr>
              <a:buSzPts val="1100"/>
              <a:buFont typeface="Arial"/>
              <a:buNone/>
            </a:pPr>
            <a:r>
              <a:rPr lang="ko-KR"/>
              <a:t>TITLE</a:t>
            </a:r>
            <a:endParaRPr/>
          </a:p>
        </p:txBody>
      </p:sp>
      <p:sp>
        <p:nvSpPr>
          <p:cNvPr id="3511" name="Google Shape;3511;p95"/>
          <p:cNvSpPr/>
          <p:nvPr>
            <p:ph idx="2" type="pic"/>
          </p:nvPr>
        </p:nvSpPr>
        <p:spPr>
          <a:xfrm>
            <a:off x="522925" y="981074"/>
            <a:ext cx="10024362" cy="49032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15" name="Shape 3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6" name="Google Shape;3516;p96"/>
          <p:cNvSpPr txBox="1"/>
          <p:nvPr>
            <p:ph idx="1" type="body"/>
          </p:nvPr>
        </p:nvSpPr>
        <p:spPr>
          <a:xfrm>
            <a:off x="417525" y="182918"/>
            <a:ext cx="5335912" cy="2605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3B3B3"/>
              </a:buClr>
              <a:buSzPts val="1100"/>
              <a:buFont typeface="Arial"/>
              <a:buNone/>
            </a:pPr>
            <a:r>
              <a:rPr lang="ko-KR"/>
              <a:t>TITLE</a:t>
            </a:r>
            <a:endParaRPr/>
          </a:p>
        </p:txBody>
      </p:sp>
      <p:sp>
        <p:nvSpPr>
          <p:cNvPr id="3517" name="Google Shape;3517;p96"/>
          <p:cNvSpPr/>
          <p:nvPr>
            <p:ph idx="2" type="pic"/>
          </p:nvPr>
        </p:nvSpPr>
        <p:spPr>
          <a:xfrm>
            <a:off x="522925" y="981074"/>
            <a:ext cx="4882429" cy="49032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3518" name="Google Shape;3518;p96"/>
          <p:cNvSpPr/>
          <p:nvPr>
            <p:ph idx="3" type="pic"/>
          </p:nvPr>
        </p:nvSpPr>
        <p:spPr>
          <a:xfrm>
            <a:off x="5660713" y="981074"/>
            <a:ext cx="4882429" cy="49032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22" name="Shape 3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3" name="Google Shape;3523;p97"/>
          <p:cNvSpPr txBox="1"/>
          <p:nvPr>
            <p:ph idx="1" type="body"/>
          </p:nvPr>
        </p:nvSpPr>
        <p:spPr>
          <a:xfrm>
            <a:off x="417525" y="182918"/>
            <a:ext cx="5335912" cy="2605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3B3B3"/>
              </a:buClr>
              <a:buSzPts val="1100"/>
              <a:buFont typeface="Arial"/>
              <a:buNone/>
            </a:pPr>
            <a:r>
              <a:rPr lang="ko-KR"/>
              <a:t>TITLE</a:t>
            </a:r>
            <a:endParaRPr/>
          </a:p>
        </p:txBody>
      </p:sp>
      <p:sp>
        <p:nvSpPr>
          <p:cNvPr id="3524" name="Google Shape;3524;p97"/>
          <p:cNvSpPr/>
          <p:nvPr>
            <p:ph idx="2" type="pic"/>
          </p:nvPr>
        </p:nvSpPr>
        <p:spPr>
          <a:xfrm>
            <a:off x="522925" y="981075"/>
            <a:ext cx="4882429" cy="2323986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3525" name="Google Shape;3525;p97"/>
          <p:cNvSpPr/>
          <p:nvPr>
            <p:ph idx="3" type="pic"/>
          </p:nvPr>
        </p:nvSpPr>
        <p:spPr>
          <a:xfrm>
            <a:off x="5660713" y="981075"/>
            <a:ext cx="4882429" cy="2323986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3526" name="Google Shape;3526;p97"/>
          <p:cNvSpPr/>
          <p:nvPr>
            <p:ph idx="4" type="pic"/>
          </p:nvPr>
        </p:nvSpPr>
        <p:spPr>
          <a:xfrm>
            <a:off x="522925" y="3552940"/>
            <a:ext cx="4882429" cy="2323986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3527" name="Google Shape;3527;p97"/>
          <p:cNvSpPr/>
          <p:nvPr>
            <p:ph idx="5" type="pic"/>
          </p:nvPr>
        </p:nvSpPr>
        <p:spPr>
          <a:xfrm>
            <a:off x="5660713" y="3552940"/>
            <a:ext cx="4882429" cy="2323986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31" name="Shape 3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2" name="Google Shape;3532;p98"/>
          <p:cNvSpPr txBox="1"/>
          <p:nvPr>
            <p:ph idx="1" type="body"/>
          </p:nvPr>
        </p:nvSpPr>
        <p:spPr>
          <a:xfrm>
            <a:off x="417525" y="182918"/>
            <a:ext cx="5335912" cy="2605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3B3B3"/>
              </a:buClr>
              <a:buSzPts val="1100"/>
              <a:buFont typeface="Arial"/>
              <a:buNone/>
            </a:pPr>
            <a:r>
              <a:rPr lang="ko-KR"/>
              <a:t>TITLE</a:t>
            </a:r>
            <a:endParaRPr/>
          </a:p>
        </p:txBody>
      </p:sp>
      <p:sp>
        <p:nvSpPr>
          <p:cNvPr id="3533" name="Google Shape;3533;p98"/>
          <p:cNvSpPr/>
          <p:nvPr>
            <p:ph idx="2" type="pic"/>
          </p:nvPr>
        </p:nvSpPr>
        <p:spPr>
          <a:xfrm>
            <a:off x="3934610" y="981075"/>
            <a:ext cx="3196848" cy="23220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3534" name="Google Shape;3534;p98"/>
          <p:cNvSpPr/>
          <p:nvPr>
            <p:ph idx="3" type="pic"/>
          </p:nvPr>
        </p:nvSpPr>
        <p:spPr>
          <a:xfrm>
            <a:off x="522925" y="981075"/>
            <a:ext cx="3196848" cy="23220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3535" name="Google Shape;3535;p98"/>
          <p:cNvSpPr/>
          <p:nvPr>
            <p:ph idx="4" type="pic"/>
          </p:nvPr>
        </p:nvSpPr>
        <p:spPr>
          <a:xfrm>
            <a:off x="7346294" y="981075"/>
            <a:ext cx="3196848" cy="23220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3536" name="Google Shape;3536;p98"/>
          <p:cNvSpPr/>
          <p:nvPr>
            <p:ph idx="5" type="pic"/>
          </p:nvPr>
        </p:nvSpPr>
        <p:spPr>
          <a:xfrm>
            <a:off x="3934610" y="3554926"/>
            <a:ext cx="3196848" cy="23220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3537" name="Google Shape;3537;p98"/>
          <p:cNvSpPr/>
          <p:nvPr>
            <p:ph idx="6" type="pic"/>
          </p:nvPr>
        </p:nvSpPr>
        <p:spPr>
          <a:xfrm>
            <a:off x="522925" y="3554926"/>
            <a:ext cx="3196848" cy="23220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3538" name="Google Shape;3538;p98"/>
          <p:cNvSpPr/>
          <p:nvPr>
            <p:ph idx="7" type="pic"/>
          </p:nvPr>
        </p:nvSpPr>
        <p:spPr>
          <a:xfrm>
            <a:off x="7346294" y="3554926"/>
            <a:ext cx="3196848" cy="23220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42" name="Shape 3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3" name="Google Shape;3543;p99"/>
          <p:cNvSpPr txBox="1"/>
          <p:nvPr>
            <p:ph idx="1" type="body"/>
          </p:nvPr>
        </p:nvSpPr>
        <p:spPr>
          <a:xfrm>
            <a:off x="417525" y="182918"/>
            <a:ext cx="5335912" cy="2605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3B3B3"/>
              </a:buClr>
              <a:buSzPts val="1100"/>
              <a:buFont typeface="Arial"/>
              <a:buNone/>
            </a:pPr>
            <a:r>
              <a:rPr lang="ko-KR"/>
              <a:t>TITLE</a:t>
            </a:r>
            <a:endParaRPr/>
          </a:p>
        </p:txBody>
      </p:sp>
      <p:sp>
        <p:nvSpPr>
          <p:cNvPr id="3544" name="Google Shape;3544;p99"/>
          <p:cNvSpPr/>
          <p:nvPr>
            <p:ph idx="8" type="pic"/>
          </p:nvPr>
        </p:nvSpPr>
        <p:spPr>
          <a:xfrm>
            <a:off x="8239142" y="981074"/>
            <a:ext cx="2304000" cy="23220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3545" name="Google Shape;3545;p99"/>
          <p:cNvSpPr/>
          <p:nvPr>
            <p:ph idx="2" type="pic"/>
          </p:nvPr>
        </p:nvSpPr>
        <p:spPr>
          <a:xfrm>
            <a:off x="5659649" y="981074"/>
            <a:ext cx="2304000" cy="23220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3546" name="Google Shape;3546;p99"/>
          <p:cNvSpPr/>
          <p:nvPr>
            <p:ph idx="3" type="pic"/>
          </p:nvPr>
        </p:nvSpPr>
        <p:spPr>
          <a:xfrm>
            <a:off x="3089698" y="981074"/>
            <a:ext cx="2304000" cy="23220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3547" name="Google Shape;3547;p99"/>
          <p:cNvSpPr/>
          <p:nvPr>
            <p:ph idx="4" type="pic"/>
          </p:nvPr>
        </p:nvSpPr>
        <p:spPr>
          <a:xfrm>
            <a:off x="519747" y="981074"/>
            <a:ext cx="2304000" cy="23220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3548" name="Google Shape;3548;p99"/>
          <p:cNvSpPr/>
          <p:nvPr>
            <p:ph idx="9" type="pic"/>
          </p:nvPr>
        </p:nvSpPr>
        <p:spPr>
          <a:xfrm>
            <a:off x="8239142" y="3561977"/>
            <a:ext cx="2304000" cy="23220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3549" name="Google Shape;3549;p99"/>
          <p:cNvSpPr/>
          <p:nvPr>
            <p:ph idx="5" type="pic"/>
          </p:nvPr>
        </p:nvSpPr>
        <p:spPr>
          <a:xfrm>
            <a:off x="5659649" y="3561977"/>
            <a:ext cx="2304000" cy="23220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3550" name="Google Shape;3550;p99"/>
          <p:cNvSpPr/>
          <p:nvPr>
            <p:ph idx="6" type="pic"/>
          </p:nvPr>
        </p:nvSpPr>
        <p:spPr>
          <a:xfrm>
            <a:off x="3089698" y="3561977"/>
            <a:ext cx="2304000" cy="23220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3551" name="Google Shape;3551;p99"/>
          <p:cNvSpPr/>
          <p:nvPr>
            <p:ph idx="7" type="pic"/>
          </p:nvPr>
        </p:nvSpPr>
        <p:spPr>
          <a:xfrm>
            <a:off x="519747" y="3561977"/>
            <a:ext cx="2304000" cy="23220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55" name="Shape 3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6" name="Google Shape;3556;p100"/>
          <p:cNvSpPr txBox="1"/>
          <p:nvPr>
            <p:ph idx="1" type="body"/>
          </p:nvPr>
        </p:nvSpPr>
        <p:spPr>
          <a:xfrm>
            <a:off x="417525" y="182918"/>
            <a:ext cx="5335912" cy="2605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3B3B3"/>
              </a:buClr>
              <a:buSzPts val="1100"/>
              <a:buFont typeface="Arial"/>
              <a:buNone/>
            </a:pPr>
            <a:r>
              <a:rPr lang="ko-KR"/>
              <a:t>TITLE</a:t>
            </a:r>
            <a:endParaRPr/>
          </a:p>
        </p:txBody>
      </p:sp>
      <p:sp>
        <p:nvSpPr>
          <p:cNvPr id="3557" name="Google Shape;3557;p100"/>
          <p:cNvSpPr/>
          <p:nvPr>
            <p:ph idx="2" type="pic"/>
          </p:nvPr>
        </p:nvSpPr>
        <p:spPr>
          <a:xfrm>
            <a:off x="519747" y="981076"/>
            <a:ext cx="1788403" cy="1475685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3558" name="Google Shape;3558;p100"/>
          <p:cNvSpPr/>
          <p:nvPr>
            <p:ph idx="3" type="pic"/>
          </p:nvPr>
        </p:nvSpPr>
        <p:spPr>
          <a:xfrm>
            <a:off x="519747" y="2694684"/>
            <a:ext cx="1788403" cy="1475685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3559" name="Google Shape;3559;p100"/>
          <p:cNvSpPr/>
          <p:nvPr>
            <p:ph idx="4" type="pic"/>
          </p:nvPr>
        </p:nvSpPr>
        <p:spPr>
          <a:xfrm>
            <a:off x="519747" y="4408292"/>
            <a:ext cx="1788403" cy="1475685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3560" name="Google Shape;3560;p100"/>
          <p:cNvSpPr/>
          <p:nvPr>
            <p:ph idx="5" type="pic"/>
          </p:nvPr>
        </p:nvSpPr>
        <p:spPr>
          <a:xfrm>
            <a:off x="2578495" y="981076"/>
            <a:ext cx="1788403" cy="1475685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3561" name="Google Shape;3561;p100"/>
          <p:cNvSpPr/>
          <p:nvPr>
            <p:ph idx="6" type="pic"/>
          </p:nvPr>
        </p:nvSpPr>
        <p:spPr>
          <a:xfrm>
            <a:off x="2578495" y="2694684"/>
            <a:ext cx="1788403" cy="1475685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3562" name="Google Shape;3562;p100"/>
          <p:cNvSpPr/>
          <p:nvPr>
            <p:ph idx="7" type="pic"/>
          </p:nvPr>
        </p:nvSpPr>
        <p:spPr>
          <a:xfrm>
            <a:off x="2578495" y="4408292"/>
            <a:ext cx="1788403" cy="1475685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3563" name="Google Shape;3563;p100"/>
          <p:cNvSpPr/>
          <p:nvPr>
            <p:ph idx="8" type="pic"/>
          </p:nvPr>
        </p:nvSpPr>
        <p:spPr>
          <a:xfrm>
            <a:off x="4637243" y="981076"/>
            <a:ext cx="1788403" cy="1475685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3564" name="Google Shape;3564;p100"/>
          <p:cNvSpPr/>
          <p:nvPr>
            <p:ph idx="9" type="pic"/>
          </p:nvPr>
        </p:nvSpPr>
        <p:spPr>
          <a:xfrm>
            <a:off x="4637243" y="2694684"/>
            <a:ext cx="1788403" cy="1475685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3565" name="Google Shape;3565;p100"/>
          <p:cNvSpPr/>
          <p:nvPr>
            <p:ph idx="13" type="pic"/>
          </p:nvPr>
        </p:nvSpPr>
        <p:spPr>
          <a:xfrm>
            <a:off x="4637243" y="4408292"/>
            <a:ext cx="1788403" cy="1475685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3566" name="Google Shape;3566;p100"/>
          <p:cNvSpPr/>
          <p:nvPr>
            <p:ph idx="14" type="pic"/>
          </p:nvPr>
        </p:nvSpPr>
        <p:spPr>
          <a:xfrm>
            <a:off x="6695991" y="981076"/>
            <a:ext cx="1788403" cy="1475685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3567" name="Google Shape;3567;p100"/>
          <p:cNvSpPr/>
          <p:nvPr>
            <p:ph idx="15" type="pic"/>
          </p:nvPr>
        </p:nvSpPr>
        <p:spPr>
          <a:xfrm>
            <a:off x="6695991" y="2694684"/>
            <a:ext cx="1788403" cy="1475685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3568" name="Google Shape;3568;p100"/>
          <p:cNvSpPr/>
          <p:nvPr>
            <p:ph idx="16" type="pic"/>
          </p:nvPr>
        </p:nvSpPr>
        <p:spPr>
          <a:xfrm>
            <a:off x="6695991" y="4408292"/>
            <a:ext cx="1788403" cy="1475685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3569" name="Google Shape;3569;p100"/>
          <p:cNvSpPr/>
          <p:nvPr>
            <p:ph idx="17" type="pic"/>
          </p:nvPr>
        </p:nvSpPr>
        <p:spPr>
          <a:xfrm>
            <a:off x="8754739" y="981076"/>
            <a:ext cx="1788403" cy="1475685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3570" name="Google Shape;3570;p100"/>
          <p:cNvSpPr/>
          <p:nvPr>
            <p:ph idx="18" type="pic"/>
          </p:nvPr>
        </p:nvSpPr>
        <p:spPr>
          <a:xfrm>
            <a:off x="8754739" y="2694684"/>
            <a:ext cx="1788403" cy="1475685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3571" name="Google Shape;3571;p100"/>
          <p:cNvSpPr/>
          <p:nvPr>
            <p:ph idx="19" type="pic"/>
          </p:nvPr>
        </p:nvSpPr>
        <p:spPr>
          <a:xfrm>
            <a:off x="8754739" y="4408292"/>
            <a:ext cx="1788403" cy="1475685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디자인 사용자 지정">
  <a:themeElements>
    <a:clrScheme name="FFE5EB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FC1C49"/>
      </a:accent1>
      <a:accent2>
        <a:srgbClr val="FFE5EB"/>
      </a:accent2>
      <a:accent3>
        <a:srgbClr val="FFA71B"/>
      </a:accent3>
      <a:accent4>
        <a:srgbClr val="F5F5F5"/>
      </a:accent4>
      <a:accent5>
        <a:srgbClr val="E6E6E6"/>
      </a:accent5>
      <a:accent6>
        <a:srgbClr val="5B5B5B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테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테마">
  <a:themeElements>
    <a:clrScheme name="FFE5EB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FC1C49"/>
      </a:accent1>
      <a:accent2>
        <a:srgbClr val="FFE5EB"/>
      </a:accent2>
      <a:accent3>
        <a:srgbClr val="FFA71B"/>
      </a:accent3>
      <a:accent4>
        <a:srgbClr val="F5F5F5"/>
      </a:accent4>
      <a:accent5>
        <a:srgbClr val="E6E6E6"/>
      </a:accent5>
      <a:accent6>
        <a:srgbClr val="5B5B5B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2023-05-30T04:07:42Z</dcterms:created>
  <dc:creator>lee urim</dc:creator>
</cp:coreProperties>
</file>